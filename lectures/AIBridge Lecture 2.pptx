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5" r:id="rId1"/>
  </p:sldMasterIdLst>
  <p:notesMasterIdLst>
    <p:notesMasterId r:id="rId44"/>
  </p:notesMasterIdLst>
  <p:sldIdLst>
    <p:sldId id="256" r:id="rId2"/>
    <p:sldId id="297" r:id="rId3"/>
    <p:sldId id="298" r:id="rId4"/>
    <p:sldId id="299" r:id="rId5"/>
    <p:sldId id="331" r:id="rId6"/>
    <p:sldId id="301" r:id="rId7"/>
    <p:sldId id="302" r:id="rId8"/>
    <p:sldId id="303" r:id="rId9"/>
    <p:sldId id="332" r:id="rId10"/>
    <p:sldId id="304" r:id="rId11"/>
    <p:sldId id="337" r:id="rId12"/>
    <p:sldId id="338" r:id="rId13"/>
    <p:sldId id="339" r:id="rId14"/>
    <p:sldId id="340" r:id="rId15"/>
    <p:sldId id="341" r:id="rId16"/>
    <p:sldId id="342" r:id="rId17"/>
    <p:sldId id="343" r:id="rId18"/>
    <p:sldId id="344" r:id="rId19"/>
    <p:sldId id="345" r:id="rId20"/>
    <p:sldId id="346" r:id="rId21"/>
    <p:sldId id="347" r:id="rId22"/>
    <p:sldId id="348" r:id="rId23"/>
    <p:sldId id="349" r:id="rId24"/>
    <p:sldId id="350" r:id="rId25"/>
    <p:sldId id="351" r:id="rId26"/>
    <p:sldId id="352" r:id="rId27"/>
    <p:sldId id="354" r:id="rId28"/>
    <p:sldId id="355" r:id="rId29"/>
    <p:sldId id="356" r:id="rId30"/>
    <p:sldId id="357" r:id="rId31"/>
    <p:sldId id="333" r:id="rId32"/>
    <p:sldId id="306" r:id="rId33"/>
    <p:sldId id="358" r:id="rId34"/>
    <p:sldId id="359" r:id="rId35"/>
    <p:sldId id="363" r:id="rId36"/>
    <p:sldId id="364" r:id="rId37"/>
    <p:sldId id="365" r:id="rId38"/>
    <p:sldId id="366" r:id="rId39"/>
    <p:sldId id="362" r:id="rId40"/>
    <p:sldId id="360" r:id="rId41"/>
    <p:sldId id="361" r:id="rId42"/>
    <p:sldId id="367" r:id="rId43"/>
  </p:sldIdLst>
  <p:sldSz cx="24387175" cy="13716000"/>
  <p:notesSz cx="6858000" cy="9144000"/>
  <p:embeddedFontLst>
    <p:embeddedFont>
      <p:font typeface="Calibri" panose="020F0502020204030204" pitchFamily="34" charset="0"/>
      <p:regular r:id="rId45"/>
      <p:bold r:id="rId46"/>
      <p:italic r:id="rId47"/>
      <p:boldItalic r:id="rId48"/>
    </p:embeddedFont>
    <p:embeddedFont>
      <p:font typeface="Calibri Light" panose="020F0302020204030204" pitchFamily="34" charset="0"/>
      <p:regular r:id="rId49"/>
      <p:italic r:id="rId50"/>
    </p:embeddedFont>
    <p:embeddedFont>
      <p:font typeface="Helvetica Neue" panose="02000503000000020004" pitchFamily="2" charset="0"/>
      <p:regular r:id="rId51"/>
      <p:bold r:id="rId52"/>
      <p:italic r:id="rId53"/>
      <p:boldItalic r:id="rId54"/>
    </p:embeddedFont>
    <p:embeddedFont>
      <p:font typeface="Lato" panose="020F0502020204030203" pitchFamily="34" charset="0"/>
      <p:regular r:id="rId55"/>
      <p:bold r:id="rId56"/>
      <p:italic r:id="rId57"/>
      <p:boldItalic r:id="rId58"/>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320" userDrawn="1">
          <p15:clr>
            <a:srgbClr val="A4A3A4"/>
          </p15:clr>
        </p15:guide>
        <p15:guide id="2" pos="7681"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iaming Situ"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F7001"/>
    <a:srgbClr val="004C7F"/>
    <a:srgbClr val="000000"/>
    <a:srgbClr val="006B64"/>
    <a:srgbClr val="795E2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E4E0612-D268-425B-B802-00A6AB32C0B4}">
  <a:tblStyle styleId="{0E4E0612-D268-425B-B802-00A6AB32C0B4}" styleName="Table_0">
    <a:wholeTbl>
      <a:tcTxStyle b="off" i="off">
        <a:font>
          <a:latin typeface="Calibri"/>
          <a:ea typeface="Calibri"/>
          <a:cs typeface="Calibri"/>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12700" cap="flat" cmpd="sng">
              <a:solidFill>
                <a:schemeClr val="accent3"/>
              </a:solidFill>
              <a:prstDash val="solid"/>
              <a:round/>
              <a:headEnd type="none" w="sm" len="sm"/>
              <a:tailEnd type="none" w="sm" len="sm"/>
            </a:ln>
          </a:top>
          <a:bottom>
            <a:ln w="12700" cap="flat" cmpd="sng">
              <a:solidFill>
                <a:schemeClr val="accent3"/>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fill>
          <a:solidFill>
            <a:schemeClr val="accent3">
              <a:alpha val="20000"/>
            </a:schemeClr>
          </a:solidFill>
        </a:fill>
      </a:tcStyle>
    </a:band1H>
    <a:band2H>
      <a:tcTxStyle/>
      <a:tcStyle>
        <a:tcBdr/>
      </a:tcStyle>
    </a:band2H>
    <a:band1V>
      <a:tcTxStyle/>
      <a:tcStyle>
        <a:tcBdr/>
        <a:fill>
          <a:solidFill>
            <a:schemeClr val="accent3">
              <a:alpha val="20000"/>
            </a:schemeClr>
          </a:solidFill>
        </a:fill>
      </a:tcStyle>
    </a:band1V>
    <a:band2V>
      <a:tcTxStyle/>
      <a:tcStyle>
        <a:tcBdr/>
      </a:tcStyle>
    </a:band2V>
    <a:lastCol>
      <a:tcTxStyle b="on" i="off"/>
      <a:tcStyle>
        <a:tcBdr/>
      </a:tcStyle>
    </a:lastCol>
    <a:firstCol>
      <a:tcTxStyle b="on" i="off"/>
      <a:tcStyle>
        <a:tcBdr/>
      </a:tcStyle>
    </a:firstCol>
    <a:lastRow>
      <a:tcTxStyle b="on" i="off"/>
      <a:tcStyle>
        <a:tcBdr>
          <a:top>
            <a:ln w="12700" cap="flat" cmpd="sng">
              <a:solidFill>
                <a:schemeClr val="accent3"/>
              </a:solidFill>
              <a:prstDash val="solid"/>
              <a:round/>
              <a:headEnd type="none" w="sm" len="sm"/>
              <a:tailEnd type="none" w="sm" len="sm"/>
            </a:ln>
          </a:top>
        </a:tcBdr>
        <a:fill>
          <a:solidFill>
            <a:srgbClr val="FFFFFF">
              <a:alpha val="0"/>
            </a:srgbClr>
          </a:solidFill>
        </a:fill>
      </a:tcStyle>
    </a:lastRow>
    <a:seCell>
      <a:tcTxStyle/>
      <a:tcStyle>
        <a:tcBdr/>
      </a:tcStyle>
    </a:seCell>
    <a:swCell>
      <a:tcTxStyle/>
      <a:tcStyle>
        <a:tcBdr/>
      </a:tcStyle>
    </a:swCell>
    <a:firstRow>
      <a:tcTxStyle b="on" i="off"/>
      <a:tcStyle>
        <a:tcBdr>
          <a:bottom>
            <a:ln w="12700" cap="flat" cmpd="sng">
              <a:solidFill>
                <a:schemeClr val="accent3"/>
              </a:solidFill>
              <a:prstDash val="solid"/>
              <a:round/>
              <a:headEnd type="none" w="sm" len="sm"/>
              <a:tailEnd type="none" w="sm" len="sm"/>
            </a:ln>
          </a:bottom>
        </a:tcBdr>
        <a:fill>
          <a:solidFill>
            <a:srgbClr val="FFFFFF">
              <a:alpha val="0"/>
            </a:srgbClr>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009"/>
    <p:restoredTop sz="68044"/>
  </p:normalViewPr>
  <p:slideViewPr>
    <p:cSldViewPr snapToGrid="0">
      <p:cViewPr varScale="1">
        <p:scale>
          <a:sx n="64" d="100"/>
          <a:sy n="64" d="100"/>
        </p:scale>
        <p:origin x="3320" y="200"/>
      </p:cViewPr>
      <p:guideLst>
        <p:guide orient="horz" pos="4320"/>
        <p:guide pos="7681"/>
      </p:guideLst>
    </p:cSldViewPr>
  </p:slideViewPr>
  <p:notesTextViewPr>
    <p:cViewPr>
      <p:scale>
        <a:sx n="200" d="100"/>
        <a:sy n="2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3.fntdata"/><Relationship Id="rId50" Type="http://schemas.openxmlformats.org/officeDocument/2006/relationships/font" Target="fonts/font6.fntdata"/><Relationship Id="rId55" Type="http://schemas.openxmlformats.org/officeDocument/2006/relationships/font" Target="fonts/font11.fntdata"/><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1.fntdata"/><Relationship Id="rId53" Type="http://schemas.openxmlformats.org/officeDocument/2006/relationships/font" Target="fonts/font9.fntdata"/><Relationship Id="rId58" Type="http://schemas.openxmlformats.org/officeDocument/2006/relationships/font" Target="fonts/font14.fntdata"/><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4.fntdata"/><Relationship Id="rId56" Type="http://schemas.openxmlformats.org/officeDocument/2006/relationships/font" Target="fonts/font12.fntdata"/><Relationship Id="rId8" Type="http://schemas.openxmlformats.org/officeDocument/2006/relationships/slide" Target="slides/slide7.xml"/><Relationship Id="rId51" Type="http://schemas.openxmlformats.org/officeDocument/2006/relationships/font" Target="fonts/font7.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2.fntdata"/><Relationship Id="rId59" Type="http://schemas.openxmlformats.org/officeDocument/2006/relationships/commentAuthors" Target="commentAuthor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10.fntdata"/><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5.fntdata"/><Relationship Id="rId57" Type="http://schemas.openxmlformats.org/officeDocument/2006/relationships/font" Target="fonts/font13.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notesMaster" Target="notesMasters/notesMaster1.xml"/><Relationship Id="rId52" Type="http://schemas.openxmlformats.org/officeDocument/2006/relationships/font" Target="fonts/font8.fntdata"/><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3734"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3734"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3734"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3734"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3734"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3734"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3734"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3734"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3734"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22ec44096ab_1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22ec44096ab_1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dirty="0"/>
              <a:t>Hello everybody! Welcome back to lecture 2. (click)</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g25742e2745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0" name="Google Shape;400;g25742e2745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In this lecture, we will be covering two main things: input and output, and list manipulation. Don’t think you got off easy yet with just these two topics, as these are some quite complicated and tough topics. Let’s dive on in.</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5"/>
        <p:cNvGrpSpPr/>
        <p:nvPr/>
      </p:nvGrpSpPr>
      <p:grpSpPr>
        <a:xfrm>
          <a:off x="0" y="0"/>
          <a:ext cx="0" cy="0"/>
          <a:chOff x="0" y="0"/>
          <a:chExt cx="0" cy="0"/>
        </a:xfrm>
      </p:grpSpPr>
      <p:sp>
        <p:nvSpPr>
          <p:cNvPr id="406" name="Google Shape;406;g25742e2745f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7" name="Google Shape;407;g25742e2745f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First, we can take input from what’s called the “console.” On Google </a:t>
            </a:r>
            <a:r>
              <a:rPr lang="en-US" dirty="0" err="1"/>
              <a:t>Colab</a:t>
            </a:r>
            <a:r>
              <a:rPr lang="en-US" dirty="0"/>
              <a:t>, the console is right below a cell where code runs, with this type of input being taken there. However, the location of the console is different for each environment, so just be aware of that. Let’s go over to Google </a:t>
            </a:r>
            <a:r>
              <a:rPr lang="en-US" dirty="0" err="1"/>
              <a:t>Colab</a:t>
            </a:r>
            <a:r>
              <a:rPr lang="en-US" dirty="0"/>
              <a:t> to test this out! (stretch boundary so that </a:t>
            </a:r>
            <a:r>
              <a:rPr lang="en-US" dirty="0" err="1"/>
              <a:t>Colab</a:t>
            </a:r>
            <a:r>
              <a:rPr lang="en-US" dirty="0"/>
              <a:t> is larger) (demonstrate over in </a:t>
            </a:r>
            <a:r>
              <a:rPr lang="en-US" dirty="0" err="1"/>
              <a:t>Colab</a:t>
            </a:r>
            <a:r>
              <a:rPr lang="en-US" dirty="0"/>
              <a:t>) Now, we don’t always want to be inputting like this into our code. Imagine doing that for thousands or even millions of numbers. Even with copying and pasting, that would be quite tedious. So how should we do this? Well, we can use python to read from a file. (click) Now we would want to use files because they’re commonly how data is stored. For example, you might want to get data from an xlsx spreadsheet for your code. In Python, we read from a file using the (click) “open” function. You also need to declare which mode you want to access the file in, which in this case, is (click) read mode. What the “file” refers to here is the path to the file, and we’ll get into that in a moment. There are several ways to read out of the </a:t>
            </a:r>
            <a:r>
              <a:rPr lang="en-US" dirty="0" err="1"/>
              <a:t>fileFirst</a:t>
            </a:r>
            <a:r>
              <a:rPr lang="en-US" dirty="0"/>
              <a:t>, we can use the (click) read function. This</a:t>
            </a: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p:cNvGrpSpPr/>
        <p:nvPr/>
      </p:nvGrpSpPr>
      <p:grpSpPr>
        <a:xfrm>
          <a:off x="0" y="0"/>
          <a:ext cx="0" cy="0"/>
          <a:chOff x="0" y="0"/>
          <a:chExt cx="0" cy="0"/>
        </a:xfrm>
      </p:grpSpPr>
      <p:sp>
        <p:nvSpPr>
          <p:cNvPr id="427" name="Google Shape;427;g25742e2745f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8" name="Google Shape;428;g25742e2745f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crop file images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g25742e2745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0" name="Google Shape;400;g25742e2745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389338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7"/>
        <p:cNvGrpSpPr/>
        <p:nvPr/>
      </p:nvGrpSpPr>
      <p:grpSpPr>
        <a:xfrm>
          <a:off x="0" y="0"/>
          <a:ext cx="0" cy="0"/>
          <a:chOff x="0" y="0"/>
          <a:chExt cx="0" cy="0"/>
        </a:xfrm>
      </p:grpSpPr>
      <p:sp>
        <p:nvSpPr>
          <p:cNvPr id="448" name="Google Shape;448;g12f7bb1be36_0_1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9" name="Google Shape;449;g12f7bb1be36_0_1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g12f7bb1be36_0_6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7" name="Google Shape;457;g12f7bb1be36_0_6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Clarify that slices work through the ENTIRE array subsection </a:t>
            </a:r>
            <a:endParaRPr/>
          </a:p>
          <a:p>
            <a:pPr marL="0" lvl="0" indent="0" algn="l" rtl="0">
              <a:spcBef>
                <a:spcPts val="0"/>
              </a:spcBef>
              <a:spcAft>
                <a:spcPts val="0"/>
              </a:spcAft>
              <a:buNone/>
            </a:pPr>
            <a:r>
              <a:rPr lang="en"/>
              <a:t>Mention that it works with strings too</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7"/>
        <p:cNvGrpSpPr/>
        <p:nvPr/>
      </p:nvGrpSpPr>
      <p:grpSpPr>
        <a:xfrm>
          <a:off x="0" y="0"/>
          <a:ext cx="0" cy="0"/>
          <a:chOff x="0" y="0"/>
          <a:chExt cx="0" cy="0"/>
        </a:xfrm>
      </p:grpSpPr>
      <p:sp>
        <p:nvSpPr>
          <p:cNvPr id="478" name="Google Shape;478;g223e6376945_2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9" name="Google Shape;479;g223e6376945_2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7"/>
        <p:cNvGrpSpPr/>
        <p:nvPr/>
      </p:nvGrpSpPr>
      <p:grpSpPr>
        <a:xfrm>
          <a:off x="0" y="0"/>
          <a:ext cx="0" cy="0"/>
          <a:chOff x="0" y="0"/>
          <a:chExt cx="0" cy="0"/>
        </a:xfrm>
      </p:grpSpPr>
      <p:sp>
        <p:nvSpPr>
          <p:cNvPr id="448" name="Google Shape;448;g12f7bb1be36_0_1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9" name="Google Shape;449;g12f7bb1be36_0_1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670728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g12f7bb1be36_0_6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7" name="Google Shape;487;g12f7bb1be36_0_6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Switch over to Colab to demonstrate code reading</a:t>
            </a:r>
            <a:endParaRPr/>
          </a:p>
          <a:p>
            <a:pPr marL="0" lvl="0" indent="0" algn="l" rtl="0">
              <a:spcBef>
                <a:spcPts val="0"/>
              </a:spcBef>
              <a:spcAft>
                <a:spcPts val="0"/>
              </a:spcAft>
              <a:buNone/>
            </a:pPr>
            <a:r>
              <a:rPr lang="en"/>
              <a:t>Mention no need to memorize these</a:t>
            </a:r>
            <a:endParaRPr/>
          </a:p>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g12f7bb1be36_0_6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7" name="Google Shape;487;g12f7bb1be36_0_6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9330206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g12f7bb1be36_0_6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7" name="Google Shape;487;g12f7bb1be36_0_6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7289044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g12f7bb1be36_0_6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7" name="Google Shape;487;g12f7bb1be36_0_6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1312964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g12f7bb1be36_0_6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7" name="Google Shape;487;g12f7bb1be36_0_6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221215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g12f7bb1be36_0_6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7" name="Google Shape;487;g12f7bb1be36_0_6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2064545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g12f7bb1be36_0_6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7" name="Google Shape;487;g12f7bb1be36_0_6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81799866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g12f7bb1be36_0_6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7" name="Google Shape;487;g12f7bb1be36_0_6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865037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g12f7bb1be36_0_6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7" name="Google Shape;487;g12f7bb1be36_0_6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23386600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g12f7bb1be36_0_6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7" name="Google Shape;487;g12f7bb1be36_0_6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71491206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g12f7bb1be36_0_6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7" name="Google Shape;487;g12f7bb1be36_0_6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99937656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g12f7bb1be36_0_6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7" name="Google Shape;487;g12f7bb1be36_0_6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25337012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g12f7bb1be36_0_6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7" name="Google Shape;487;g12f7bb1be36_0_6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17770145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g12f7bb1be36_0_6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7" name="Google Shape;487;g12f7bb1be36_0_6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8990593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g12f7bb1be36_0_6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7" name="Google Shape;487;g12f7bb1be36_0_6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42108718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g12f7bb1be36_0_6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7" name="Google Shape;487;g12f7bb1be36_0_6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02202500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g12f7bb1be36_0_6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7" name="Google Shape;487;g12f7bb1be36_0_6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1659561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g12f7bb1be36_0_6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7" name="Google Shape;487;g12f7bb1be36_0_6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43189022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g12f7bb1be36_0_6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7" name="Google Shape;487;g12f7bb1be36_0_6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87995151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g12f7bb1be36_0_6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7" name="Google Shape;487;g12f7bb1be36_0_6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6112995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g12f7bb1be36_0_6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7" name="Google Shape;487;g12f7bb1be36_0_6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82629808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7"/>
        <p:cNvGrpSpPr/>
        <p:nvPr/>
      </p:nvGrpSpPr>
      <p:grpSpPr>
        <a:xfrm>
          <a:off x="0" y="0"/>
          <a:ext cx="0" cy="0"/>
          <a:chOff x="0" y="0"/>
          <a:chExt cx="0" cy="0"/>
        </a:xfrm>
      </p:grpSpPr>
      <p:sp>
        <p:nvSpPr>
          <p:cNvPr id="448" name="Google Shape;448;g12f7bb1be36_0_1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9" name="Google Shape;449;g12f7bb1be36_0_1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2936792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8"/>
        <p:cNvGrpSpPr/>
        <p:nvPr/>
      </p:nvGrpSpPr>
      <p:grpSpPr>
        <a:xfrm>
          <a:off x="0" y="0"/>
          <a:ext cx="0" cy="0"/>
          <a:chOff x="0" y="0"/>
          <a:chExt cx="0" cy="0"/>
        </a:xfrm>
      </p:grpSpPr>
      <p:sp>
        <p:nvSpPr>
          <p:cNvPr id="499" name="Google Shape;499;g12f8f4948e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0" name="Google Shape;500;g12f8f4948e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For even cleaner code that uses less lines, you can consider using list comprehension. Usually, you want to use them when you generate a new list based on an existing list, string, or range</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8"/>
        <p:cNvGrpSpPr/>
        <p:nvPr/>
      </p:nvGrpSpPr>
      <p:grpSpPr>
        <a:xfrm>
          <a:off x="0" y="0"/>
          <a:ext cx="0" cy="0"/>
          <a:chOff x="0" y="0"/>
          <a:chExt cx="0" cy="0"/>
        </a:xfrm>
      </p:grpSpPr>
      <p:sp>
        <p:nvSpPr>
          <p:cNvPr id="499" name="Google Shape;499;g12f8f4948e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0" name="Google Shape;500;g12f8f4948e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For even cleaner code that uses less lines, you can consider using list comprehension. Usually, you want to use them when you generate a new list based on an existing list, string, or range</a:t>
            </a:r>
            <a:endParaRPr/>
          </a:p>
        </p:txBody>
      </p:sp>
    </p:spTree>
    <p:extLst>
      <p:ext uri="{BB962C8B-B14F-4D97-AF65-F5344CB8AC3E}">
        <p14:creationId xmlns:p14="http://schemas.microsoft.com/office/powerpoint/2010/main" val="115475246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7"/>
        <p:cNvGrpSpPr/>
        <p:nvPr/>
      </p:nvGrpSpPr>
      <p:grpSpPr>
        <a:xfrm>
          <a:off x="0" y="0"/>
          <a:ext cx="0" cy="0"/>
          <a:chOff x="0" y="0"/>
          <a:chExt cx="0" cy="0"/>
        </a:xfrm>
      </p:grpSpPr>
      <p:sp>
        <p:nvSpPr>
          <p:cNvPr id="448" name="Google Shape;448;g12f7bb1be36_0_1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9" name="Google Shape;449;g12f7bb1be36_0_1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1380160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8"/>
        <p:cNvGrpSpPr/>
        <p:nvPr/>
      </p:nvGrpSpPr>
      <p:grpSpPr>
        <a:xfrm>
          <a:off x="0" y="0"/>
          <a:ext cx="0" cy="0"/>
          <a:chOff x="0" y="0"/>
          <a:chExt cx="0" cy="0"/>
        </a:xfrm>
      </p:grpSpPr>
      <p:sp>
        <p:nvSpPr>
          <p:cNvPr id="499" name="Google Shape;499;g12f8f4948e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0" name="Google Shape;500;g12f8f4948e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14099290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8"/>
        <p:cNvGrpSpPr/>
        <p:nvPr/>
      </p:nvGrpSpPr>
      <p:grpSpPr>
        <a:xfrm>
          <a:off x="0" y="0"/>
          <a:ext cx="0" cy="0"/>
          <a:chOff x="0" y="0"/>
          <a:chExt cx="0" cy="0"/>
        </a:xfrm>
      </p:grpSpPr>
      <p:sp>
        <p:nvSpPr>
          <p:cNvPr id="499" name="Google Shape;499;g12f8f4948e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0" name="Google Shape;500;g12f8f4948e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7598032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8"/>
        <p:cNvGrpSpPr/>
        <p:nvPr/>
      </p:nvGrpSpPr>
      <p:grpSpPr>
        <a:xfrm>
          <a:off x="0" y="0"/>
          <a:ext cx="0" cy="0"/>
          <a:chOff x="0" y="0"/>
          <a:chExt cx="0" cy="0"/>
        </a:xfrm>
      </p:grpSpPr>
      <p:sp>
        <p:nvSpPr>
          <p:cNvPr id="499" name="Google Shape;499;g12f8f4948e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0" name="Google Shape;500;g12f8f4948e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92493542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8"/>
        <p:cNvGrpSpPr/>
        <p:nvPr/>
      </p:nvGrpSpPr>
      <p:grpSpPr>
        <a:xfrm>
          <a:off x="0" y="0"/>
          <a:ext cx="0" cy="0"/>
          <a:chOff x="0" y="0"/>
          <a:chExt cx="0" cy="0"/>
        </a:xfrm>
      </p:grpSpPr>
      <p:sp>
        <p:nvSpPr>
          <p:cNvPr id="499" name="Google Shape;499;g12f8f4948e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0" name="Google Shape;500;g12f8f4948e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25513520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7"/>
        <p:cNvGrpSpPr/>
        <p:nvPr/>
      </p:nvGrpSpPr>
      <p:grpSpPr>
        <a:xfrm>
          <a:off x="0" y="0"/>
          <a:ext cx="0" cy="0"/>
          <a:chOff x="0" y="0"/>
          <a:chExt cx="0" cy="0"/>
        </a:xfrm>
      </p:grpSpPr>
      <p:sp>
        <p:nvSpPr>
          <p:cNvPr id="448" name="Google Shape;448;g12f7bb1be36_0_1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9" name="Google Shape;449;g12f7bb1be36_0_1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5071065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8"/>
        <p:cNvGrpSpPr/>
        <p:nvPr/>
      </p:nvGrpSpPr>
      <p:grpSpPr>
        <a:xfrm>
          <a:off x="0" y="0"/>
          <a:ext cx="0" cy="0"/>
          <a:chOff x="0" y="0"/>
          <a:chExt cx="0" cy="0"/>
        </a:xfrm>
      </p:grpSpPr>
      <p:sp>
        <p:nvSpPr>
          <p:cNvPr id="499" name="Google Shape;499;g12f8f4948e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0" name="Google Shape;500;g12f8f4948e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74728281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8"/>
        <p:cNvGrpSpPr/>
        <p:nvPr/>
      </p:nvGrpSpPr>
      <p:grpSpPr>
        <a:xfrm>
          <a:off x="0" y="0"/>
          <a:ext cx="0" cy="0"/>
          <a:chOff x="0" y="0"/>
          <a:chExt cx="0" cy="0"/>
        </a:xfrm>
      </p:grpSpPr>
      <p:sp>
        <p:nvSpPr>
          <p:cNvPr id="499" name="Google Shape;499;g12f8f4948e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0" name="Google Shape;500;g12f8f4948e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17664522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4" name="Shape 1834"/>
          <p:cNvSpPr>
            <a:spLocks noGrp="1" noRot="1" noChangeAspect="1"/>
          </p:cNvSpPr>
          <p:nvPr>
            <p:ph type="sldImg"/>
          </p:nvPr>
        </p:nvSpPr>
        <p:spPr>
          <a:xfrm>
            <a:off x="381000" y="685800"/>
            <a:ext cx="6096000" cy="3429000"/>
          </a:xfrm>
          <a:prstGeom prst="rect">
            <a:avLst/>
          </a:prstGeom>
        </p:spPr>
        <p:txBody>
          <a:bodyPr/>
          <a:lstStyle/>
          <a:p>
            <a:endParaRPr/>
          </a:p>
        </p:txBody>
      </p:sp>
      <p:sp>
        <p:nvSpPr>
          <p:cNvPr id="1835" name="Shape 1835"/>
          <p:cNvSpPr>
            <a:spLocks noGrp="1"/>
          </p:cNvSpPr>
          <p:nvPr>
            <p:ph type="body" sz="quarter" idx="1"/>
          </p:nvPr>
        </p:nvSpPr>
        <p:spPr>
          <a:prstGeom prst="rect">
            <a:avLst/>
          </a:prstGeom>
        </p:spPr>
        <p:txBody>
          <a:bodyPr/>
          <a:lstStyle/>
          <a:p>
            <a:r>
              <a:t>Let’s get to the lab</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048397" y="2244726"/>
            <a:ext cx="18290381" cy="4775200"/>
          </a:xfrm>
        </p:spPr>
        <p:txBody>
          <a:bodyPr anchor="b"/>
          <a:lstStyle>
            <a:lvl1pPr algn="ctr">
              <a:defRPr sz="12000"/>
            </a:lvl1pPr>
          </a:lstStyle>
          <a:p>
            <a:r>
              <a:rPr lang="en-US"/>
              <a:t>Click to edit Master title style</a:t>
            </a:r>
            <a:endParaRPr lang="en-US" dirty="0"/>
          </a:p>
        </p:txBody>
      </p:sp>
      <p:sp>
        <p:nvSpPr>
          <p:cNvPr id="3" name="Subtitle 2"/>
          <p:cNvSpPr>
            <a:spLocks noGrp="1"/>
          </p:cNvSpPr>
          <p:nvPr>
            <p:ph type="subTitle" idx="1"/>
          </p:nvPr>
        </p:nvSpPr>
        <p:spPr>
          <a:xfrm>
            <a:off x="3048397" y="7204076"/>
            <a:ext cx="18290381" cy="3311524"/>
          </a:xfrm>
        </p:spPr>
        <p:txBody>
          <a:bodyPr/>
          <a:lstStyle>
            <a:lvl1pPr marL="0" indent="0" algn="ctr">
              <a:buNone/>
              <a:defRPr sz="4800"/>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397D72F-E915-9846-8E67-29872E9CA90B}" type="datetimeFigureOut">
              <a:rPr lang="en-US" smtClean="0"/>
              <a:t>7/7/23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00000-1234-1234-1234-123412341234}" type="slidenum">
              <a:rPr lang="en" smtClean="0"/>
              <a:pPr/>
              <a:t>‹#›</a:t>
            </a:fld>
            <a:endParaRPr lang="en"/>
          </a:p>
        </p:txBody>
      </p:sp>
    </p:spTree>
    <p:extLst>
      <p:ext uri="{BB962C8B-B14F-4D97-AF65-F5344CB8AC3E}">
        <p14:creationId xmlns:p14="http://schemas.microsoft.com/office/powerpoint/2010/main" val="58777181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00000-1234-1234-1234-123412341234}" type="slidenum">
              <a:rPr lang="en" smtClean="0"/>
              <a:pPr/>
              <a:t>‹#›</a:t>
            </a:fld>
            <a:endParaRPr lang="en"/>
          </a:p>
        </p:txBody>
      </p:sp>
    </p:spTree>
    <p:extLst>
      <p:ext uri="{BB962C8B-B14F-4D97-AF65-F5344CB8AC3E}">
        <p14:creationId xmlns:p14="http://schemas.microsoft.com/office/powerpoint/2010/main" val="102020867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663917" y="3419477"/>
            <a:ext cx="21033938" cy="5705474"/>
          </a:xfrm>
        </p:spPr>
        <p:txBody>
          <a:bodyPr anchor="b"/>
          <a:lstStyle>
            <a:lvl1pPr>
              <a:defRPr sz="12000"/>
            </a:lvl1pPr>
          </a:lstStyle>
          <a:p>
            <a:r>
              <a:rPr lang="en-US"/>
              <a:t>Click to edit Master title style</a:t>
            </a:r>
            <a:endParaRPr lang="en-US" dirty="0"/>
          </a:p>
        </p:txBody>
      </p:sp>
      <p:sp>
        <p:nvSpPr>
          <p:cNvPr id="3" name="Text Placeholder 2"/>
          <p:cNvSpPr>
            <a:spLocks noGrp="1"/>
          </p:cNvSpPr>
          <p:nvPr>
            <p:ph type="body" idx="1"/>
          </p:nvPr>
        </p:nvSpPr>
        <p:spPr>
          <a:xfrm>
            <a:off x="1663917" y="9178927"/>
            <a:ext cx="21033938" cy="3000374"/>
          </a:xfrm>
        </p:spPr>
        <p:txBody>
          <a:bodyPr/>
          <a:lstStyle>
            <a:lvl1pPr marL="0" indent="0">
              <a:buNone/>
              <a:defRPr sz="4800">
                <a:solidFill>
                  <a:schemeClr val="tx1">
                    <a:tint val="75000"/>
                  </a:schemeClr>
                </a:solidFill>
              </a:defRPr>
            </a:lvl1pPr>
            <a:lvl2pPr marL="914400" indent="0">
              <a:buNone/>
              <a:defRPr sz="4000">
                <a:solidFill>
                  <a:schemeClr val="tx1">
                    <a:tint val="75000"/>
                  </a:schemeClr>
                </a:solidFill>
              </a:defRPr>
            </a:lvl2pPr>
            <a:lvl3pPr marL="1828800" indent="0">
              <a:buNone/>
              <a:defRPr sz="3600">
                <a:solidFill>
                  <a:schemeClr val="tx1">
                    <a:tint val="75000"/>
                  </a:schemeClr>
                </a:solidFill>
              </a:defRPr>
            </a:lvl3pPr>
            <a:lvl4pPr marL="2743200" indent="0">
              <a:buNone/>
              <a:defRPr sz="3200">
                <a:solidFill>
                  <a:schemeClr val="tx1">
                    <a:tint val="75000"/>
                  </a:schemeClr>
                </a:solidFill>
              </a:defRPr>
            </a:lvl4pPr>
            <a:lvl5pPr marL="3657600" indent="0">
              <a:buNone/>
              <a:defRPr sz="3200">
                <a:solidFill>
                  <a:schemeClr val="tx1">
                    <a:tint val="75000"/>
                  </a:schemeClr>
                </a:solidFill>
              </a:defRPr>
            </a:lvl5pPr>
            <a:lvl6pPr marL="4572000" indent="0">
              <a:buNone/>
              <a:defRPr sz="3200">
                <a:solidFill>
                  <a:schemeClr val="tx1">
                    <a:tint val="75000"/>
                  </a:schemeClr>
                </a:solidFill>
              </a:defRPr>
            </a:lvl6pPr>
            <a:lvl7pPr marL="5486400" indent="0">
              <a:buNone/>
              <a:defRPr sz="3200">
                <a:solidFill>
                  <a:schemeClr val="tx1">
                    <a:tint val="75000"/>
                  </a:schemeClr>
                </a:solidFill>
              </a:defRPr>
            </a:lvl7pPr>
            <a:lvl8pPr marL="6400800" indent="0">
              <a:buNone/>
              <a:defRPr sz="3200">
                <a:solidFill>
                  <a:schemeClr val="tx1">
                    <a:tint val="75000"/>
                  </a:schemeClr>
                </a:solidFill>
              </a:defRPr>
            </a:lvl8pPr>
            <a:lvl9pPr marL="7315200" indent="0">
              <a:buNone/>
              <a:defRPr sz="3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397D72F-E915-9846-8E67-29872E9CA90B}" type="datetimeFigureOut">
              <a:rPr lang="en-US" smtClean="0"/>
              <a:t>7/7/23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00000-1234-1234-1234-123412341234}" type="slidenum">
              <a:rPr lang="en" smtClean="0"/>
              <a:pPr/>
              <a:t>‹#›</a:t>
            </a:fld>
            <a:endParaRPr lang="en"/>
          </a:p>
        </p:txBody>
      </p:sp>
    </p:spTree>
    <p:extLst>
      <p:ext uri="{BB962C8B-B14F-4D97-AF65-F5344CB8AC3E}">
        <p14:creationId xmlns:p14="http://schemas.microsoft.com/office/powerpoint/2010/main" val="50152922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676618" y="3651250"/>
            <a:ext cx="10364549" cy="87026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2346008" y="3651250"/>
            <a:ext cx="10364549" cy="87026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397D72F-E915-9846-8E67-29872E9CA90B}" type="datetimeFigureOut">
              <a:rPr lang="en-US" smtClean="0"/>
              <a:t>7/7/23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000000-1234-1234-1234-123412341234}" type="slidenum">
              <a:rPr lang="en" smtClean="0"/>
              <a:pPr/>
              <a:t>‹#›</a:t>
            </a:fld>
            <a:endParaRPr lang="en"/>
          </a:p>
        </p:txBody>
      </p:sp>
    </p:spTree>
    <p:extLst>
      <p:ext uri="{BB962C8B-B14F-4D97-AF65-F5344CB8AC3E}">
        <p14:creationId xmlns:p14="http://schemas.microsoft.com/office/powerpoint/2010/main" val="34262770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679795" y="730251"/>
            <a:ext cx="21033938" cy="2651126"/>
          </a:xfrm>
        </p:spPr>
        <p:txBody>
          <a:bodyPr/>
          <a:lstStyle/>
          <a:p>
            <a:r>
              <a:rPr lang="en-US"/>
              <a:t>Click to edit Master title style</a:t>
            </a:r>
            <a:endParaRPr lang="en-US" dirty="0"/>
          </a:p>
        </p:txBody>
      </p:sp>
      <p:sp>
        <p:nvSpPr>
          <p:cNvPr id="3" name="Text Placeholder 2"/>
          <p:cNvSpPr>
            <a:spLocks noGrp="1"/>
          </p:cNvSpPr>
          <p:nvPr>
            <p:ph type="body" idx="1"/>
          </p:nvPr>
        </p:nvSpPr>
        <p:spPr>
          <a:xfrm>
            <a:off x="1679796" y="3362326"/>
            <a:ext cx="10316917" cy="1647824"/>
          </a:xfrm>
        </p:spPr>
        <p:txBody>
          <a:bodyPr anchor="b"/>
          <a:lstStyle>
            <a:lvl1pPr marL="0" indent="0">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n-US"/>
              <a:t>Click to edit Master text styles</a:t>
            </a:r>
          </a:p>
        </p:txBody>
      </p:sp>
      <p:sp>
        <p:nvSpPr>
          <p:cNvPr id="4" name="Content Placeholder 3"/>
          <p:cNvSpPr>
            <a:spLocks noGrp="1"/>
          </p:cNvSpPr>
          <p:nvPr>
            <p:ph sz="half" idx="2"/>
          </p:nvPr>
        </p:nvSpPr>
        <p:spPr>
          <a:xfrm>
            <a:off x="1679796" y="5010150"/>
            <a:ext cx="10316917" cy="7369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2346007" y="3362326"/>
            <a:ext cx="10367726" cy="1647824"/>
          </a:xfrm>
        </p:spPr>
        <p:txBody>
          <a:bodyPr anchor="b"/>
          <a:lstStyle>
            <a:lvl1pPr marL="0" indent="0">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n-US"/>
              <a:t>Click to edit Master text styles</a:t>
            </a:r>
          </a:p>
        </p:txBody>
      </p:sp>
      <p:sp>
        <p:nvSpPr>
          <p:cNvPr id="6" name="Content Placeholder 5"/>
          <p:cNvSpPr>
            <a:spLocks noGrp="1"/>
          </p:cNvSpPr>
          <p:nvPr>
            <p:ph sz="quarter" idx="4"/>
          </p:nvPr>
        </p:nvSpPr>
        <p:spPr>
          <a:xfrm>
            <a:off x="12346007" y="5010150"/>
            <a:ext cx="10367726" cy="7369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397D72F-E915-9846-8E67-29872E9CA90B}" type="datetimeFigureOut">
              <a:rPr lang="en-US" smtClean="0"/>
              <a:t>7/7/23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0000000-1234-1234-1234-123412341234}" type="slidenum">
              <a:rPr lang="en" smtClean="0"/>
              <a:pPr/>
              <a:t>‹#›</a:t>
            </a:fld>
            <a:endParaRPr lang="en"/>
          </a:p>
        </p:txBody>
      </p:sp>
    </p:spTree>
    <p:extLst>
      <p:ext uri="{BB962C8B-B14F-4D97-AF65-F5344CB8AC3E}">
        <p14:creationId xmlns:p14="http://schemas.microsoft.com/office/powerpoint/2010/main" val="382869806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397D72F-E915-9846-8E67-29872E9CA90B}" type="datetimeFigureOut">
              <a:rPr lang="en-US" smtClean="0"/>
              <a:t>7/7/23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0000000-1234-1234-1234-123412341234}" type="slidenum">
              <a:rPr lang="en" smtClean="0"/>
              <a:pPr/>
              <a:t>‹#›</a:t>
            </a:fld>
            <a:endParaRPr lang="en"/>
          </a:p>
        </p:txBody>
      </p:sp>
    </p:spTree>
    <p:extLst>
      <p:ext uri="{BB962C8B-B14F-4D97-AF65-F5344CB8AC3E}">
        <p14:creationId xmlns:p14="http://schemas.microsoft.com/office/powerpoint/2010/main" val="80904538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397D72F-E915-9846-8E67-29872E9CA90B}" type="datetimeFigureOut">
              <a:rPr lang="en-US" smtClean="0"/>
              <a:t>7/7/23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0000000-1234-1234-1234-123412341234}" type="slidenum">
              <a:rPr lang="en" smtClean="0"/>
              <a:pPr/>
              <a:t>‹#›</a:t>
            </a:fld>
            <a:endParaRPr lang="en"/>
          </a:p>
        </p:txBody>
      </p:sp>
    </p:spTree>
    <p:extLst>
      <p:ext uri="{BB962C8B-B14F-4D97-AF65-F5344CB8AC3E}">
        <p14:creationId xmlns:p14="http://schemas.microsoft.com/office/powerpoint/2010/main" val="120442871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9796" y="914400"/>
            <a:ext cx="7865498" cy="3200400"/>
          </a:xfrm>
        </p:spPr>
        <p:txBody>
          <a:bodyPr anchor="b"/>
          <a:lstStyle>
            <a:lvl1pPr>
              <a:defRPr sz="6400"/>
            </a:lvl1pPr>
          </a:lstStyle>
          <a:p>
            <a:r>
              <a:rPr lang="en-US"/>
              <a:t>Click to edit Master title style</a:t>
            </a:r>
            <a:endParaRPr lang="en-US" dirty="0"/>
          </a:p>
        </p:txBody>
      </p:sp>
      <p:sp>
        <p:nvSpPr>
          <p:cNvPr id="3" name="Content Placeholder 2"/>
          <p:cNvSpPr>
            <a:spLocks noGrp="1"/>
          </p:cNvSpPr>
          <p:nvPr>
            <p:ph idx="1"/>
          </p:nvPr>
        </p:nvSpPr>
        <p:spPr>
          <a:xfrm>
            <a:off x="10367726" y="1974851"/>
            <a:ext cx="12346007" cy="9747250"/>
          </a:xfrm>
        </p:spPr>
        <p:txBody>
          <a:bodyPr/>
          <a:lstStyle>
            <a:lvl1pPr>
              <a:defRPr sz="6400"/>
            </a:lvl1pPr>
            <a:lvl2pPr>
              <a:defRPr sz="5600"/>
            </a:lvl2pPr>
            <a:lvl3pPr>
              <a:defRPr sz="4800"/>
            </a:lvl3pPr>
            <a:lvl4pPr>
              <a:defRPr sz="4000"/>
            </a:lvl4pPr>
            <a:lvl5pPr>
              <a:defRPr sz="4000"/>
            </a:lvl5pPr>
            <a:lvl6pPr>
              <a:defRPr sz="4000"/>
            </a:lvl6pPr>
            <a:lvl7pPr>
              <a:defRPr sz="4000"/>
            </a:lvl7pPr>
            <a:lvl8pPr>
              <a:defRPr sz="4000"/>
            </a:lvl8pPr>
            <a:lvl9pPr>
              <a:defRPr sz="4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679796" y="4114800"/>
            <a:ext cx="7865498" cy="7623176"/>
          </a:xfrm>
        </p:spPr>
        <p:txBody>
          <a:bodyPr/>
          <a:lstStyle>
            <a:lvl1pPr marL="0" indent="0">
              <a:buNone/>
              <a:defRPr sz="3200"/>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en-US"/>
              <a:t>Click to edit Master text styles</a:t>
            </a:r>
          </a:p>
        </p:txBody>
      </p:sp>
      <p:sp>
        <p:nvSpPr>
          <p:cNvPr id="5" name="Date Placeholder 4"/>
          <p:cNvSpPr>
            <a:spLocks noGrp="1"/>
          </p:cNvSpPr>
          <p:nvPr>
            <p:ph type="dt" sz="half" idx="10"/>
          </p:nvPr>
        </p:nvSpPr>
        <p:spPr/>
        <p:txBody>
          <a:bodyPr/>
          <a:lstStyle/>
          <a:p>
            <a:fld id="{E397D72F-E915-9846-8E67-29872E9CA90B}" type="datetimeFigureOut">
              <a:rPr lang="en-US" smtClean="0"/>
              <a:t>7/7/23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000000-1234-1234-1234-123412341234}" type="slidenum">
              <a:rPr lang="en" smtClean="0"/>
              <a:pPr/>
              <a:t>‹#›</a:t>
            </a:fld>
            <a:endParaRPr lang="en"/>
          </a:p>
        </p:txBody>
      </p:sp>
    </p:spTree>
    <p:extLst>
      <p:ext uri="{BB962C8B-B14F-4D97-AF65-F5344CB8AC3E}">
        <p14:creationId xmlns:p14="http://schemas.microsoft.com/office/powerpoint/2010/main" val="347307348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9796" y="914400"/>
            <a:ext cx="7865498" cy="3200400"/>
          </a:xfrm>
        </p:spPr>
        <p:txBody>
          <a:bodyPr anchor="b"/>
          <a:lstStyle>
            <a:lvl1pPr>
              <a:defRPr sz="6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367726" y="1974851"/>
            <a:ext cx="12346007" cy="9747250"/>
          </a:xfrm>
        </p:spPr>
        <p:txBody>
          <a:bodyPr anchor="t"/>
          <a:lstStyle>
            <a:lvl1pPr marL="0" indent="0">
              <a:buNone/>
              <a:defRPr sz="6400"/>
            </a:lvl1pPr>
            <a:lvl2pPr marL="914400" indent="0">
              <a:buNone/>
              <a:defRPr sz="5600"/>
            </a:lvl2pPr>
            <a:lvl3pPr marL="1828800" indent="0">
              <a:buNone/>
              <a:defRPr sz="4800"/>
            </a:lvl3pPr>
            <a:lvl4pPr marL="2743200" indent="0">
              <a:buNone/>
              <a:defRPr sz="4000"/>
            </a:lvl4pPr>
            <a:lvl5pPr marL="3657600" indent="0">
              <a:buNone/>
              <a:defRPr sz="4000"/>
            </a:lvl5pPr>
            <a:lvl6pPr marL="4572000" indent="0">
              <a:buNone/>
              <a:defRPr sz="4000"/>
            </a:lvl6pPr>
            <a:lvl7pPr marL="5486400" indent="0">
              <a:buNone/>
              <a:defRPr sz="4000"/>
            </a:lvl7pPr>
            <a:lvl8pPr marL="6400800" indent="0">
              <a:buNone/>
              <a:defRPr sz="4000"/>
            </a:lvl8pPr>
            <a:lvl9pPr marL="7315200" indent="0">
              <a:buNone/>
              <a:defRPr sz="4000"/>
            </a:lvl9pPr>
          </a:lstStyle>
          <a:p>
            <a:r>
              <a:rPr lang="en-US"/>
              <a:t>Click icon to add picture</a:t>
            </a:r>
            <a:endParaRPr lang="en-US" dirty="0"/>
          </a:p>
        </p:txBody>
      </p:sp>
      <p:sp>
        <p:nvSpPr>
          <p:cNvPr id="4" name="Text Placeholder 3"/>
          <p:cNvSpPr>
            <a:spLocks noGrp="1"/>
          </p:cNvSpPr>
          <p:nvPr>
            <p:ph type="body" sz="half" idx="2"/>
          </p:nvPr>
        </p:nvSpPr>
        <p:spPr>
          <a:xfrm>
            <a:off x="1679796" y="4114800"/>
            <a:ext cx="7865498" cy="7623176"/>
          </a:xfrm>
        </p:spPr>
        <p:txBody>
          <a:bodyPr/>
          <a:lstStyle>
            <a:lvl1pPr marL="0" indent="0">
              <a:buNone/>
              <a:defRPr sz="3200"/>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en-US"/>
              <a:t>Click to edit Master text styles</a:t>
            </a:r>
          </a:p>
        </p:txBody>
      </p:sp>
      <p:sp>
        <p:nvSpPr>
          <p:cNvPr id="5" name="Date Placeholder 4"/>
          <p:cNvSpPr>
            <a:spLocks noGrp="1"/>
          </p:cNvSpPr>
          <p:nvPr>
            <p:ph type="dt" sz="half" idx="10"/>
          </p:nvPr>
        </p:nvSpPr>
        <p:spPr/>
        <p:txBody>
          <a:bodyPr/>
          <a:lstStyle/>
          <a:p>
            <a:fld id="{E397D72F-E915-9846-8E67-29872E9CA90B}" type="datetimeFigureOut">
              <a:rPr lang="en-US" smtClean="0"/>
              <a:t>7/7/23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000000-1234-1234-1234-123412341234}" type="slidenum">
              <a:rPr lang="en" smtClean="0"/>
              <a:pPr/>
              <a:t>‹#›</a:t>
            </a:fld>
            <a:endParaRPr lang="en"/>
          </a:p>
        </p:txBody>
      </p:sp>
    </p:spTree>
    <p:extLst>
      <p:ext uri="{BB962C8B-B14F-4D97-AF65-F5344CB8AC3E}">
        <p14:creationId xmlns:p14="http://schemas.microsoft.com/office/powerpoint/2010/main" val="9211998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397D72F-E915-9846-8E67-29872E9CA90B}" type="datetimeFigureOut">
              <a:rPr lang="en-US" smtClean="0"/>
              <a:t>7/7/23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00000-1234-1234-1234-123412341234}" type="slidenum">
              <a:rPr lang="en" smtClean="0"/>
              <a:pPr/>
              <a:t>‹#›</a:t>
            </a:fld>
            <a:endParaRPr lang="en"/>
          </a:p>
        </p:txBody>
      </p:sp>
    </p:spTree>
    <p:extLst>
      <p:ext uri="{BB962C8B-B14F-4D97-AF65-F5344CB8AC3E}">
        <p14:creationId xmlns:p14="http://schemas.microsoft.com/office/powerpoint/2010/main" val="117765485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7452072" y="730250"/>
            <a:ext cx="5258485" cy="1162367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676618" y="730250"/>
            <a:ext cx="15470614" cy="1162367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397D72F-E915-9846-8E67-29872E9CA90B}" type="datetimeFigureOut">
              <a:rPr lang="en-US" smtClean="0"/>
              <a:t>7/7/23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00000-1234-1234-1234-123412341234}" type="slidenum">
              <a:rPr lang="en" smtClean="0"/>
              <a:pPr/>
              <a:t>‹#›</a:t>
            </a:fld>
            <a:endParaRPr lang="en"/>
          </a:p>
        </p:txBody>
      </p:sp>
    </p:spTree>
    <p:extLst>
      <p:ext uri="{BB962C8B-B14F-4D97-AF65-F5344CB8AC3E}">
        <p14:creationId xmlns:p14="http://schemas.microsoft.com/office/powerpoint/2010/main" val="406281081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3"/>
        <p:cNvGrpSpPr/>
        <p:nvPr/>
      </p:nvGrpSpPr>
      <p:grpSpPr>
        <a:xfrm>
          <a:off x="0" y="0"/>
          <a:ext cx="0" cy="0"/>
          <a:chOff x="0" y="0"/>
          <a:chExt cx="0" cy="0"/>
        </a:xfrm>
      </p:grpSpPr>
      <p:sp>
        <p:nvSpPr>
          <p:cNvPr id="28" name="Google Shape;28;p4"/>
          <p:cNvSpPr txBox="1">
            <a:spLocks noGrp="1"/>
          </p:cNvSpPr>
          <p:nvPr>
            <p:ph type="title"/>
          </p:nvPr>
        </p:nvSpPr>
        <p:spPr>
          <a:xfrm>
            <a:off x="1945453" y="3516400"/>
            <a:ext cx="20505870" cy="1427200"/>
          </a:xfrm>
          <a:prstGeom prst="rect">
            <a:avLst/>
          </a:prstGeom>
        </p:spPr>
        <p:txBody>
          <a:bodyPr spcFirstLastPara="1" wrap="square" lIns="91425" tIns="91425" rIns="91425" bIns="91425" anchor="t" anchorCtr="0">
            <a:normAutofit/>
          </a:bodyPr>
          <a:lstStyle>
            <a:lvl1pPr lvl="0" rtl="0">
              <a:spcBef>
                <a:spcPts val="0"/>
              </a:spcBef>
              <a:spcAft>
                <a:spcPts val="0"/>
              </a:spcAft>
              <a:buSzPts val="2600"/>
              <a:buNone/>
              <a:defRPr sz="6933"/>
            </a:lvl1pPr>
            <a:lvl2pPr lvl="1" rtl="0">
              <a:spcBef>
                <a:spcPts val="0"/>
              </a:spcBef>
              <a:spcAft>
                <a:spcPts val="0"/>
              </a:spcAft>
              <a:buSzPts val="2600"/>
              <a:buNone/>
              <a:defRPr sz="6933"/>
            </a:lvl2pPr>
            <a:lvl3pPr lvl="2" rtl="0">
              <a:spcBef>
                <a:spcPts val="0"/>
              </a:spcBef>
              <a:spcAft>
                <a:spcPts val="0"/>
              </a:spcAft>
              <a:buSzPts val="2600"/>
              <a:buNone/>
              <a:defRPr sz="6933"/>
            </a:lvl3pPr>
            <a:lvl4pPr lvl="3" rtl="0">
              <a:spcBef>
                <a:spcPts val="0"/>
              </a:spcBef>
              <a:spcAft>
                <a:spcPts val="0"/>
              </a:spcAft>
              <a:buSzPts val="2600"/>
              <a:buNone/>
              <a:defRPr sz="6933"/>
            </a:lvl4pPr>
            <a:lvl5pPr lvl="4" rtl="0">
              <a:spcBef>
                <a:spcPts val="0"/>
              </a:spcBef>
              <a:spcAft>
                <a:spcPts val="0"/>
              </a:spcAft>
              <a:buSzPts val="2600"/>
              <a:buNone/>
              <a:defRPr sz="6933"/>
            </a:lvl5pPr>
            <a:lvl6pPr lvl="5" rtl="0">
              <a:spcBef>
                <a:spcPts val="0"/>
              </a:spcBef>
              <a:spcAft>
                <a:spcPts val="0"/>
              </a:spcAft>
              <a:buSzPts val="2600"/>
              <a:buNone/>
              <a:defRPr sz="6933"/>
            </a:lvl6pPr>
            <a:lvl7pPr lvl="6" rtl="0">
              <a:spcBef>
                <a:spcPts val="0"/>
              </a:spcBef>
              <a:spcAft>
                <a:spcPts val="0"/>
              </a:spcAft>
              <a:buSzPts val="2600"/>
              <a:buNone/>
              <a:defRPr sz="6933"/>
            </a:lvl7pPr>
            <a:lvl8pPr lvl="7" rtl="0">
              <a:spcBef>
                <a:spcPts val="0"/>
              </a:spcBef>
              <a:spcAft>
                <a:spcPts val="0"/>
              </a:spcAft>
              <a:buSzPts val="2600"/>
              <a:buNone/>
              <a:defRPr sz="6933"/>
            </a:lvl8pPr>
            <a:lvl9pPr lvl="8" rtl="0">
              <a:spcBef>
                <a:spcPts val="0"/>
              </a:spcBef>
              <a:spcAft>
                <a:spcPts val="0"/>
              </a:spcAft>
              <a:buSzPts val="2600"/>
              <a:buNone/>
              <a:defRPr sz="6933"/>
            </a:lvl9pPr>
          </a:lstStyle>
          <a:p>
            <a:endParaRPr/>
          </a:p>
        </p:txBody>
      </p:sp>
      <p:sp>
        <p:nvSpPr>
          <p:cNvPr id="29" name="Google Shape;29;p4"/>
          <p:cNvSpPr txBox="1">
            <a:spLocks noGrp="1"/>
          </p:cNvSpPr>
          <p:nvPr>
            <p:ph type="body" idx="1"/>
          </p:nvPr>
        </p:nvSpPr>
        <p:spPr>
          <a:xfrm>
            <a:off x="1945453" y="5543667"/>
            <a:ext cx="20505870" cy="6029600"/>
          </a:xfrm>
          <a:prstGeom prst="rect">
            <a:avLst/>
          </a:prstGeom>
        </p:spPr>
        <p:txBody>
          <a:bodyPr spcFirstLastPara="1" wrap="square" lIns="91425" tIns="91425" rIns="91425" bIns="91425" anchor="t" anchorCtr="0">
            <a:normAutofit/>
          </a:bodyPr>
          <a:lstStyle>
            <a:lvl1pPr marL="1219367" lvl="0" indent="-829848" rtl="0">
              <a:spcBef>
                <a:spcPts val="0"/>
              </a:spcBef>
              <a:spcAft>
                <a:spcPts val="0"/>
              </a:spcAft>
              <a:buSzPts val="1300"/>
              <a:buChar char="●"/>
              <a:defRPr/>
            </a:lvl1pPr>
            <a:lvl2pPr marL="2438734" lvl="1" indent="-795975" rtl="0">
              <a:spcBef>
                <a:spcPts val="0"/>
              </a:spcBef>
              <a:spcAft>
                <a:spcPts val="0"/>
              </a:spcAft>
              <a:buSzPts val="1100"/>
              <a:buChar char="○"/>
              <a:defRPr/>
            </a:lvl2pPr>
            <a:lvl3pPr marL="3658102" lvl="2" indent="-795975" rtl="0">
              <a:spcBef>
                <a:spcPts val="0"/>
              </a:spcBef>
              <a:spcAft>
                <a:spcPts val="0"/>
              </a:spcAft>
              <a:buSzPts val="1100"/>
              <a:buChar char="■"/>
              <a:defRPr/>
            </a:lvl3pPr>
            <a:lvl4pPr marL="4877472" lvl="3" indent="-795975" rtl="0">
              <a:spcBef>
                <a:spcPts val="0"/>
              </a:spcBef>
              <a:spcAft>
                <a:spcPts val="0"/>
              </a:spcAft>
              <a:buSzPts val="1100"/>
              <a:buChar char="●"/>
              <a:defRPr/>
            </a:lvl4pPr>
            <a:lvl5pPr marL="6096839" lvl="4" indent="-795975" rtl="0">
              <a:spcBef>
                <a:spcPts val="0"/>
              </a:spcBef>
              <a:spcAft>
                <a:spcPts val="0"/>
              </a:spcAft>
              <a:buSzPts val="1100"/>
              <a:buChar char="○"/>
              <a:defRPr/>
            </a:lvl5pPr>
            <a:lvl6pPr marL="7316206" lvl="5" indent="-795975" rtl="0">
              <a:spcBef>
                <a:spcPts val="0"/>
              </a:spcBef>
              <a:spcAft>
                <a:spcPts val="0"/>
              </a:spcAft>
              <a:buSzPts val="1100"/>
              <a:buChar char="■"/>
              <a:defRPr/>
            </a:lvl6pPr>
            <a:lvl7pPr marL="8535573" lvl="6" indent="-795975" rtl="0">
              <a:spcBef>
                <a:spcPts val="0"/>
              </a:spcBef>
              <a:spcAft>
                <a:spcPts val="0"/>
              </a:spcAft>
              <a:buSzPts val="1100"/>
              <a:buChar char="●"/>
              <a:defRPr/>
            </a:lvl7pPr>
            <a:lvl8pPr marL="9754941" lvl="7" indent="-795975" rtl="0">
              <a:spcBef>
                <a:spcPts val="0"/>
              </a:spcBef>
              <a:spcAft>
                <a:spcPts val="0"/>
              </a:spcAft>
              <a:buSzPts val="1100"/>
              <a:buChar char="○"/>
              <a:defRPr/>
            </a:lvl8pPr>
            <a:lvl9pPr marL="10974311" lvl="8" indent="-795975" rtl="0">
              <a:spcBef>
                <a:spcPts val="0"/>
              </a:spcBef>
              <a:spcAft>
                <a:spcPts val="0"/>
              </a:spcAft>
              <a:buSzPts val="1100"/>
              <a:buChar char="■"/>
              <a:defRPr/>
            </a:lvl9pPr>
          </a:lstStyle>
          <a:p>
            <a:endParaRPr/>
          </a:p>
        </p:txBody>
      </p:sp>
      <p:sp>
        <p:nvSpPr>
          <p:cNvPr id="30" name="Google Shape;30;p4"/>
          <p:cNvSpPr txBox="1">
            <a:spLocks noGrp="1"/>
          </p:cNvSpPr>
          <p:nvPr>
            <p:ph type="sldNum" idx="12"/>
          </p:nvPr>
        </p:nvSpPr>
        <p:spPr>
          <a:xfrm>
            <a:off x="22766436" y="12666269"/>
            <a:ext cx="1463391" cy="1049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84922992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47"/>
        <p:cNvGrpSpPr/>
        <p:nvPr/>
      </p:nvGrpSpPr>
      <p:grpSpPr>
        <a:xfrm>
          <a:off x="0" y="0"/>
          <a:ext cx="0" cy="0"/>
          <a:chOff x="0" y="0"/>
          <a:chExt cx="0" cy="0"/>
        </a:xfrm>
      </p:grpSpPr>
      <p:sp>
        <p:nvSpPr>
          <p:cNvPr id="52" name="Google Shape;52;p7"/>
          <p:cNvSpPr txBox="1">
            <a:spLocks noGrp="1"/>
          </p:cNvSpPr>
          <p:nvPr>
            <p:ph type="title"/>
          </p:nvPr>
        </p:nvSpPr>
        <p:spPr>
          <a:xfrm>
            <a:off x="1946920" y="3516400"/>
            <a:ext cx="8803546" cy="3684000"/>
          </a:xfrm>
          <a:prstGeom prst="rect">
            <a:avLst/>
          </a:prstGeom>
        </p:spPr>
        <p:txBody>
          <a:bodyPr spcFirstLastPara="1" wrap="square" lIns="91425" tIns="91425" rIns="91425" bIns="91425" anchor="t" anchorCtr="0">
            <a:normAutofit/>
          </a:bodyPr>
          <a:lstStyle>
            <a:lvl1pPr lvl="0" rtl="0">
              <a:spcBef>
                <a:spcPts val="0"/>
              </a:spcBef>
              <a:spcAft>
                <a:spcPts val="0"/>
              </a:spcAft>
              <a:buSzPts val="2600"/>
              <a:buNone/>
              <a:defRPr sz="6933"/>
            </a:lvl1pPr>
            <a:lvl2pPr lvl="1" rtl="0">
              <a:spcBef>
                <a:spcPts val="0"/>
              </a:spcBef>
              <a:spcAft>
                <a:spcPts val="0"/>
              </a:spcAft>
              <a:buSzPts val="2600"/>
              <a:buNone/>
              <a:defRPr sz="6933"/>
            </a:lvl2pPr>
            <a:lvl3pPr lvl="2" rtl="0">
              <a:spcBef>
                <a:spcPts val="0"/>
              </a:spcBef>
              <a:spcAft>
                <a:spcPts val="0"/>
              </a:spcAft>
              <a:buSzPts val="2600"/>
              <a:buNone/>
              <a:defRPr sz="6933"/>
            </a:lvl3pPr>
            <a:lvl4pPr lvl="3" rtl="0">
              <a:spcBef>
                <a:spcPts val="0"/>
              </a:spcBef>
              <a:spcAft>
                <a:spcPts val="0"/>
              </a:spcAft>
              <a:buSzPts val="2600"/>
              <a:buNone/>
              <a:defRPr sz="6933"/>
            </a:lvl4pPr>
            <a:lvl5pPr lvl="4" rtl="0">
              <a:spcBef>
                <a:spcPts val="0"/>
              </a:spcBef>
              <a:spcAft>
                <a:spcPts val="0"/>
              </a:spcAft>
              <a:buSzPts val="2600"/>
              <a:buNone/>
              <a:defRPr sz="6933"/>
            </a:lvl5pPr>
            <a:lvl6pPr lvl="5" rtl="0">
              <a:spcBef>
                <a:spcPts val="0"/>
              </a:spcBef>
              <a:spcAft>
                <a:spcPts val="0"/>
              </a:spcAft>
              <a:buSzPts val="2600"/>
              <a:buNone/>
              <a:defRPr sz="6933"/>
            </a:lvl6pPr>
            <a:lvl7pPr lvl="6" rtl="0">
              <a:spcBef>
                <a:spcPts val="0"/>
              </a:spcBef>
              <a:spcAft>
                <a:spcPts val="0"/>
              </a:spcAft>
              <a:buSzPts val="2600"/>
              <a:buNone/>
              <a:defRPr sz="6933"/>
            </a:lvl7pPr>
            <a:lvl8pPr lvl="7" rtl="0">
              <a:spcBef>
                <a:spcPts val="0"/>
              </a:spcBef>
              <a:spcAft>
                <a:spcPts val="0"/>
              </a:spcAft>
              <a:buSzPts val="2600"/>
              <a:buNone/>
              <a:defRPr sz="6933"/>
            </a:lvl8pPr>
            <a:lvl9pPr lvl="8" rtl="0">
              <a:spcBef>
                <a:spcPts val="0"/>
              </a:spcBef>
              <a:spcAft>
                <a:spcPts val="0"/>
              </a:spcAft>
              <a:buSzPts val="2600"/>
              <a:buNone/>
              <a:defRPr sz="6933"/>
            </a:lvl9pPr>
          </a:lstStyle>
          <a:p>
            <a:endParaRPr/>
          </a:p>
        </p:txBody>
      </p:sp>
      <p:sp>
        <p:nvSpPr>
          <p:cNvPr id="53" name="Google Shape;53;p7"/>
          <p:cNvSpPr txBox="1">
            <a:spLocks noGrp="1"/>
          </p:cNvSpPr>
          <p:nvPr>
            <p:ph type="body" idx="1"/>
          </p:nvPr>
        </p:nvSpPr>
        <p:spPr>
          <a:xfrm>
            <a:off x="1923517" y="7417933"/>
            <a:ext cx="8803546" cy="4260000"/>
          </a:xfrm>
          <a:prstGeom prst="rect">
            <a:avLst/>
          </a:prstGeom>
        </p:spPr>
        <p:txBody>
          <a:bodyPr spcFirstLastPara="1" wrap="square" lIns="91425" tIns="91425" rIns="91425" bIns="91425" anchor="t" anchorCtr="0">
            <a:normAutofit/>
          </a:bodyPr>
          <a:lstStyle>
            <a:lvl1pPr marL="1219367" lvl="0" indent="-829848" rtl="0">
              <a:spcBef>
                <a:spcPts val="0"/>
              </a:spcBef>
              <a:spcAft>
                <a:spcPts val="0"/>
              </a:spcAft>
              <a:buSzPts val="1300"/>
              <a:buChar char="●"/>
              <a:defRPr/>
            </a:lvl1pPr>
            <a:lvl2pPr marL="2438734" lvl="1" indent="-795975" rtl="0">
              <a:spcBef>
                <a:spcPts val="0"/>
              </a:spcBef>
              <a:spcAft>
                <a:spcPts val="0"/>
              </a:spcAft>
              <a:buSzPts val="1100"/>
              <a:buChar char="○"/>
              <a:defRPr/>
            </a:lvl2pPr>
            <a:lvl3pPr marL="3658102" lvl="2" indent="-795975" rtl="0">
              <a:spcBef>
                <a:spcPts val="0"/>
              </a:spcBef>
              <a:spcAft>
                <a:spcPts val="0"/>
              </a:spcAft>
              <a:buSzPts val="1100"/>
              <a:buChar char="■"/>
              <a:defRPr/>
            </a:lvl3pPr>
            <a:lvl4pPr marL="4877472" lvl="3" indent="-795975" rtl="0">
              <a:spcBef>
                <a:spcPts val="0"/>
              </a:spcBef>
              <a:spcAft>
                <a:spcPts val="0"/>
              </a:spcAft>
              <a:buSzPts val="1100"/>
              <a:buChar char="●"/>
              <a:defRPr/>
            </a:lvl4pPr>
            <a:lvl5pPr marL="6096839" lvl="4" indent="-795975" rtl="0">
              <a:spcBef>
                <a:spcPts val="0"/>
              </a:spcBef>
              <a:spcAft>
                <a:spcPts val="0"/>
              </a:spcAft>
              <a:buSzPts val="1100"/>
              <a:buChar char="○"/>
              <a:defRPr/>
            </a:lvl5pPr>
            <a:lvl6pPr marL="7316206" lvl="5" indent="-795975" rtl="0">
              <a:spcBef>
                <a:spcPts val="0"/>
              </a:spcBef>
              <a:spcAft>
                <a:spcPts val="0"/>
              </a:spcAft>
              <a:buSzPts val="1100"/>
              <a:buChar char="■"/>
              <a:defRPr/>
            </a:lvl6pPr>
            <a:lvl7pPr marL="8535573" lvl="6" indent="-795975" rtl="0">
              <a:spcBef>
                <a:spcPts val="0"/>
              </a:spcBef>
              <a:spcAft>
                <a:spcPts val="0"/>
              </a:spcAft>
              <a:buSzPts val="1100"/>
              <a:buChar char="●"/>
              <a:defRPr/>
            </a:lvl7pPr>
            <a:lvl8pPr marL="9754941" lvl="7" indent="-795975" rtl="0">
              <a:spcBef>
                <a:spcPts val="0"/>
              </a:spcBef>
              <a:spcAft>
                <a:spcPts val="0"/>
              </a:spcAft>
              <a:buSzPts val="1100"/>
              <a:buChar char="○"/>
              <a:defRPr/>
            </a:lvl8pPr>
            <a:lvl9pPr marL="10974311" lvl="8" indent="-795975" rtl="0">
              <a:spcBef>
                <a:spcPts val="0"/>
              </a:spcBef>
              <a:spcAft>
                <a:spcPts val="0"/>
              </a:spcAft>
              <a:buSzPts val="1100"/>
              <a:buChar char="■"/>
              <a:defRPr/>
            </a:lvl9pPr>
          </a:lstStyle>
          <a:p>
            <a:endParaRPr/>
          </a:p>
        </p:txBody>
      </p:sp>
      <p:sp>
        <p:nvSpPr>
          <p:cNvPr id="54" name="Google Shape;54;p7"/>
          <p:cNvSpPr txBox="1">
            <a:spLocks noGrp="1"/>
          </p:cNvSpPr>
          <p:nvPr>
            <p:ph type="sldNum" idx="12"/>
          </p:nvPr>
        </p:nvSpPr>
        <p:spPr>
          <a:xfrm>
            <a:off x="22766436" y="12666269"/>
            <a:ext cx="1463391" cy="1049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41911659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cSld name="Title">
    <p:spTree>
      <p:nvGrpSpPr>
        <p:cNvPr id="1" name=""/>
        <p:cNvGrpSpPr/>
        <p:nvPr/>
      </p:nvGrpSpPr>
      <p:grpSpPr>
        <a:xfrm>
          <a:off x="0" y="0"/>
          <a:ext cx="0" cy="0"/>
          <a:chOff x="0" y="0"/>
          <a:chExt cx="0" cy="0"/>
        </a:xfrm>
      </p:grpSpPr>
      <p:sp>
        <p:nvSpPr>
          <p:cNvPr id="11" name="Author and Date"/>
          <p:cNvSpPr txBox="1">
            <a:spLocks noGrp="1"/>
          </p:cNvSpPr>
          <p:nvPr>
            <p:ph type="body" sz="quarter" idx="21" hasCustomPrompt="1"/>
          </p:nvPr>
        </p:nvSpPr>
        <p:spPr>
          <a:xfrm>
            <a:off x="1201497" y="11859863"/>
            <a:ext cx="21973864" cy="636979"/>
          </a:xfrm>
          <a:prstGeom prst="rect">
            <a:avLst/>
          </a:prstGeom>
        </p:spPr>
        <p:txBody>
          <a:bodyPr lIns="45719" tIns="45719" rIns="45719" bIns="45719"/>
          <a:lstStyle>
            <a:lvl1pPr marL="0" indent="0" defTabSz="825500">
              <a:lnSpc>
                <a:spcPct val="100000"/>
              </a:lnSpc>
              <a:spcBef>
                <a:spcPts val="0"/>
              </a:spcBef>
              <a:buSzTx/>
              <a:buNone/>
              <a:defRPr sz="3600" b="1"/>
            </a:lvl1pPr>
          </a:lstStyle>
          <a:p>
            <a:r>
              <a:t>Author and Date</a:t>
            </a:r>
          </a:p>
        </p:txBody>
      </p:sp>
      <p:sp>
        <p:nvSpPr>
          <p:cNvPr id="12" name="Presentation Title"/>
          <p:cNvSpPr txBox="1">
            <a:spLocks noGrp="1"/>
          </p:cNvSpPr>
          <p:nvPr>
            <p:ph type="title" hasCustomPrompt="1"/>
          </p:nvPr>
        </p:nvSpPr>
        <p:spPr>
          <a:xfrm>
            <a:off x="1206653" y="2574991"/>
            <a:ext cx="21973865" cy="4648201"/>
          </a:xfrm>
          <a:prstGeom prst="rect">
            <a:avLst/>
          </a:prstGeom>
        </p:spPr>
        <p:txBody>
          <a:bodyPr anchor="b"/>
          <a:lstStyle>
            <a:lvl1pPr>
              <a:defRPr sz="11600" spc="-232"/>
            </a:lvl1pPr>
          </a:lstStyle>
          <a:p>
            <a:r>
              <a:t>Presentation Title</a:t>
            </a:r>
          </a:p>
        </p:txBody>
      </p:sp>
      <p:sp>
        <p:nvSpPr>
          <p:cNvPr id="13" name="Body Level One…"/>
          <p:cNvSpPr txBox="1">
            <a:spLocks noGrp="1"/>
          </p:cNvSpPr>
          <p:nvPr>
            <p:ph type="body" sz="quarter" idx="1" hasCustomPrompt="1"/>
          </p:nvPr>
        </p:nvSpPr>
        <p:spPr>
          <a:xfrm>
            <a:off x="1201499" y="7223191"/>
            <a:ext cx="21973862" cy="1905001"/>
          </a:xfrm>
          <a:prstGeom prst="rect">
            <a:avLst/>
          </a:prstGeom>
        </p:spPr>
        <p:txBody>
          <a:bodyPr/>
          <a:lstStyle>
            <a:lvl1pPr marL="0" indent="0" defTabSz="825500">
              <a:lnSpc>
                <a:spcPct val="100000"/>
              </a:lnSpc>
              <a:spcBef>
                <a:spcPts val="0"/>
              </a:spcBef>
              <a:buSzTx/>
              <a:buNone/>
              <a:defRPr sz="5500" b="1"/>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t>Presentation Subtitle</a:t>
            </a:r>
          </a:p>
          <a:p>
            <a:pPr lvl="1"/>
            <a:endParaRPr/>
          </a:p>
          <a:p>
            <a:pPr lvl="2"/>
            <a:endParaRPr/>
          </a:p>
          <a:p>
            <a:pPr lvl="3"/>
            <a:endParaRPr/>
          </a:p>
          <a:p>
            <a:pPr lvl="4"/>
            <a:endParaRPr/>
          </a:p>
        </p:txBody>
      </p:sp>
      <p:sp>
        <p:nvSpPr>
          <p:cNvPr id="14" name="Slide Number"/>
          <p:cNvSpPr txBox="1">
            <a:spLocks noGrp="1"/>
          </p:cNvSpPr>
          <p:nvPr>
            <p:ph type="sldNum" sz="quarter" idx="2"/>
          </p:nvPr>
        </p:nvSpPr>
        <p:spPr>
          <a:xfrm>
            <a:off x="23743059" y="13161035"/>
            <a:ext cx="368552" cy="374600"/>
          </a:xfrm>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14755293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676619" y="730251"/>
            <a:ext cx="21033938" cy="265112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676619" y="3651250"/>
            <a:ext cx="21033938" cy="870267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676618" y="12712701"/>
            <a:ext cx="5487114" cy="730250"/>
          </a:xfrm>
          <a:prstGeom prst="rect">
            <a:avLst/>
          </a:prstGeom>
        </p:spPr>
        <p:txBody>
          <a:bodyPr vert="horz" lIns="91440" tIns="45720" rIns="91440" bIns="45720" rtlCol="0" anchor="ctr"/>
          <a:lstStyle>
            <a:lvl1pPr algn="l">
              <a:defRPr sz="2400">
                <a:solidFill>
                  <a:schemeClr val="tx1">
                    <a:tint val="75000"/>
                  </a:schemeClr>
                </a:solidFill>
              </a:defRPr>
            </a:lvl1pPr>
          </a:lstStyle>
          <a:p>
            <a:fld id="{E397D72F-E915-9846-8E67-29872E9CA90B}" type="datetimeFigureOut">
              <a:rPr lang="en-US" smtClean="0"/>
              <a:t>7/7/23</a:t>
            </a:fld>
            <a:endParaRPr lang="en-US"/>
          </a:p>
        </p:txBody>
      </p:sp>
      <p:sp>
        <p:nvSpPr>
          <p:cNvPr id="5" name="Footer Placeholder 4"/>
          <p:cNvSpPr>
            <a:spLocks noGrp="1"/>
          </p:cNvSpPr>
          <p:nvPr>
            <p:ph type="ftr" sz="quarter" idx="3"/>
          </p:nvPr>
        </p:nvSpPr>
        <p:spPr>
          <a:xfrm>
            <a:off x="8078252" y="12712701"/>
            <a:ext cx="8230672" cy="730250"/>
          </a:xfrm>
          <a:prstGeom prst="rect">
            <a:avLst/>
          </a:prstGeom>
        </p:spPr>
        <p:txBody>
          <a:bodyPr vert="horz" lIns="91440" tIns="45720" rIns="91440" bIns="45720" rtlCol="0" anchor="ctr"/>
          <a:lstStyle>
            <a:lvl1pPr algn="ctr">
              <a:defRPr sz="24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7223443" y="12712701"/>
            <a:ext cx="5487114" cy="730250"/>
          </a:xfrm>
          <a:prstGeom prst="rect">
            <a:avLst/>
          </a:prstGeom>
        </p:spPr>
        <p:txBody>
          <a:bodyPr vert="horz" lIns="91440" tIns="45720" rIns="91440" bIns="45720" rtlCol="0" anchor="ctr"/>
          <a:lstStyle>
            <a:lvl1pPr algn="r">
              <a:defRPr sz="2400">
                <a:solidFill>
                  <a:schemeClr val="tx1">
                    <a:tint val="75000"/>
                  </a:schemeClr>
                </a:solidFill>
              </a:defRPr>
            </a:lvl1pPr>
          </a:lstStyle>
          <a:p>
            <a:fld id="{00000000-1234-1234-1234-123412341234}" type="slidenum">
              <a:rPr lang="en" smtClean="0"/>
              <a:pPr/>
              <a:t>‹#›</a:t>
            </a:fld>
            <a:endParaRPr lang="en"/>
          </a:p>
        </p:txBody>
      </p:sp>
    </p:spTree>
    <p:extLst>
      <p:ext uri="{BB962C8B-B14F-4D97-AF65-F5344CB8AC3E}">
        <p14:creationId xmlns:p14="http://schemas.microsoft.com/office/powerpoint/2010/main" val="2327105085"/>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 id="2147483688" r:id="rId13"/>
    <p:sldLayoutId id="2147483689" r:id="rId14"/>
  </p:sldLayoutIdLst>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hf sldNum="0" hdr="0" ftr="0" dt="0"/>
  <p:txStyles>
    <p:title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p:titleStyle>
    <p:body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hyperlink" Target="https://docs.python.org/3/tutorial/datastructures.html" TargetMode="External"/><Relationship Id="rId2" Type="http://schemas.openxmlformats.org/officeDocument/2006/relationships/notesSlide" Target="../notesSlides/notesSlide10.xml"/><Relationship Id="rId1" Type="http://schemas.openxmlformats.org/officeDocument/2006/relationships/slideLayout" Target="../slideLayouts/slideLayout12.xml"/><Relationship Id="rId5" Type="http://schemas.openxmlformats.org/officeDocument/2006/relationships/image" Target="../media/image8.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pic>
        <p:nvPicPr>
          <p:cNvPr id="92" name="Google Shape;92;p14" descr="Image"/>
          <p:cNvPicPr preferRelativeResize="0"/>
          <p:nvPr/>
        </p:nvPicPr>
        <p:blipFill>
          <a:blip r:embed="rId3">
            <a:alphaModFix/>
          </a:blip>
          <a:stretch>
            <a:fillRect/>
          </a:stretch>
        </p:blipFill>
        <p:spPr>
          <a:xfrm>
            <a:off x="21122987" y="406337"/>
            <a:ext cx="2895600" cy="3225800"/>
          </a:xfrm>
          <a:prstGeom prst="rect">
            <a:avLst/>
          </a:prstGeom>
          <a:noFill/>
          <a:ln>
            <a:noFill/>
          </a:ln>
        </p:spPr>
      </p:pic>
      <p:pic>
        <p:nvPicPr>
          <p:cNvPr id="93" name="Google Shape;93;p14" descr="Image"/>
          <p:cNvPicPr preferRelativeResize="0"/>
          <p:nvPr/>
        </p:nvPicPr>
        <p:blipFill>
          <a:blip r:embed="rId4">
            <a:alphaModFix/>
          </a:blip>
          <a:stretch>
            <a:fillRect/>
          </a:stretch>
        </p:blipFill>
        <p:spPr>
          <a:xfrm>
            <a:off x="1074587" y="5245134"/>
            <a:ext cx="6438053" cy="3225733"/>
          </a:xfrm>
          <a:prstGeom prst="rect">
            <a:avLst/>
          </a:prstGeom>
          <a:noFill/>
          <a:ln>
            <a:noFill/>
          </a:ln>
        </p:spPr>
      </p:pic>
      <p:sp>
        <p:nvSpPr>
          <p:cNvPr id="94" name="Google Shape;94;p14"/>
          <p:cNvSpPr txBox="1"/>
          <p:nvPr/>
        </p:nvSpPr>
        <p:spPr>
          <a:xfrm>
            <a:off x="8142854" y="3372667"/>
            <a:ext cx="23164800" cy="8000000"/>
          </a:xfrm>
          <a:prstGeom prst="rect">
            <a:avLst/>
          </a:prstGeom>
          <a:noFill/>
          <a:ln>
            <a:noFill/>
          </a:ln>
        </p:spPr>
        <p:txBody>
          <a:bodyPr spcFirstLastPara="1" wrap="square" lIns="243800" tIns="243800" rIns="243800" bIns="243800" anchor="ctr" anchorCtr="0">
            <a:noAutofit/>
          </a:bodyPr>
          <a:lstStyle/>
          <a:p>
            <a:pPr>
              <a:lnSpc>
                <a:spcPct val="115000"/>
              </a:lnSpc>
            </a:pPr>
            <a:endParaRPr sz="12800" dirty="0"/>
          </a:p>
          <a:p>
            <a:pPr>
              <a:lnSpc>
                <a:spcPct val="96000"/>
              </a:lnSpc>
            </a:pPr>
            <a:r>
              <a:rPr lang="en" sz="16003" b="1" dirty="0" err="1">
                <a:solidFill>
                  <a:srgbClr val="006B64"/>
                </a:solidFill>
                <a:latin typeface="Helvetica Neue"/>
                <a:ea typeface="Helvetica Neue"/>
                <a:cs typeface="Helvetica Neue"/>
                <a:sym typeface="Helvetica Neue"/>
              </a:rPr>
              <a:t>AI</a:t>
            </a:r>
            <a:r>
              <a:rPr lang="en" sz="16003" b="1" dirty="0" err="1">
                <a:solidFill>
                  <a:srgbClr val="004C7F"/>
                </a:solidFill>
                <a:latin typeface="Helvetica Neue"/>
                <a:ea typeface="Helvetica Neue"/>
                <a:cs typeface="Helvetica Neue"/>
                <a:sym typeface="Helvetica Neue"/>
              </a:rPr>
              <a:t>Bridge</a:t>
            </a:r>
            <a:endParaRPr sz="16003" b="1" dirty="0">
              <a:solidFill>
                <a:srgbClr val="004C7F"/>
              </a:solidFill>
              <a:latin typeface="Helvetica Neue"/>
              <a:ea typeface="Helvetica Neue"/>
              <a:cs typeface="Helvetica Neue"/>
              <a:sym typeface="Helvetica Neue"/>
            </a:endParaRPr>
          </a:p>
          <a:p>
            <a:pPr>
              <a:lnSpc>
                <a:spcPct val="115000"/>
              </a:lnSpc>
            </a:pPr>
            <a:endParaRPr sz="2933" dirty="0"/>
          </a:p>
          <a:p>
            <a:pPr>
              <a:lnSpc>
                <a:spcPct val="120000"/>
              </a:lnSpc>
            </a:pPr>
            <a:r>
              <a:rPr lang="en" sz="8000" b="1" dirty="0">
                <a:solidFill>
                  <a:srgbClr val="004C7F"/>
                </a:solidFill>
                <a:latin typeface="Helvetica Neue"/>
                <a:ea typeface="Helvetica Neue"/>
                <a:cs typeface="Helvetica Neue"/>
                <a:sym typeface="Helvetica Neue"/>
              </a:rPr>
              <a:t>Lecture 2</a:t>
            </a:r>
            <a:endParaRPr sz="8000" b="1" dirty="0">
              <a:solidFill>
                <a:srgbClr val="004C7F"/>
              </a:solidFill>
              <a:latin typeface="Helvetica Neue"/>
              <a:ea typeface="Helvetica Neue"/>
              <a:cs typeface="Helvetica Neue"/>
              <a:sym typeface="Helvetica Neue"/>
            </a:endParaRPr>
          </a:p>
          <a:p>
            <a:pPr>
              <a:lnSpc>
                <a:spcPct val="115000"/>
              </a:lnSpc>
            </a:pPr>
            <a:endParaRPr sz="2933" dirty="0"/>
          </a:p>
          <a:p>
            <a:endParaRPr sz="2933" dirty="0"/>
          </a:p>
          <a:p>
            <a:endParaRPr sz="2933" dirty="0"/>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402" name="Google Shape;402;p55"/>
          <p:cNvSpPr txBox="1">
            <a:spLocks noGrp="1"/>
          </p:cNvSpPr>
          <p:nvPr>
            <p:ph type="title"/>
          </p:nvPr>
        </p:nvSpPr>
        <p:spPr>
          <a:xfrm>
            <a:off x="1768836" y="1543984"/>
            <a:ext cx="20505870" cy="1427200"/>
          </a:xfrm>
          <a:prstGeom prst="rect">
            <a:avLst/>
          </a:prstGeom>
        </p:spPr>
        <p:txBody>
          <a:bodyPr spcFirstLastPara="1" vert="horz" wrap="square" lIns="243800" tIns="243800" rIns="243800" bIns="243800" rtlCol="0" anchor="t" anchorCtr="0">
            <a:normAutofit fontScale="90000"/>
          </a:bodyPr>
          <a:lstStyle/>
          <a:p>
            <a:r>
              <a:rPr lang="en" b="1" dirty="0">
                <a:latin typeface="Helvetica Neue" panose="02000503000000020004" pitchFamily="2" charset="0"/>
                <a:ea typeface="Helvetica Neue" panose="02000503000000020004" pitchFamily="2" charset="0"/>
                <a:cs typeface="Helvetica Neue" panose="02000503000000020004" pitchFamily="2" charset="0"/>
              </a:rPr>
              <a:t>Lecture Outline</a:t>
            </a:r>
            <a:endParaRPr b="1"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04" name="Google Shape;404;p55"/>
          <p:cNvSpPr txBox="1">
            <a:spLocks noGrp="1"/>
          </p:cNvSpPr>
          <p:nvPr>
            <p:ph type="body" idx="1"/>
          </p:nvPr>
        </p:nvSpPr>
        <p:spPr>
          <a:xfrm>
            <a:off x="1940652" y="3100270"/>
            <a:ext cx="2901171" cy="2713415"/>
          </a:xfrm>
          <a:prstGeom prst="rect">
            <a:avLst/>
          </a:prstGeom>
        </p:spPr>
        <p:txBody>
          <a:bodyPr spcFirstLastPara="1" vert="horz" wrap="square" lIns="243800" tIns="243800" rIns="243800" bIns="243800" rtlCol="0" anchor="t" anchorCtr="0">
            <a:normAutofit/>
          </a:bodyPr>
          <a:lstStyle/>
          <a:p>
            <a:pPr marL="455568" indent="0">
              <a:lnSpc>
                <a:spcPct val="200000"/>
              </a:lnSpc>
              <a:buSzPct val="100000"/>
              <a:buNone/>
            </a:pPr>
            <a:r>
              <a:rPr lang="en"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I/O</a:t>
            </a:r>
            <a:endParaRPr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03" name="Google Shape;403;p55"/>
          <p:cNvSpPr txBox="1">
            <a:spLocks noGrp="1"/>
          </p:cNvSpPr>
          <p:nvPr>
            <p:ph type="sldNum" idx="12"/>
          </p:nvPr>
        </p:nvSpPr>
        <p:spPr>
          <a:prstGeom prst="rect">
            <a:avLst/>
          </a:prstGeom>
        </p:spPr>
        <p:txBody>
          <a:bodyPr spcFirstLastPara="1" vert="horz" wrap="square" lIns="243800" tIns="243800" rIns="243800" bIns="243800" rtlCol="0" anchor="ctr" anchorCtr="0">
            <a:normAutofit/>
          </a:bodyPr>
          <a:lstStyle/>
          <a:p>
            <a:fld id="{00000000-1234-1234-1234-123412341234}" type="slidenum">
              <a:rPr lang="en">
                <a:solidFill>
                  <a:schemeClr val="accent1"/>
                </a:solidFill>
                <a:latin typeface="Lato"/>
                <a:ea typeface="Lato"/>
                <a:cs typeface="Lato"/>
                <a:sym typeface="Lato"/>
              </a:rPr>
              <a:pPr/>
              <a:t>2</a:t>
            </a:fld>
            <a:endParaRPr>
              <a:solidFill>
                <a:schemeClr val="accent1"/>
              </a:solidFill>
              <a:latin typeface="Lato"/>
              <a:ea typeface="Lato"/>
              <a:cs typeface="Lato"/>
              <a:sym typeface="Lato"/>
            </a:endParaRPr>
          </a:p>
        </p:txBody>
      </p:sp>
      <p:sp>
        <p:nvSpPr>
          <p:cNvPr id="2" name="Google Shape;404;p55">
            <a:extLst>
              <a:ext uri="{FF2B5EF4-FFF2-40B4-BE49-F238E27FC236}">
                <a16:creationId xmlns:a16="http://schemas.microsoft.com/office/drawing/2014/main" id="{C23724DE-D0F4-1B60-8BA5-494F5A90BC74}"/>
              </a:ext>
            </a:extLst>
          </p:cNvPr>
          <p:cNvSpPr txBox="1">
            <a:spLocks/>
          </p:cNvSpPr>
          <p:nvPr/>
        </p:nvSpPr>
        <p:spPr>
          <a:xfrm>
            <a:off x="1943152" y="4916575"/>
            <a:ext cx="7440691" cy="2413610"/>
          </a:xfrm>
          <a:prstGeom prst="rect">
            <a:avLst/>
          </a:prstGeom>
        </p:spPr>
        <p:txBody>
          <a:bodyPr spcFirstLastPara="1" vert="horz" wrap="square" lIns="243800" tIns="243800" rIns="243800" bIns="243800" rtlCol="0" anchor="t" anchorCtr="0">
            <a:normAutofit/>
          </a:bodyPr>
          <a:lstStyle>
            <a:lvl1pPr marL="1219367" lvl="0" indent="-829848" algn="l" defTabSz="1828800" rtl="0" eaLnBrk="1" latinLnBrk="0" hangingPunct="1">
              <a:lnSpc>
                <a:spcPct val="90000"/>
              </a:lnSpc>
              <a:spcBef>
                <a:spcPts val="0"/>
              </a:spcBef>
              <a:spcAft>
                <a:spcPts val="0"/>
              </a:spcAft>
              <a:buSzPts val="1300"/>
              <a:buFont typeface="Arial" panose="020B0604020202020204" pitchFamily="34" charset="0"/>
              <a:buChar char="●"/>
              <a:defRPr sz="5600" kern="1200">
                <a:solidFill>
                  <a:schemeClr val="tx1"/>
                </a:solidFill>
                <a:latin typeface="+mn-lt"/>
                <a:ea typeface="+mn-ea"/>
                <a:cs typeface="+mn-cs"/>
              </a:defRPr>
            </a:lvl1pPr>
            <a:lvl2pPr marL="2438734" lvl="1" indent="-795975" algn="l" defTabSz="1828800" rtl="0" eaLnBrk="1" latinLnBrk="0" hangingPunct="1">
              <a:lnSpc>
                <a:spcPct val="90000"/>
              </a:lnSpc>
              <a:spcBef>
                <a:spcPts val="0"/>
              </a:spcBef>
              <a:spcAft>
                <a:spcPts val="0"/>
              </a:spcAft>
              <a:buSzPts val="1100"/>
              <a:buFont typeface="Arial" panose="020B0604020202020204" pitchFamily="34" charset="0"/>
              <a:buChar char="○"/>
              <a:defRPr sz="4800" kern="1200">
                <a:solidFill>
                  <a:schemeClr val="tx1"/>
                </a:solidFill>
                <a:latin typeface="+mn-lt"/>
                <a:ea typeface="+mn-ea"/>
                <a:cs typeface="+mn-cs"/>
              </a:defRPr>
            </a:lvl2pPr>
            <a:lvl3pPr marL="3658102" lvl="2" indent="-795975" algn="l" defTabSz="1828800" rtl="0" eaLnBrk="1" latinLnBrk="0" hangingPunct="1">
              <a:lnSpc>
                <a:spcPct val="90000"/>
              </a:lnSpc>
              <a:spcBef>
                <a:spcPts val="0"/>
              </a:spcBef>
              <a:spcAft>
                <a:spcPts val="0"/>
              </a:spcAft>
              <a:buSzPts val="1100"/>
              <a:buFont typeface="Arial" panose="020B0604020202020204" pitchFamily="34" charset="0"/>
              <a:buChar char="■"/>
              <a:defRPr sz="4000" kern="1200">
                <a:solidFill>
                  <a:schemeClr val="tx1"/>
                </a:solidFill>
                <a:latin typeface="+mn-lt"/>
                <a:ea typeface="+mn-ea"/>
                <a:cs typeface="+mn-cs"/>
              </a:defRPr>
            </a:lvl3pPr>
            <a:lvl4pPr marL="4877472" lvl="3"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4pPr>
            <a:lvl5pPr marL="6096839" lvl="4"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5pPr>
            <a:lvl6pPr marL="7316206" lvl="5"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6pPr>
            <a:lvl7pPr marL="8535573" lvl="6"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7pPr>
            <a:lvl8pPr marL="9754941" lvl="7"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8pPr>
            <a:lvl9pPr marL="10974311" lvl="8"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9pPr>
          </a:lstStyle>
          <a:p>
            <a:pPr marL="455568" indent="0">
              <a:lnSpc>
                <a:spcPct val="200000"/>
              </a:lnSpc>
              <a:buSzPct val="100000"/>
              <a:buFont typeface="Arial" panose="020B0604020202020204" pitchFamily="34" charset="0"/>
              <a:buNone/>
            </a:pPr>
            <a:r>
              <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List Manipulation</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08"/>
        <p:cNvGrpSpPr/>
        <p:nvPr/>
      </p:nvGrpSpPr>
      <p:grpSpPr>
        <a:xfrm>
          <a:off x="0" y="0"/>
          <a:ext cx="0" cy="0"/>
          <a:chOff x="0" y="0"/>
          <a:chExt cx="0" cy="0"/>
        </a:xfrm>
      </p:grpSpPr>
      <p:pic>
        <p:nvPicPr>
          <p:cNvPr id="410" name="Google Shape;410;p56"/>
          <p:cNvPicPr preferRelativeResize="0"/>
          <p:nvPr/>
        </p:nvPicPr>
        <p:blipFill>
          <a:blip r:embed="rId3">
            <a:alphaModFix/>
          </a:blip>
          <a:stretch>
            <a:fillRect/>
          </a:stretch>
        </p:blipFill>
        <p:spPr>
          <a:xfrm>
            <a:off x="15257787" y="1967039"/>
            <a:ext cx="8216333" cy="5016000"/>
          </a:xfrm>
          <a:prstGeom prst="rect">
            <a:avLst/>
          </a:prstGeom>
          <a:noFill/>
          <a:ln>
            <a:noFill/>
          </a:ln>
        </p:spPr>
      </p:pic>
      <p:sp>
        <p:nvSpPr>
          <p:cNvPr id="412" name="Google Shape;412;p56"/>
          <p:cNvSpPr txBox="1">
            <a:spLocks noGrp="1"/>
          </p:cNvSpPr>
          <p:nvPr>
            <p:ph type="title"/>
          </p:nvPr>
        </p:nvSpPr>
        <p:spPr>
          <a:xfrm>
            <a:off x="298453" y="249400"/>
            <a:ext cx="20503200" cy="1427200"/>
          </a:xfrm>
          <a:prstGeom prst="rect">
            <a:avLst/>
          </a:prstGeom>
        </p:spPr>
        <p:txBody>
          <a:bodyPr spcFirstLastPara="1" vert="horz" wrap="square" lIns="243800" tIns="243800" rIns="243800" bIns="243800" rtlCol="0" anchor="t" anchorCtr="0">
            <a:normAutofit/>
          </a:bodyPr>
          <a:lstStyle/>
          <a:p>
            <a:r>
              <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I/O</a:t>
            </a:r>
          </a:p>
        </p:txBody>
      </p:sp>
      <p:sp>
        <p:nvSpPr>
          <p:cNvPr id="411" name="Google Shape;411;p56"/>
          <p:cNvSpPr txBox="1">
            <a:spLocks noGrp="1"/>
          </p:cNvSpPr>
          <p:nvPr>
            <p:ph type="body" idx="1"/>
          </p:nvPr>
        </p:nvSpPr>
        <p:spPr>
          <a:xfrm>
            <a:off x="580918" y="3286257"/>
            <a:ext cx="20503200" cy="1210400"/>
          </a:xfrm>
          <a:prstGeom prst="rect">
            <a:avLst/>
          </a:prstGeom>
        </p:spPr>
        <p:txBody>
          <a:bodyPr spcFirstLastPara="1" vert="horz" wrap="square" lIns="243800" tIns="243800" rIns="243800" bIns="243800" rtlCol="0" anchor="t" anchorCtr="0">
            <a:noAutofit/>
          </a:bodyPr>
          <a:lstStyle/>
          <a:p>
            <a:pPr marL="389519" indent="0">
              <a:buNone/>
            </a:pPr>
            <a:r>
              <a:rPr lang="en" sz="4000" dirty="0"/>
              <a:t>Input from console: </a:t>
            </a:r>
            <a:r>
              <a:rPr lang="en" sz="4000" dirty="0">
                <a:solidFill>
                  <a:srgbClr val="795E26"/>
                </a:solidFill>
                <a:highlight>
                  <a:srgbClr val="FFFFFE"/>
                </a:highlight>
                <a:latin typeface="Courier New"/>
                <a:ea typeface="Courier New"/>
                <a:cs typeface="Courier New"/>
                <a:sym typeface="Courier New"/>
              </a:rPr>
              <a:t>input</a:t>
            </a:r>
            <a:r>
              <a:rPr lang="en" sz="4000" dirty="0">
                <a:solidFill>
                  <a:srgbClr val="000000"/>
                </a:solidFill>
                <a:highlight>
                  <a:srgbClr val="FFFFFE"/>
                </a:highlight>
                <a:latin typeface="Courier New"/>
                <a:ea typeface="Courier New"/>
                <a:cs typeface="Courier New"/>
                <a:sym typeface="Courier New"/>
              </a:rPr>
              <a:t>(</a:t>
            </a:r>
            <a:r>
              <a:rPr lang="en" sz="4000" dirty="0">
                <a:solidFill>
                  <a:srgbClr val="A31515"/>
                </a:solidFill>
                <a:highlight>
                  <a:srgbClr val="FFFFFE"/>
                </a:highlight>
                <a:latin typeface="Courier New"/>
                <a:ea typeface="Courier New"/>
                <a:cs typeface="Courier New"/>
                <a:sym typeface="Courier New"/>
              </a:rPr>
              <a:t>'prompt'</a:t>
            </a:r>
            <a:r>
              <a:rPr lang="en" sz="4000" dirty="0">
                <a:solidFill>
                  <a:srgbClr val="000000"/>
                </a:solidFill>
                <a:highlight>
                  <a:srgbClr val="FFFFFE"/>
                </a:highlight>
                <a:latin typeface="Courier New"/>
                <a:ea typeface="Courier New"/>
                <a:cs typeface="Courier New"/>
                <a:sym typeface="Courier New"/>
              </a:rPr>
              <a:t>)</a:t>
            </a:r>
            <a:endParaRPr sz="4000" dirty="0">
              <a:latin typeface="Courier New"/>
              <a:ea typeface="Courier New"/>
              <a:cs typeface="Courier New"/>
              <a:sym typeface="Courier New"/>
            </a:endParaRPr>
          </a:p>
        </p:txBody>
      </p:sp>
      <p:sp>
        <p:nvSpPr>
          <p:cNvPr id="413" name="Google Shape;413;p56"/>
          <p:cNvSpPr txBox="1">
            <a:spLocks noGrp="1"/>
          </p:cNvSpPr>
          <p:nvPr>
            <p:ph type="body" idx="4294967295"/>
          </p:nvPr>
        </p:nvSpPr>
        <p:spPr>
          <a:xfrm>
            <a:off x="580917" y="4892558"/>
            <a:ext cx="13839621" cy="2574925"/>
          </a:xfrm>
          <a:prstGeom prst="rect">
            <a:avLst/>
          </a:prstGeom>
        </p:spPr>
        <p:txBody>
          <a:bodyPr spcFirstLastPara="1" vert="horz" wrap="square" lIns="243800" tIns="243800" rIns="243800" bIns="243800" rtlCol="0" anchor="t" anchorCtr="0">
            <a:noAutofit/>
          </a:bodyPr>
          <a:lstStyle/>
          <a:p>
            <a:pPr marL="389519" indent="0">
              <a:spcBef>
                <a:spcPts val="0"/>
              </a:spcBef>
              <a:buSzPts val="1300"/>
              <a:buNone/>
            </a:pPr>
            <a:r>
              <a:rPr lang="en" sz="4000" dirty="0"/>
              <a:t>Open file: </a:t>
            </a:r>
            <a:r>
              <a:rPr lang="en" sz="4000" dirty="0" err="1">
                <a:solidFill>
                  <a:srgbClr val="000000"/>
                </a:solidFill>
                <a:highlight>
                  <a:srgbClr val="FFFFFE"/>
                </a:highlight>
                <a:latin typeface="Courier New"/>
                <a:ea typeface="Courier New"/>
                <a:cs typeface="Courier New"/>
                <a:sym typeface="Courier New"/>
              </a:rPr>
              <a:t>file_object</a:t>
            </a:r>
            <a:r>
              <a:rPr lang="en" sz="4000" dirty="0">
                <a:solidFill>
                  <a:srgbClr val="000000"/>
                </a:solidFill>
                <a:highlight>
                  <a:srgbClr val="FFFFFE"/>
                </a:highlight>
                <a:latin typeface="Courier New"/>
                <a:ea typeface="Courier New"/>
                <a:cs typeface="Courier New"/>
                <a:sym typeface="Courier New"/>
              </a:rPr>
              <a:t>=</a:t>
            </a:r>
            <a:r>
              <a:rPr lang="en" sz="4000" dirty="0">
                <a:solidFill>
                  <a:srgbClr val="795E26"/>
                </a:solidFill>
                <a:highlight>
                  <a:srgbClr val="FFFFFE"/>
                </a:highlight>
                <a:latin typeface="Courier New"/>
                <a:ea typeface="Courier New"/>
                <a:cs typeface="Courier New"/>
                <a:sym typeface="Courier New"/>
              </a:rPr>
              <a:t>open</a:t>
            </a:r>
            <a:r>
              <a:rPr lang="en" sz="4000" dirty="0">
                <a:solidFill>
                  <a:srgbClr val="000000"/>
                </a:solidFill>
                <a:highlight>
                  <a:srgbClr val="FFFFFE"/>
                </a:highlight>
                <a:latin typeface="Courier New"/>
                <a:ea typeface="Courier New"/>
                <a:cs typeface="Courier New"/>
                <a:sym typeface="Courier New"/>
              </a:rPr>
              <a:t>(file, mode)</a:t>
            </a:r>
            <a:endParaRPr sz="4000" dirty="0">
              <a:latin typeface="Courier New"/>
              <a:ea typeface="Courier New"/>
              <a:cs typeface="Courier New"/>
              <a:sym typeface="Courier New"/>
            </a:endParaRPr>
          </a:p>
          <a:p>
            <a:pPr marL="1608886" lvl="1" indent="0">
              <a:lnSpc>
                <a:spcPct val="135714"/>
              </a:lnSpc>
              <a:spcBef>
                <a:spcPts val="0"/>
              </a:spcBef>
              <a:buSzPts val="1300"/>
              <a:buNone/>
            </a:pPr>
            <a:r>
              <a:rPr lang="en" sz="3000" dirty="0">
                <a:solidFill>
                  <a:srgbClr val="A31515"/>
                </a:solidFill>
                <a:highlight>
                  <a:srgbClr val="FFFFFE"/>
                </a:highlight>
                <a:latin typeface="Courier New"/>
                <a:ea typeface="Courier New"/>
                <a:cs typeface="Courier New"/>
                <a:sym typeface="Courier New"/>
              </a:rPr>
              <a:t>'r'</a:t>
            </a:r>
            <a:r>
              <a:rPr lang="en" sz="3000" dirty="0"/>
              <a:t> is read and </a:t>
            </a:r>
            <a:r>
              <a:rPr lang="en" sz="3000" dirty="0">
                <a:solidFill>
                  <a:srgbClr val="A31515"/>
                </a:solidFill>
                <a:highlight>
                  <a:srgbClr val="FFFFFE"/>
                </a:highlight>
                <a:latin typeface="Courier New"/>
                <a:ea typeface="Courier New"/>
                <a:cs typeface="Courier New"/>
                <a:sym typeface="Courier New"/>
              </a:rPr>
              <a:t>'w'</a:t>
            </a:r>
            <a:r>
              <a:rPr lang="en" sz="3000" dirty="0"/>
              <a:t> is write for the mode</a:t>
            </a:r>
            <a:endParaRPr sz="3000" dirty="0"/>
          </a:p>
          <a:p>
            <a:pPr marL="1608886" lvl="1" indent="0">
              <a:spcBef>
                <a:spcPts val="0"/>
              </a:spcBef>
              <a:buSzPts val="1300"/>
              <a:buNone/>
            </a:pPr>
            <a:r>
              <a:rPr lang="en" sz="3000" dirty="0">
                <a:latin typeface="Courier New"/>
                <a:ea typeface="Courier New"/>
                <a:cs typeface="Courier New"/>
                <a:sym typeface="Courier New"/>
              </a:rPr>
              <a:t>read()</a:t>
            </a:r>
            <a:endParaRPr sz="3000" dirty="0">
              <a:latin typeface="Courier New"/>
              <a:ea typeface="Courier New"/>
              <a:cs typeface="Courier New"/>
              <a:sym typeface="Courier New"/>
            </a:endParaRPr>
          </a:p>
        </p:txBody>
      </p:sp>
      <p:sp>
        <p:nvSpPr>
          <p:cNvPr id="414" name="Google Shape;414;p56"/>
          <p:cNvSpPr txBox="1"/>
          <p:nvPr/>
        </p:nvSpPr>
        <p:spPr>
          <a:xfrm>
            <a:off x="1248454" y="9811934"/>
            <a:ext cx="6724800" cy="2250343"/>
          </a:xfrm>
          <a:prstGeom prst="rect">
            <a:avLst/>
          </a:prstGeom>
          <a:noFill/>
          <a:ln>
            <a:noFill/>
          </a:ln>
        </p:spPr>
        <p:txBody>
          <a:bodyPr spcFirstLastPara="1" wrap="square" lIns="243800" tIns="243800" rIns="243800" bIns="243800" anchor="t" anchorCtr="0">
            <a:spAutoFit/>
          </a:bodyPr>
          <a:lstStyle/>
          <a:p>
            <a:pPr>
              <a:lnSpc>
                <a:spcPct val="135714"/>
              </a:lnSpc>
            </a:pPr>
            <a:r>
              <a:rPr lang="en" sz="2800">
                <a:solidFill>
                  <a:srgbClr val="A31515"/>
                </a:solidFill>
                <a:latin typeface="Courier New"/>
                <a:ea typeface="Courier New"/>
                <a:cs typeface="Courier New"/>
                <a:sym typeface="Courier New"/>
              </a:rPr>
              <a:t>"""Here is a file.</a:t>
            </a:r>
            <a:endParaRPr sz="2800">
              <a:solidFill>
                <a:srgbClr val="A31515"/>
              </a:solidFill>
              <a:latin typeface="Courier New"/>
              <a:ea typeface="Courier New"/>
              <a:cs typeface="Courier New"/>
              <a:sym typeface="Courier New"/>
            </a:endParaRPr>
          </a:p>
          <a:p>
            <a:pPr>
              <a:lnSpc>
                <a:spcPct val="135714"/>
              </a:lnSpc>
            </a:pPr>
            <a:r>
              <a:rPr lang="en" sz="2800">
                <a:solidFill>
                  <a:srgbClr val="A31515"/>
                </a:solidFill>
                <a:latin typeface="Courier New"/>
                <a:ea typeface="Courier New"/>
                <a:cs typeface="Courier New"/>
                <a:sym typeface="Courier New"/>
              </a:rPr>
              <a:t>This file has multiple lines.</a:t>
            </a:r>
            <a:endParaRPr sz="2800">
              <a:solidFill>
                <a:srgbClr val="A31515"/>
              </a:solidFill>
              <a:latin typeface="Courier New"/>
              <a:ea typeface="Courier New"/>
              <a:cs typeface="Courier New"/>
              <a:sym typeface="Courier New"/>
            </a:endParaRPr>
          </a:p>
          <a:p>
            <a:pPr>
              <a:lnSpc>
                <a:spcPct val="135714"/>
              </a:lnSpc>
            </a:pPr>
            <a:r>
              <a:rPr lang="en" sz="2800">
                <a:solidFill>
                  <a:srgbClr val="A31515"/>
                </a:solidFill>
                <a:latin typeface="Courier New"/>
                <a:ea typeface="Courier New"/>
                <a:cs typeface="Courier New"/>
                <a:sym typeface="Courier New"/>
              </a:rPr>
              <a:t>This is the last line."""</a:t>
            </a:r>
            <a:endParaRPr sz="12800">
              <a:latin typeface="Lato"/>
              <a:ea typeface="Lato"/>
              <a:cs typeface="Lato"/>
              <a:sym typeface="Lato"/>
            </a:endParaRPr>
          </a:p>
        </p:txBody>
      </p:sp>
      <p:sp>
        <p:nvSpPr>
          <p:cNvPr id="415" name="Google Shape;415;p56"/>
          <p:cNvSpPr txBox="1"/>
          <p:nvPr/>
        </p:nvSpPr>
        <p:spPr>
          <a:xfrm>
            <a:off x="3566847" y="5971041"/>
            <a:ext cx="3780000" cy="1433645"/>
          </a:xfrm>
          <a:prstGeom prst="rect">
            <a:avLst/>
          </a:prstGeom>
          <a:noFill/>
          <a:ln>
            <a:noFill/>
          </a:ln>
        </p:spPr>
        <p:txBody>
          <a:bodyPr spcFirstLastPara="1" wrap="square" lIns="243800" tIns="243800" rIns="243800" bIns="243800" anchor="t" anchorCtr="0">
            <a:spAutoFit/>
          </a:bodyPr>
          <a:lstStyle/>
          <a:p>
            <a:pPr>
              <a:lnSpc>
                <a:spcPct val="115000"/>
              </a:lnSpc>
              <a:spcAft>
                <a:spcPts val="3200"/>
              </a:spcAft>
            </a:pPr>
            <a:r>
              <a:rPr lang="en" sz="3000" dirty="0">
                <a:latin typeface="Courier New"/>
                <a:ea typeface="Courier New"/>
                <a:cs typeface="Courier New"/>
                <a:sym typeface="Courier New"/>
              </a:rPr>
              <a:t>, </a:t>
            </a:r>
            <a:r>
              <a:rPr lang="en" sz="3000" dirty="0" err="1">
                <a:latin typeface="Courier New"/>
                <a:ea typeface="Courier New"/>
                <a:cs typeface="Courier New"/>
                <a:sym typeface="Courier New"/>
              </a:rPr>
              <a:t>readline</a:t>
            </a:r>
            <a:r>
              <a:rPr lang="en" sz="3000" dirty="0">
                <a:latin typeface="Courier New"/>
                <a:ea typeface="Courier New"/>
                <a:cs typeface="Courier New"/>
                <a:sym typeface="Courier New"/>
              </a:rPr>
              <a:t>()</a:t>
            </a:r>
            <a:endParaRPr sz="3000" dirty="0"/>
          </a:p>
        </p:txBody>
      </p:sp>
      <p:sp>
        <p:nvSpPr>
          <p:cNvPr id="416" name="Google Shape;416;p56"/>
          <p:cNvSpPr txBox="1"/>
          <p:nvPr/>
        </p:nvSpPr>
        <p:spPr>
          <a:xfrm>
            <a:off x="6309329" y="5967019"/>
            <a:ext cx="3952000" cy="1433645"/>
          </a:xfrm>
          <a:prstGeom prst="rect">
            <a:avLst/>
          </a:prstGeom>
          <a:noFill/>
          <a:ln>
            <a:noFill/>
          </a:ln>
        </p:spPr>
        <p:txBody>
          <a:bodyPr spcFirstLastPara="1" wrap="square" lIns="243800" tIns="243800" rIns="243800" bIns="243800" anchor="t" anchorCtr="0">
            <a:spAutoFit/>
          </a:bodyPr>
          <a:lstStyle/>
          <a:p>
            <a:pPr>
              <a:lnSpc>
                <a:spcPct val="115000"/>
              </a:lnSpc>
              <a:spcAft>
                <a:spcPts val="3200"/>
              </a:spcAft>
            </a:pPr>
            <a:r>
              <a:rPr lang="en" sz="3000" dirty="0">
                <a:latin typeface="Courier New"/>
                <a:ea typeface="Courier New"/>
                <a:cs typeface="Courier New"/>
                <a:sym typeface="Courier New"/>
              </a:rPr>
              <a:t>, </a:t>
            </a:r>
            <a:r>
              <a:rPr lang="en" sz="3000" dirty="0" err="1">
                <a:latin typeface="Courier New"/>
                <a:ea typeface="Courier New"/>
                <a:cs typeface="Courier New"/>
                <a:sym typeface="Courier New"/>
              </a:rPr>
              <a:t>readlines</a:t>
            </a:r>
            <a:r>
              <a:rPr lang="en" sz="3000" dirty="0">
                <a:latin typeface="Courier New"/>
                <a:ea typeface="Courier New"/>
                <a:cs typeface="Courier New"/>
                <a:sym typeface="Courier New"/>
              </a:rPr>
              <a:t>()</a:t>
            </a:r>
            <a:endParaRPr sz="3000" dirty="0"/>
          </a:p>
        </p:txBody>
      </p:sp>
      <p:sp>
        <p:nvSpPr>
          <p:cNvPr id="417" name="Google Shape;417;p56"/>
          <p:cNvSpPr txBox="1"/>
          <p:nvPr/>
        </p:nvSpPr>
        <p:spPr>
          <a:xfrm>
            <a:off x="8035720" y="9811935"/>
            <a:ext cx="7087200" cy="1078356"/>
          </a:xfrm>
          <a:prstGeom prst="rect">
            <a:avLst/>
          </a:prstGeom>
          <a:noFill/>
          <a:ln>
            <a:noFill/>
          </a:ln>
        </p:spPr>
        <p:txBody>
          <a:bodyPr spcFirstLastPara="1" wrap="square" lIns="243800" tIns="243800" rIns="243800" bIns="243800" anchor="t" anchorCtr="0">
            <a:spAutoFit/>
          </a:bodyPr>
          <a:lstStyle/>
          <a:p>
            <a:pPr>
              <a:lnSpc>
                <a:spcPct val="135714"/>
              </a:lnSpc>
            </a:pPr>
            <a:r>
              <a:rPr lang="en" sz="2800">
                <a:solidFill>
                  <a:srgbClr val="A31515"/>
                </a:solidFill>
                <a:latin typeface="Courier New"/>
                <a:ea typeface="Courier New"/>
                <a:cs typeface="Courier New"/>
                <a:sym typeface="Courier New"/>
              </a:rPr>
              <a:t>"Here is a file."</a:t>
            </a:r>
            <a:endParaRPr sz="2800">
              <a:solidFill>
                <a:srgbClr val="A31515"/>
              </a:solidFill>
              <a:latin typeface="Courier New"/>
              <a:ea typeface="Courier New"/>
              <a:cs typeface="Courier New"/>
              <a:sym typeface="Courier New"/>
            </a:endParaRPr>
          </a:p>
        </p:txBody>
      </p:sp>
      <p:sp>
        <p:nvSpPr>
          <p:cNvPr id="418" name="Google Shape;418;p56"/>
          <p:cNvSpPr/>
          <p:nvPr/>
        </p:nvSpPr>
        <p:spPr>
          <a:xfrm>
            <a:off x="15357161" y="4613116"/>
            <a:ext cx="4478400" cy="1427200"/>
          </a:xfrm>
          <a:prstGeom prst="rect">
            <a:avLst/>
          </a:prstGeom>
          <a:noFill/>
          <a:ln w="9525" cap="flat" cmpd="sng">
            <a:solidFill>
              <a:schemeClr val="lt1"/>
            </a:solidFill>
            <a:prstDash val="solid"/>
            <a:round/>
            <a:headEnd type="none" w="sm" len="sm"/>
            <a:tailEnd type="none" w="sm" len="sm"/>
          </a:ln>
        </p:spPr>
        <p:txBody>
          <a:bodyPr spcFirstLastPara="1" wrap="square" lIns="243800" tIns="243800" rIns="243800" bIns="243800" anchor="ctr" anchorCtr="0">
            <a:noAutofit/>
          </a:bodyPr>
          <a:lstStyle/>
          <a:p>
            <a:endParaRPr sz="12800"/>
          </a:p>
        </p:txBody>
      </p:sp>
      <p:sp>
        <p:nvSpPr>
          <p:cNvPr id="419" name="Google Shape;419;p56"/>
          <p:cNvSpPr txBox="1"/>
          <p:nvPr/>
        </p:nvSpPr>
        <p:spPr>
          <a:xfrm>
            <a:off x="8035720" y="10391001"/>
            <a:ext cx="7194400" cy="1078356"/>
          </a:xfrm>
          <a:prstGeom prst="rect">
            <a:avLst/>
          </a:prstGeom>
          <a:noFill/>
          <a:ln>
            <a:noFill/>
          </a:ln>
        </p:spPr>
        <p:txBody>
          <a:bodyPr spcFirstLastPara="1" wrap="square" lIns="243800" tIns="243800" rIns="243800" bIns="243800" anchor="t" anchorCtr="0">
            <a:spAutoFit/>
          </a:bodyPr>
          <a:lstStyle/>
          <a:p>
            <a:pPr>
              <a:lnSpc>
                <a:spcPct val="135714"/>
              </a:lnSpc>
            </a:pPr>
            <a:r>
              <a:rPr lang="en" sz="2800">
                <a:solidFill>
                  <a:srgbClr val="A31515"/>
                </a:solidFill>
                <a:latin typeface="Courier New"/>
                <a:ea typeface="Courier New"/>
                <a:cs typeface="Courier New"/>
                <a:sym typeface="Courier New"/>
              </a:rPr>
              <a:t>"This file has multiple lines."</a:t>
            </a:r>
            <a:endParaRPr sz="2800">
              <a:solidFill>
                <a:srgbClr val="A31515"/>
              </a:solidFill>
              <a:latin typeface="Courier New"/>
              <a:ea typeface="Courier New"/>
              <a:cs typeface="Courier New"/>
              <a:sym typeface="Courier New"/>
            </a:endParaRPr>
          </a:p>
        </p:txBody>
      </p:sp>
      <p:sp>
        <p:nvSpPr>
          <p:cNvPr id="420" name="Google Shape;420;p56"/>
          <p:cNvSpPr txBox="1"/>
          <p:nvPr/>
        </p:nvSpPr>
        <p:spPr>
          <a:xfrm>
            <a:off x="8035720" y="10970039"/>
            <a:ext cx="7087200" cy="1078356"/>
          </a:xfrm>
          <a:prstGeom prst="rect">
            <a:avLst/>
          </a:prstGeom>
          <a:noFill/>
          <a:ln>
            <a:noFill/>
          </a:ln>
        </p:spPr>
        <p:txBody>
          <a:bodyPr spcFirstLastPara="1" wrap="square" lIns="243800" tIns="243800" rIns="243800" bIns="243800" anchor="t" anchorCtr="0">
            <a:spAutoFit/>
          </a:bodyPr>
          <a:lstStyle/>
          <a:p>
            <a:pPr>
              <a:lnSpc>
                <a:spcPct val="135714"/>
              </a:lnSpc>
            </a:pPr>
            <a:r>
              <a:rPr lang="en" sz="2800">
                <a:solidFill>
                  <a:srgbClr val="A31515"/>
                </a:solidFill>
                <a:latin typeface="Courier New"/>
                <a:ea typeface="Courier New"/>
                <a:cs typeface="Courier New"/>
                <a:sym typeface="Courier New"/>
              </a:rPr>
              <a:t>"This is the last line."</a:t>
            </a:r>
            <a:endParaRPr sz="2800">
              <a:solidFill>
                <a:srgbClr val="A31515"/>
              </a:solidFill>
              <a:latin typeface="Courier New"/>
              <a:ea typeface="Courier New"/>
              <a:cs typeface="Courier New"/>
              <a:sym typeface="Courier New"/>
            </a:endParaRPr>
          </a:p>
        </p:txBody>
      </p:sp>
      <p:sp>
        <p:nvSpPr>
          <p:cNvPr id="421" name="Google Shape;421;p56"/>
          <p:cNvSpPr/>
          <p:nvPr/>
        </p:nvSpPr>
        <p:spPr>
          <a:xfrm>
            <a:off x="15357174" y="4613116"/>
            <a:ext cx="4478400" cy="462400"/>
          </a:xfrm>
          <a:prstGeom prst="rect">
            <a:avLst/>
          </a:prstGeom>
          <a:noFill/>
          <a:ln w="9525" cap="flat" cmpd="sng">
            <a:solidFill>
              <a:schemeClr val="lt1"/>
            </a:solidFill>
            <a:prstDash val="solid"/>
            <a:round/>
            <a:headEnd type="none" w="sm" len="sm"/>
            <a:tailEnd type="none" w="sm" len="sm"/>
          </a:ln>
        </p:spPr>
        <p:txBody>
          <a:bodyPr spcFirstLastPara="1" wrap="square" lIns="243800" tIns="243800" rIns="243800" bIns="243800" anchor="ctr" anchorCtr="0">
            <a:noAutofit/>
          </a:bodyPr>
          <a:lstStyle/>
          <a:p>
            <a:endParaRPr sz="12800"/>
          </a:p>
        </p:txBody>
      </p:sp>
      <p:sp>
        <p:nvSpPr>
          <p:cNvPr id="422" name="Google Shape;422;p56"/>
          <p:cNvSpPr/>
          <p:nvPr/>
        </p:nvSpPr>
        <p:spPr>
          <a:xfrm>
            <a:off x="15357174" y="5095516"/>
            <a:ext cx="4478400" cy="462400"/>
          </a:xfrm>
          <a:prstGeom prst="rect">
            <a:avLst/>
          </a:prstGeom>
          <a:noFill/>
          <a:ln w="9525" cap="flat" cmpd="sng">
            <a:solidFill>
              <a:schemeClr val="lt1"/>
            </a:solidFill>
            <a:prstDash val="solid"/>
            <a:round/>
            <a:headEnd type="none" w="sm" len="sm"/>
            <a:tailEnd type="none" w="sm" len="sm"/>
          </a:ln>
        </p:spPr>
        <p:txBody>
          <a:bodyPr spcFirstLastPara="1" wrap="square" lIns="243800" tIns="243800" rIns="243800" bIns="243800" anchor="ctr" anchorCtr="0">
            <a:noAutofit/>
          </a:bodyPr>
          <a:lstStyle/>
          <a:p>
            <a:endParaRPr sz="12800"/>
          </a:p>
        </p:txBody>
      </p:sp>
      <p:sp>
        <p:nvSpPr>
          <p:cNvPr id="423" name="Google Shape;423;p56"/>
          <p:cNvSpPr/>
          <p:nvPr/>
        </p:nvSpPr>
        <p:spPr>
          <a:xfrm>
            <a:off x="15357174" y="5557916"/>
            <a:ext cx="4478400" cy="462400"/>
          </a:xfrm>
          <a:prstGeom prst="rect">
            <a:avLst/>
          </a:prstGeom>
          <a:noFill/>
          <a:ln w="9525" cap="flat" cmpd="sng">
            <a:solidFill>
              <a:schemeClr val="lt1"/>
            </a:solidFill>
            <a:prstDash val="solid"/>
            <a:round/>
            <a:headEnd type="none" w="sm" len="sm"/>
            <a:tailEnd type="none" w="sm" len="sm"/>
          </a:ln>
        </p:spPr>
        <p:txBody>
          <a:bodyPr spcFirstLastPara="1" wrap="square" lIns="243800" tIns="243800" rIns="243800" bIns="243800" anchor="ctr" anchorCtr="0">
            <a:noAutofit/>
          </a:bodyPr>
          <a:lstStyle/>
          <a:p>
            <a:endParaRPr sz="12800"/>
          </a:p>
        </p:txBody>
      </p:sp>
      <p:sp>
        <p:nvSpPr>
          <p:cNvPr id="424" name="Google Shape;424;p56"/>
          <p:cNvSpPr txBox="1"/>
          <p:nvPr/>
        </p:nvSpPr>
        <p:spPr>
          <a:xfrm>
            <a:off x="15474120" y="9811933"/>
            <a:ext cx="8000000" cy="2250343"/>
          </a:xfrm>
          <a:prstGeom prst="rect">
            <a:avLst/>
          </a:prstGeom>
          <a:noFill/>
          <a:ln>
            <a:noFill/>
          </a:ln>
        </p:spPr>
        <p:txBody>
          <a:bodyPr spcFirstLastPara="1" wrap="square" lIns="243800" tIns="243800" rIns="243800" bIns="243800" anchor="t" anchorCtr="0">
            <a:spAutoFit/>
          </a:bodyPr>
          <a:lstStyle/>
          <a:p>
            <a:pPr>
              <a:lnSpc>
                <a:spcPct val="135714"/>
              </a:lnSpc>
            </a:pPr>
            <a:r>
              <a:rPr lang="en" sz="2800" dirty="0">
                <a:latin typeface="Courier New"/>
                <a:ea typeface="Courier New"/>
                <a:cs typeface="Courier New"/>
                <a:sym typeface="Courier New"/>
              </a:rPr>
              <a:t>[</a:t>
            </a:r>
            <a:r>
              <a:rPr lang="en" sz="2800" dirty="0">
                <a:solidFill>
                  <a:srgbClr val="A31515"/>
                </a:solidFill>
                <a:latin typeface="Courier New"/>
                <a:ea typeface="Courier New"/>
                <a:cs typeface="Courier New"/>
                <a:sym typeface="Courier New"/>
              </a:rPr>
              <a:t>"Here is a file."</a:t>
            </a:r>
            <a:r>
              <a:rPr lang="en" sz="2800" dirty="0">
                <a:latin typeface="Courier New"/>
                <a:ea typeface="Courier New"/>
                <a:cs typeface="Courier New"/>
                <a:sym typeface="Courier New"/>
              </a:rPr>
              <a:t>,</a:t>
            </a:r>
            <a:endParaRPr sz="2800" dirty="0">
              <a:latin typeface="Courier New"/>
              <a:ea typeface="Courier New"/>
              <a:cs typeface="Courier New"/>
              <a:sym typeface="Courier New"/>
            </a:endParaRPr>
          </a:p>
          <a:p>
            <a:pPr>
              <a:lnSpc>
                <a:spcPct val="135714"/>
              </a:lnSpc>
            </a:pPr>
            <a:r>
              <a:rPr lang="en" sz="2800" dirty="0">
                <a:solidFill>
                  <a:srgbClr val="A31515"/>
                </a:solidFill>
                <a:latin typeface="Courier New"/>
                <a:ea typeface="Courier New"/>
                <a:cs typeface="Courier New"/>
                <a:sym typeface="Courier New"/>
              </a:rPr>
              <a:t>"This file has multiple lines."</a:t>
            </a:r>
            <a:r>
              <a:rPr lang="en" sz="2800" dirty="0">
                <a:latin typeface="Courier New"/>
                <a:ea typeface="Courier New"/>
                <a:cs typeface="Courier New"/>
                <a:sym typeface="Courier New"/>
              </a:rPr>
              <a:t>,</a:t>
            </a:r>
            <a:endParaRPr sz="2800" dirty="0">
              <a:latin typeface="Courier New"/>
              <a:ea typeface="Courier New"/>
              <a:cs typeface="Courier New"/>
              <a:sym typeface="Courier New"/>
            </a:endParaRPr>
          </a:p>
          <a:p>
            <a:pPr>
              <a:lnSpc>
                <a:spcPct val="135714"/>
              </a:lnSpc>
            </a:pPr>
            <a:r>
              <a:rPr lang="en" sz="2800" dirty="0">
                <a:solidFill>
                  <a:srgbClr val="A31515"/>
                </a:solidFill>
                <a:latin typeface="Courier New"/>
                <a:ea typeface="Courier New"/>
                <a:cs typeface="Courier New"/>
                <a:sym typeface="Courier New"/>
              </a:rPr>
              <a:t>"This is the last line."</a:t>
            </a:r>
            <a:r>
              <a:rPr lang="en" sz="2800" dirty="0">
                <a:latin typeface="Courier New"/>
                <a:ea typeface="Courier New"/>
                <a:cs typeface="Courier New"/>
                <a:sym typeface="Courier New"/>
              </a:rPr>
              <a:t>]</a:t>
            </a:r>
            <a:endParaRPr sz="2800" dirty="0">
              <a:latin typeface="Courier New"/>
              <a:ea typeface="Courier New"/>
              <a:cs typeface="Courier New"/>
              <a:sym typeface="Courier New"/>
            </a:endParaRPr>
          </a:p>
        </p:txBody>
      </p:sp>
      <p:sp>
        <p:nvSpPr>
          <p:cNvPr id="425" name="Google Shape;425;p56"/>
          <p:cNvSpPr txBox="1"/>
          <p:nvPr/>
        </p:nvSpPr>
        <p:spPr>
          <a:xfrm>
            <a:off x="739641" y="7137219"/>
            <a:ext cx="11832800" cy="1105928"/>
          </a:xfrm>
          <a:prstGeom prst="rect">
            <a:avLst/>
          </a:prstGeom>
          <a:noFill/>
          <a:ln>
            <a:noFill/>
          </a:ln>
        </p:spPr>
        <p:txBody>
          <a:bodyPr spcFirstLastPara="1" wrap="square" lIns="243800" tIns="243800" rIns="243800" bIns="243800" anchor="t" anchorCtr="0">
            <a:spAutoFit/>
          </a:bodyPr>
          <a:lstStyle/>
          <a:p>
            <a:pPr marL="389519">
              <a:lnSpc>
                <a:spcPct val="115000"/>
              </a:lnSpc>
              <a:buClr>
                <a:schemeClr val="accent1"/>
              </a:buClr>
              <a:buSzPts val="1300"/>
            </a:pPr>
            <a:r>
              <a:rPr lang="en" sz="3467" b="1" dirty="0">
                <a:solidFill>
                  <a:srgbClr val="004C7F"/>
                </a:solidFill>
                <a:latin typeface="Lato"/>
                <a:ea typeface="Lato"/>
                <a:cs typeface="Lato"/>
                <a:sym typeface="Lato"/>
              </a:rPr>
              <a:t>Always</a:t>
            </a:r>
            <a:r>
              <a:rPr lang="en" sz="3467" dirty="0">
                <a:solidFill>
                  <a:srgbClr val="004C7F"/>
                </a:solidFill>
                <a:latin typeface="Lato"/>
                <a:ea typeface="Lato"/>
                <a:cs typeface="Lato"/>
                <a:sym typeface="Lato"/>
              </a:rPr>
              <a:t> close file:</a:t>
            </a:r>
            <a:r>
              <a:rPr lang="en" sz="3467" dirty="0">
                <a:solidFill>
                  <a:schemeClr val="accent1"/>
                </a:solidFill>
                <a:latin typeface="Lato"/>
                <a:ea typeface="Lato"/>
                <a:cs typeface="Lato"/>
                <a:sym typeface="Lato"/>
              </a:rPr>
              <a:t> </a:t>
            </a:r>
            <a:r>
              <a:rPr lang="en" sz="3467" dirty="0" err="1">
                <a:latin typeface="Courier New"/>
                <a:ea typeface="Courier New"/>
                <a:cs typeface="Courier New"/>
                <a:sym typeface="Courier New"/>
              </a:rPr>
              <a:t>file_object.close</a:t>
            </a:r>
            <a:r>
              <a:rPr lang="en" sz="3467" dirty="0">
                <a:latin typeface="Courier New"/>
                <a:ea typeface="Courier New"/>
                <a:cs typeface="Courier New"/>
                <a:sym typeface="Courier New"/>
              </a:rPr>
              <a:t>()</a:t>
            </a:r>
            <a:endParaRPr sz="3467" dirty="0">
              <a:latin typeface="Courier New"/>
              <a:ea typeface="Courier New"/>
              <a:cs typeface="Courier New"/>
              <a:sym typeface="Courier New"/>
            </a:endParaRPr>
          </a:p>
        </p:txBody>
      </p:sp>
      <p:sp>
        <p:nvSpPr>
          <p:cNvPr id="2" name="Google Shape;412;p56">
            <a:extLst>
              <a:ext uri="{FF2B5EF4-FFF2-40B4-BE49-F238E27FC236}">
                <a16:creationId xmlns:a16="http://schemas.microsoft.com/office/drawing/2014/main" id="{980F0F97-3F6C-CD51-0C71-2E21352F92BB}"/>
              </a:ext>
            </a:extLst>
          </p:cNvPr>
          <p:cNvSpPr txBox="1">
            <a:spLocks/>
          </p:cNvSpPr>
          <p:nvPr/>
        </p:nvSpPr>
        <p:spPr>
          <a:xfrm>
            <a:off x="296105" y="1175521"/>
            <a:ext cx="20503200" cy="1427200"/>
          </a:xfrm>
          <a:prstGeom prst="rect">
            <a:avLst/>
          </a:prstGeom>
        </p:spPr>
        <p:txBody>
          <a:bodyPr spcFirstLastPara="1" vert="horz" wrap="square" lIns="243800" tIns="243800" rIns="243800" bIns="243800" rtlCol="0" anchor="t" anchorCtr="0">
            <a:normAutofit fontScale="97500"/>
          </a:bodyPr>
          <a:lstStyle>
            <a:lvl1pPr lvl="0" algn="l" defTabSz="1828800" rtl="0" eaLnBrk="1" latinLnBrk="0" hangingPunct="1">
              <a:lnSpc>
                <a:spcPct val="90000"/>
              </a:lnSpc>
              <a:spcBef>
                <a:spcPts val="0"/>
              </a:spcBef>
              <a:spcAft>
                <a:spcPts val="0"/>
              </a:spcAft>
              <a:buSzPts val="2600"/>
              <a:buNone/>
              <a:defRPr sz="6933" kern="1200">
                <a:solidFill>
                  <a:schemeClr val="tx1"/>
                </a:solidFill>
                <a:latin typeface="+mj-lt"/>
                <a:ea typeface="+mj-ea"/>
                <a:cs typeface="+mj-cs"/>
              </a:defRPr>
            </a:lvl1pPr>
            <a:lvl2pPr lvl="1" rtl="0">
              <a:spcBef>
                <a:spcPts val="0"/>
              </a:spcBef>
              <a:spcAft>
                <a:spcPts val="0"/>
              </a:spcAft>
              <a:buSzPts val="2600"/>
              <a:buNone/>
              <a:defRPr sz="6933"/>
            </a:lvl2pPr>
            <a:lvl3pPr lvl="2" rtl="0">
              <a:spcBef>
                <a:spcPts val="0"/>
              </a:spcBef>
              <a:spcAft>
                <a:spcPts val="0"/>
              </a:spcAft>
              <a:buSzPts val="2600"/>
              <a:buNone/>
              <a:defRPr sz="6933"/>
            </a:lvl3pPr>
            <a:lvl4pPr lvl="3" rtl="0">
              <a:spcBef>
                <a:spcPts val="0"/>
              </a:spcBef>
              <a:spcAft>
                <a:spcPts val="0"/>
              </a:spcAft>
              <a:buSzPts val="2600"/>
              <a:buNone/>
              <a:defRPr sz="6933"/>
            </a:lvl4pPr>
            <a:lvl5pPr lvl="4" rtl="0">
              <a:spcBef>
                <a:spcPts val="0"/>
              </a:spcBef>
              <a:spcAft>
                <a:spcPts val="0"/>
              </a:spcAft>
              <a:buSzPts val="2600"/>
              <a:buNone/>
              <a:defRPr sz="6933"/>
            </a:lvl5pPr>
            <a:lvl6pPr lvl="5" rtl="0">
              <a:spcBef>
                <a:spcPts val="0"/>
              </a:spcBef>
              <a:spcAft>
                <a:spcPts val="0"/>
              </a:spcAft>
              <a:buSzPts val="2600"/>
              <a:buNone/>
              <a:defRPr sz="6933"/>
            </a:lvl6pPr>
            <a:lvl7pPr lvl="6" rtl="0">
              <a:spcBef>
                <a:spcPts val="0"/>
              </a:spcBef>
              <a:spcAft>
                <a:spcPts val="0"/>
              </a:spcAft>
              <a:buSzPts val="2600"/>
              <a:buNone/>
              <a:defRPr sz="6933"/>
            </a:lvl7pPr>
            <a:lvl8pPr lvl="7" rtl="0">
              <a:spcBef>
                <a:spcPts val="0"/>
              </a:spcBef>
              <a:spcAft>
                <a:spcPts val="0"/>
              </a:spcAft>
              <a:buSzPts val="2600"/>
              <a:buNone/>
              <a:defRPr sz="6933"/>
            </a:lvl8pPr>
            <a:lvl9pPr lvl="8" rtl="0">
              <a:spcBef>
                <a:spcPts val="0"/>
              </a:spcBef>
              <a:spcAft>
                <a:spcPts val="0"/>
              </a:spcAft>
              <a:buSzPts val="2600"/>
              <a:buNone/>
              <a:defRPr sz="6933"/>
            </a:lvl9pPr>
          </a:lstStyle>
          <a:p>
            <a:r>
              <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Standard Input</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11"/>
                                        </p:tgtEl>
                                        <p:attrNameLst>
                                          <p:attrName>style.visibility</p:attrName>
                                        </p:attrNameLst>
                                      </p:cBhvr>
                                      <p:to>
                                        <p:strVal val="visible"/>
                                      </p:to>
                                    </p:set>
                                    <p:animEffect transition="in" filter="fade">
                                      <p:cBhvr>
                                        <p:cTn id="7" dur="400"/>
                                        <p:tgtEl>
                                          <p:spTgt spid="4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10"/>
                                        </p:tgtEl>
                                        <p:attrNameLst>
                                          <p:attrName>style.visibility</p:attrName>
                                        </p:attrNameLst>
                                      </p:cBhvr>
                                      <p:to>
                                        <p:strVal val="visible"/>
                                      </p:to>
                                    </p:set>
                                    <p:animEffect transition="in" filter="fade">
                                      <p:cBhvr>
                                        <p:cTn id="12" dur="400"/>
                                        <p:tgtEl>
                                          <p:spTgt spid="410"/>
                                        </p:tgtEl>
                                      </p:cBhvr>
                                    </p:animEffect>
                                  </p:childTnLst>
                                </p:cTn>
                              </p:par>
                            </p:childTnLst>
                          </p:cTn>
                        </p:par>
                        <p:par>
                          <p:cTn id="13" fill="hold">
                            <p:stCondLst>
                              <p:cond delay="400"/>
                            </p:stCondLst>
                            <p:childTnLst>
                              <p:par>
                                <p:cTn id="14" presetID="10" presetClass="exit" presetSubtype="0" fill="hold" nodeType="afterEffect">
                                  <p:stCondLst>
                                    <p:cond delay="0"/>
                                  </p:stCondLst>
                                  <p:childTnLst>
                                    <p:animEffect transition="out" filter="fade">
                                      <p:cBhvr>
                                        <p:cTn id="15" dur="400"/>
                                        <p:tgtEl>
                                          <p:spTgt spid="411"/>
                                        </p:tgtEl>
                                      </p:cBhvr>
                                    </p:animEffect>
                                    <p:set>
                                      <p:cBhvr>
                                        <p:cTn id="16" dur="1" fill="hold">
                                          <p:stCondLst>
                                            <p:cond delay="400"/>
                                          </p:stCondLst>
                                        </p:cTn>
                                        <p:tgtEl>
                                          <p:spTgt spid="411"/>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413">
                                            <p:txEl>
                                              <p:pRg st="0" end="0"/>
                                            </p:txEl>
                                          </p:spTgt>
                                        </p:tgtEl>
                                        <p:attrNameLst>
                                          <p:attrName>style.visibility</p:attrName>
                                        </p:attrNameLst>
                                      </p:cBhvr>
                                      <p:to>
                                        <p:strVal val="visible"/>
                                      </p:to>
                                    </p:set>
                                    <p:animEffect transition="in" filter="fade">
                                      <p:cBhvr>
                                        <p:cTn id="21" dur="400"/>
                                        <p:tgtEl>
                                          <p:spTgt spid="413">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413">
                                            <p:txEl>
                                              <p:pRg st="1" end="1"/>
                                            </p:txEl>
                                          </p:spTgt>
                                        </p:tgtEl>
                                        <p:attrNameLst>
                                          <p:attrName>style.visibility</p:attrName>
                                        </p:attrNameLst>
                                      </p:cBhvr>
                                      <p:to>
                                        <p:strVal val="visible"/>
                                      </p:to>
                                    </p:set>
                                    <p:animEffect transition="in" filter="fade">
                                      <p:cBhvr>
                                        <p:cTn id="26" dur="400"/>
                                        <p:tgtEl>
                                          <p:spTgt spid="413">
                                            <p:txEl>
                                              <p:pRg st="1" end="1"/>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413">
                                            <p:txEl>
                                              <p:pRg st="2" end="2"/>
                                            </p:txEl>
                                          </p:spTgt>
                                        </p:tgtEl>
                                        <p:attrNameLst>
                                          <p:attrName>style.visibility</p:attrName>
                                        </p:attrNameLst>
                                      </p:cBhvr>
                                      <p:to>
                                        <p:strVal val="visible"/>
                                      </p:to>
                                    </p:set>
                                    <p:animEffect transition="in" filter="fade">
                                      <p:cBhvr>
                                        <p:cTn id="31" dur="400"/>
                                        <p:tgtEl>
                                          <p:spTgt spid="413">
                                            <p:txEl>
                                              <p:pRg st="2" end="2"/>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414"/>
                                        </p:tgtEl>
                                        <p:attrNameLst>
                                          <p:attrName>style.visibility</p:attrName>
                                        </p:attrNameLst>
                                      </p:cBhvr>
                                      <p:to>
                                        <p:strVal val="visible"/>
                                      </p:to>
                                    </p:set>
                                    <p:animEffect transition="in" filter="fade">
                                      <p:cBhvr>
                                        <p:cTn id="36" dur="400"/>
                                        <p:tgtEl>
                                          <p:spTgt spid="414"/>
                                        </p:tgtEl>
                                      </p:cBhvr>
                                    </p:animEffect>
                                  </p:childTnLst>
                                </p:cTn>
                              </p:par>
                              <p:par>
                                <p:cTn id="37" presetID="10" presetClass="entr" presetSubtype="0" fill="hold" nodeType="withEffect">
                                  <p:stCondLst>
                                    <p:cond delay="0"/>
                                  </p:stCondLst>
                                  <p:childTnLst>
                                    <p:set>
                                      <p:cBhvr>
                                        <p:cTn id="38" dur="1" fill="hold">
                                          <p:stCondLst>
                                            <p:cond delay="0"/>
                                          </p:stCondLst>
                                        </p:cTn>
                                        <p:tgtEl>
                                          <p:spTgt spid="418"/>
                                        </p:tgtEl>
                                        <p:attrNameLst>
                                          <p:attrName>style.visibility</p:attrName>
                                        </p:attrNameLst>
                                      </p:cBhvr>
                                      <p:to>
                                        <p:strVal val="visible"/>
                                      </p:to>
                                    </p:set>
                                    <p:animEffect transition="in" filter="fade">
                                      <p:cBhvr>
                                        <p:cTn id="39" dur="400"/>
                                        <p:tgtEl>
                                          <p:spTgt spid="418"/>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415"/>
                                        </p:tgtEl>
                                        <p:attrNameLst>
                                          <p:attrName>style.visibility</p:attrName>
                                        </p:attrNameLst>
                                      </p:cBhvr>
                                      <p:to>
                                        <p:strVal val="visible"/>
                                      </p:to>
                                    </p:set>
                                    <p:animEffect transition="in" filter="fade">
                                      <p:cBhvr>
                                        <p:cTn id="44" dur="400"/>
                                        <p:tgtEl>
                                          <p:spTgt spid="415"/>
                                        </p:tgtEl>
                                      </p:cBhvr>
                                    </p:animEffect>
                                  </p:childTnLst>
                                </p:cTn>
                              </p:par>
                              <p:par>
                                <p:cTn id="45" presetID="10" presetClass="exit" presetSubtype="0" fill="hold" nodeType="withEffect">
                                  <p:stCondLst>
                                    <p:cond delay="0"/>
                                  </p:stCondLst>
                                  <p:childTnLst>
                                    <p:animEffect transition="out" filter="fade">
                                      <p:cBhvr>
                                        <p:cTn id="46" dur="400"/>
                                        <p:tgtEl>
                                          <p:spTgt spid="418"/>
                                        </p:tgtEl>
                                      </p:cBhvr>
                                    </p:animEffect>
                                    <p:set>
                                      <p:cBhvr>
                                        <p:cTn id="47" dur="1" fill="hold">
                                          <p:stCondLst>
                                            <p:cond delay="400"/>
                                          </p:stCondLst>
                                        </p:cTn>
                                        <p:tgtEl>
                                          <p:spTgt spid="418"/>
                                        </p:tgtEl>
                                        <p:attrNameLst>
                                          <p:attrName>style.visibility</p:attrName>
                                        </p:attrNameLst>
                                      </p:cBhvr>
                                      <p:to>
                                        <p:strVal val="hidden"/>
                                      </p:to>
                                    </p:set>
                                  </p:childTnLst>
                                </p:cTn>
                              </p:par>
                              <p:par>
                                <p:cTn id="48" presetID="10" presetClass="exit" presetSubtype="0" fill="hold" nodeType="withEffect">
                                  <p:stCondLst>
                                    <p:cond delay="0"/>
                                  </p:stCondLst>
                                  <p:childTnLst>
                                    <p:animEffect transition="out" filter="fade">
                                      <p:cBhvr>
                                        <p:cTn id="49" dur="400"/>
                                        <p:tgtEl>
                                          <p:spTgt spid="414"/>
                                        </p:tgtEl>
                                      </p:cBhvr>
                                    </p:animEffect>
                                    <p:set>
                                      <p:cBhvr>
                                        <p:cTn id="50" dur="1" fill="hold">
                                          <p:stCondLst>
                                            <p:cond delay="400"/>
                                          </p:stCondLst>
                                        </p:cTn>
                                        <p:tgtEl>
                                          <p:spTgt spid="414"/>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417"/>
                                        </p:tgtEl>
                                        <p:attrNameLst>
                                          <p:attrName>style.visibility</p:attrName>
                                        </p:attrNameLst>
                                      </p:cBhvr>
                                      <p:to>
                                        <p:strVal val="visible"/>
                                      </p:to>
                                    </p:set>
                                    <p:animEffect transition="in" filter="fade">
                                      <p:cBhvr>
                                        <p:cTn id="55" dur="400"/>
                                        <p:tgtEl>
                                          <p:spTgt spid="417"/>
                                        </p:tgtEl>
                                      </p:cBhvr>
                                    </p:animEffect>
                                  </p:childTnLst>
                                </p:cTn>
                              </p:par>
                              <p:par>
                                <p:cTn id="56" presetID="10" presetClass="entr" presetSubtype="0" fill="hold" nodeType="withEffect">
                                  <p:stCondLst>
                                    <p:cond delay="0"/>
                                  </p:stCondLst>
                                  <p:childTnLst>
                                    <p:set>
                                      <p:cBhvr>
                                        <p:cTn id="57" dur="1" fill="hold">
                                          <p:stCondLst>
                                            <p:cond delay="0"/>
                                          </p:stCondLst>
                                        </p:cTn>
                                        <p:tgtEl>
                                          <p:spTgt spid="421"/>
                                        </p:tgtEl>
                                        <p:attrNameLst>
                                          <p:attrName>style.visibility</p:attrName>
                                        </p:attrNameLst>
                                      </p:cBhvr>
                                      <p:to>
                                        <p:strVal val="visible"/>
                                      </p:to>
                                    </p:set>
                                    <p:animEffect transition="in" filter="fade">
                                      <p:cBhvr>
                                        <p:cTn id="58" dur="400"/>
                                        <p:tgtEl>
                                          <p:spTgt spid="421"/>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419"/>
                                        </p:tgtEl>
                                        <p:attrNameLst>
                                          <p:attrName>style.visibility</p:attrName>
                                        </p:attrNameLst>
                                      </p:cBhvr>
                                      <p:to>
                                        <p:strVal val="visible"/>
                                      </p:to>
                                    </p:set>
                                    <p:animEffect transition="in" filter="fade">
                                      <p:cBhvr>
                                        <p:cTn id="63" dur="400"/>
                                        <p:tgtEl>
                                          <p:spTgt spid="419"/>
                                        </p:tgtEl>
                                      </p:cBhvr>
                                    </p:animEffect>
                                  </p:childTnLst>
                                </p:cTn>
                              </p:par>
                              <p:par>
                                <p:cTn id="64" presetID="10" presetClass="entr" presetSubtype="0" fill="hold" nodeType="withEffect">
                                  <p:stCondLst>
                                    <p:cond delay="0"/>
                                  </p:stCondLst>
                                  <p:childTnLst>
                                    <p:set>
                                      <p:cBhvr>
                                        <p:cTn id="65" dur="1" fill="hold">
                                          <p:stCondLst>
                                            <p:cond delay="0"/>
                                          </p:stCondLst>
                                        </p:cTn>
                                        <p:tgtEl>
                                          <p:spTgt spid="422"/>
                                        </p:tgtEl>
                                        <p:attrNameLst>
                                          <p:attrName>style.visibility</p:attrName>
                                        </p:attrNameLst>
                                      </p:cBhvr>
                                      <p:to>
                                        <p:strVal val="visible"/>
                                      </p:to>
                                    </p:set>
                                    <p:animEffect transition="in" filter="fade">
                                      <p:cBhvr>
                                        <p:cTn id="66" dur="400"/>
                                        <p:tgtEl>
                                          <p:spTgt spid="422"/>
                                        </p:tgtEl>
                                      </p:cBhvr>
                                    </p:animEffect>
                                  </p:childTnLst>
                                </p:cTn>
                              </p:par>
                              <p:par>
                                <p:cTn id="67" presetID="10" presetClass="exit" presetSubtype="0" fill="hold" nodeType="withEffect">
                                  <p:stCondLst>
                                    <p:cond delay="0"/>
                                  </p:stCondLst>
                                  <p:childTnLst>
                                    <p:animEffect transition="out" filter="fade">
                                      <p:cBhvr>
                                        <p:cTn id="68" dur="400"/>
                                        <p:tgtEl>
                                          <p:spTgt spid="421"/>
                                        </p:tgtEl>
                                      </p:cBhvr>
                                    </p:animEffect>
                                    <p:set>
                                      <p:cBhvr>
                                        <p:cTn id="69" dur="1" fill="hold">
                                          <p:stCondLst>
                                            <p:cond delay="400"/>
                                          </p:stCondLst>
                                        </p:cTn>
                                        <p:tgtEl>
                                          <p:spTgt spid="421"/>
                                        </p:tgtEl>
                                        <p:attrNameLst>
                                          <p:attrName>style.visibility</p:attrName>
                                        </p:attrNameLst>
                                      </p:cBhvr>
                                      <p:to>
                                        <p:strVal val="hidden"/>
                                      </p:to>
                                    </p:se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nodeType="clickEffect">
                                  <p:stCondLst>
                                    <p:cond delay="0"/>
                                  </p:stCondLst>
                                  <p:childTnLst>
                                    <p:set>
                                      <p:cBhvr>
                                        <p:cTn id="73" dur="1" fill="hold">
                                          <p:stCondLst>
                                            <p:cond delay="0"/>
                                          </p:stCondLst>
                                        </p:cTn>
                                        <p:tgtEl>
                                          <p:spTgt spid="420"/>
                                        </p:tgtEl>
                                        <p:attrNameLst>
                                          <p:attrName>style.visibility</p:attrName>
                                        </p:attrNameLst>
                                      </p:cBhvr>
                                      <p:to>
                                        <p:strVal val="visible"/>
                                      </p:to>
                                    </p:set>
                                    <p:animEffect transition="in" filter="fade">
                                      <p:cBhvr>
                                        <p:cTn id="74" dur="400"/>
                                        <p:tgtEl>
                                          <p:spTgt spid="420"/>
                                        </p:tgtEl>
                                      </p:cBhvr>
                                    </p:animEffect>
                                  </p:childTnLst>
                                </p:cTn>
                              </p:par>
                              <p:par>
                                <p:cTn id="75" presetID="10" presetClass="exit" presetSubtype="0" fill="hold" nodeType="withEffect">
                                  <p:stCondLst>
                                    <p:cond delay="0"/>
                                  </p:stCondLst>
                                  <p:childTnLst>
                                    <p:animEffect transition="out" filter="fade">
                                      <p:cBhvr>
                                        <p:cTn id="76" dur="400"/>
                                        <p:tgtEl>
                                          <p:spTgt spid="422"/>
                                        </p:tgtEl>
                                      </p:cBhvr>
                                    </p:animEffect>
                                    <p:set>
                                      <p:cBhvr>
                                        <p:cTn id="77" dur="1" fill="hold">
                                          <p:stCondLst>
                                            <p:cond delay="400"/>
                                          </p:stCondLst>
                                        </p:cTn>
                                        <p:tgtEl>
                                          <p:spTgt spid="422"/>
                                        </p:tgtEl>
                                        <p:attrNameLst>
                                          <p:attrName>style.visibility</p:attrName>
                                        </p:attrNameLst>
                                      </p:cBhvr>
                                      <p:to>
                                        <p:strVal val="hidden"/>
                                      </p:to>
                                    </p:set>
                                  </p:childTnLst>
                                </p:cTn>
                              </p:par>
                              <p:par>
                                <p:cTn id="78" presetID="10" presetClass="entr" presetSubtype="0" fill="hold" nodeType="withEffect">
                                  <p:stCondLst>
                                    <p:cond delay="0"/>
                                  </p:stCondLst>
                                  <p:childTnLst>
                                    <p:set>
                                      <p:cBhvr>
                                        <p:cTn id="79" dur="1" fill="hold">
                                          <p:stCondLst>
                                            <p:cond delay="0"/>
                                          </p:stCondLst>
                                        </p:cTn>
                                        <p:tgtEl>
                                          <p:spTgt spid="423"/>
                                        </p:tgtEl>
                                        <p:attrNameLst>
                                          <p:attrName>style.visibility</p:attrName>
                                        </p:attrNameLst>
                                      </p:cBhvr>
                                      <p:to>
                                        <p:strVal val="visible"/>
                                      </p:to>
                                    </p:set>
                                    <p:animEffect transition="in" filter="fade">
                                      <p:cBhvr>
                                        <p:cTn id="80" dur="400"/>
                                        <p:tgtEl>
                                          <p:spTgt spid="423"/>
                                        </p:tgtEl>
                                      </p:cBhvr>
                                    </p:animEffect>
                                  </p:childTnLst>
                                </p:cTn>
                              </p:par>
                            </p:childTnLst>
                          </p:cTn>
                        </p:par>
                      </p:childTnLst>
                    </p:cTn>
                  </p:par>
                  <p:par>
                    <p:cTn id="81" fill="hold">
                      <p:stCondLst>
                        <p:cond delay="indefinite"/>
                      </p:stCondLst>
                      <p:childTnLst>
                        <p:par>
                          <p:cTn id="82" fill="hold">
                            <p:stCondLst>
                              <p:cond delay="0"/>
                            </p:stCondLst>
                            <p:childTnLst>
                              <p:par>
                                <p:cTn id="83" presetID="10" presetClass="exit" presetSubtype="0" fill="hold" nodeType="clickEffect">
                                  <p:stCondLst>
                                    <p:cond delay="0"/>
                                  </p:stCondLst>
                                  <p:childTnLst>
                                    <p:animEffect transition="out" filter="fade">
                                      <p:cBhvr>
                                        <p:cTn id="84" dur="400"/>
                                        <p:tgtEl>
                                          <p:spTgt spid="417"/>
                                        </p:tgtEl>
                                      </p:cBhvr>
                                    </p:animEffect>
                                    <p:set>
                                      <p:cBhvr>
                                        <p:cTn id="85" dur="1" fill="hold">
                                          <p:stCondLst>
                                            <p:cond delay="400"/>
                                          </p:stCondLst>
                                        </p:cTn>
                                        <p:tgtEl>
                                          <p:spTgt spid="417"/>
                                        </p:tgtEl>
                                        <p:attrNameLst>
                                          <p:attrName>style.visibility</p:attrName>
                                        </p:attrNameLst>
                                      </p:cBhvr>
                                      <p:to>
                                        <p:strVal val="hidden"/>
                                      </p:to>
                                    </p:set>
                                  </p:childTnLst>
                                </p:cTn>
                              </p:par>
                              <p:par>
                                <p:cTn id="86" presetID="10" presetClass="exit" presetSubtype="0" fill="hold" nodeType="withEffect">
                                  <p:stCondLst>
                                    <p:cond delay="0"/>
                                  </p:stCondLst>
                                  <p:childTnLst>
                                    <p:animEffect transition="out" filter="fade">
                                      <p:cBhvr>
                                        <p:cTn id="87" dur="400"/>
                                        <p:tgtEl>
                                          <p:spTgt spid="419"/>
                                        </p:tgtEl>
                                      </p:cBhvr>
                                    </p:animEffect>
                                    <p:set>
                                      <p:cBhvr>
                                        <p:cTn id="88" dur="1" fill="hold">
                                          <p:stCondLst>
                                            <p:cond delay="400"/>
                                          </p:stCondLst>
                                        </p:cTn>
                                        <p:tgtEl>
                                          <p:spTgt spid="419"/>
                                        </p:tgtEl>
                                        <p:attrNameLst>
                                          <p:attrName>style.visibility</p:attrName>
                                        </p:attrNameLst>
                                      </p:cBhvr>
                                      <p:to>
                                        <p:strVal val="hidden"/>
                                      </p:to>
                                    </p:set>
                                  </p:childTnLst>
                                </p:cTn>
                              </p:par>
                              <p:par>
                                <p:cTn id="89" presetID="10" presetClass="exit" presetSubtype="0" fill="hold" nodeType="withEffect">
                                  <p:stCondLst>
                                    <p:cond delay="0"/>
                                  </p:stCondLst>
                                  <p:childTnLst>
                                    <p:animEffect transition="out" filter="fade">
                                      <p:cBhvr>
                                        <p:cTn id="90" dur="400"/>
                                        <p:tgtEl>
                                          <p:spTgt spid="420"/>
                                        </p:tgtEl>
                                      </p:cBhvr>
                                    </p:animEffect>
                                    <p:set>
                                      <p:cBhvr>
                                        <p:cTn id="91" dur="1" fill="hold">
                                          <p:stCondLst>
                                            <p:cond delay="400"/>
                                          </p:stCondLst>
                                        </p:cTn>
                                        <p:tgtEl>
                                          <p:spTgt spid="420"/>
                                        </p:tgtEl>
                                        <p:attrNameLst>
                                          <p:attrName>style.visibility</p:attrName>
                                        </p:attrNameLst>
                                      </p:cBhvr>
                                      <p:to>
                                        <p:strVal val="hidden"/>
                                      </p:to>
                                    </p:set>
                                  </p:childTnLst>
                                </p:cTn>
                              </p:par>
                              <p:par>
                                <p:cTn id="92" presetID="10" presetClass="exit" presetSubtype="0" fill="hold" nodeType="withEffect">
                                  <p:stCondLst>
                                    <p:cond delay="0"/>
                                  </p:stCondLst>
                                  <p:childTnLst>
                                    <p:animEffect transition="out" filter="fade">
                                      <p:cBhvr>
                                        <p:cTn id="93" dur="400"/>
                                        <p:tgtEl>
                                          <p:spTgt spid="423"/>
                                        </p:tgtEl>
                                      </p:cBhvr>
                                    </p:animEffect>
                                    <p:set>
                                      <p:cBhvr>
                                        <p:cTn id="94" dur="1" fill="hold">
                                          <p:stCondLst>
                                            <p:cond delay="400"/>
                                          </p:stCondLst>
                                        </p:cTn>
                                        <p:tgtEl>
                                          <p:spTgt spid="423"/>
                                        </p:tgtEl>
                                        <p:attrNameLst>
                                          <p:attrName>style.visibility</p:attrName>
                                        </p:attrNameLst>
                                      </p:cBhvr>
                                      <p:to>
                                        <p:strVal val="hidden"/>
                                      </p:to>
                                    </p:set>
                                  </p:childTnLst>
                                </p:cTn>
                              </p:par>
                            </p:childTnLst>
                          </p:cTn>
                        </p:par>
                      </p:childTnLst>
                    </p:cTn>
                  </p:par>
                  <p:par>
                    <p:cTn id="95" fill="hold">
                      <p:stCondLst>
                        <p:cond delay="indefinite"/>
                      </p:stCondLst>
                      <p:childTnLst>
                        <p:par>
                          <p:cTn id="96" fill="hold">
                            <p:stCondLst>
                              <p:cond delay="0"/>
                            </p:stCondLst>
                            <p:childTnLst>
                              <p:par>
                                <p:cTn id="97" presetID="10" presetClass="entr" presetSubtype="0" fill="hold" nodeType="clickEffect">
                                  <p:stCondLst>
                                    <p:cond delay="0"/>
                                  </p:stCondLst>
                                  <p:childTnLst>
                                    <p:set>
                                      <p:cBhvr>
                                        <p:cTn id="98" dur="1" fill="hold">
                                          <p:stCondLst>
                                            <p:cond delay="0"/>
                                          </p:stCondLst>
                                        </p:cTn>
                                        <p:tgtEl>
                                          <p:spTgt spid="416"/>
                                        </p:tgtEl>
                                        <p:attrNameLst>
                                          <p:attrName>style.visibility</p:attrName>
                                        </p:attrNameLst>
                                      </p:cBhvr>
                                      <p:to>
                                        <p:strVal val="visible"/>
                                      </p:to>
                                    </p:set>
                                    <p:animEffect transition="in" filter="fade">
                                      <p:cBhvr>
                                        <p:cTn id="99" dur="400"/>
                                        <p:tgtEl>
                                          <p:spTgt spid="416"/>
                                        </p:tgtEl>
                                      </p:cBhvr>
                                    </p:animEffect>
                                  </p:childTnLst>
                                </p:cTn>
                              </p:par>
                            </p:childTnLst>
                          </p:cTn>
                        </p:par>
                      </p:childTnLst>
                    </p:cTn>
                  </p:par>
                  <p:par>
                    <p:cTn id="100" fill="hold">
                      <p:stCondLst>
                        <p:cond delay="indefinite"/>
                      </p:stCondLst>
                      <p:childTnLst>
                        <p:par>
                          <p:cTn id="101" fill="hold">
                            <p:stCondLst>
                              <p:cond delay="0"/>
                            </p:stCondLst>
                            <p:childTnLst>
                              <p:par>
                                <p:cTn id="102" presetID="10" presetClass="entr" presetSubtype="0" fill="hold" nodeType="clickEffect">
                                  <p:stCondLst>
                                    <p:cond delay="0"/>
                                  </p:stCondLst>
                                  <p:childTnLst>
                                    <p:set>
                                      <p:cBhvr>
                                        <p:cTn id="103" dur="1" fill="hold">
                                          <p:stCondLst>
                                            <p:cond delay="0"/>
                                          </p:stCondLst>
                                        </p:cTn>
                                        <p:tgtEl>
                                          <p:spTgt spid="421"/>
                                        </p:tgtEl>
                                        <p:attrNameLst>
                                          <p:attrName>style.visibility</p:attrName>
                                        </p:attrNameLst>
                                      </p:cBhvr>
                                      <p:to>
                                        <p:strVal val="visible"/>
                                      </p:to>
                                    </p:set>
                                    <p:animEffect transition="in" filter="fade">
                                      <p:cBhvr>
                                        <p:cTn id="104" dur="400"/>
                                        <p:tgtEl>
                                          <p:spTgt spid="421"/>
                                        </p:tgtEl>
                                      </p:cBhvr>
                                    </p:animEffect>
                                  </p:childTnLst>
                                </p:cTn>
                              </p:par>
                              <p:par>
                                <p:cTn id="105" presetID="10" presetClass="entr" presetSubtype="0" fill="hold" nodeType="withEffect">
                                  <p:stCondLst>
                                    <p:cond delay="0"/>
                                  </p:stCondLst>
                                  <p:childTnLst>
                                    <p:set>
                                      <p:cBhvr>
                                        <p:cTn id="106" dur="1" fill="hold">
                                          <p:stCondLst>
                                            <p:cond delay="0"/>
                                          </p:stCondLst>
                                        </p:cTn>
                                        <p:tgtEl>
                                          <p:spTgt spid="422"/>
                                        </p:tgtEl>
                                        <p:attrNameLst>
                                          <p:attrName>style.visibility</p:attrName>
                                        </p:attrNameLst>
                                      </p:cBhvr>
                                      <p:to>
                                        <p:strVal val="visible"/>
                                      </p:to>
                                    </p:set>
                                    <p:animEffect transition="in" filter="fade">
                                      <p:cBhvr>
                                        <p:cTn id="107" dur="400"/>
                                        <p:tgtEl>
                                          <p:spTgt spid="422"/>
                                        </p:tgtEl>
                                      </p:cBhvr>
                                    </p:animEffect>
                                  </p:childTnLst>
                                </p:cTn>
                              </p:par>
                              <p:par>
                                <p:cTn id="108" presetID="10" presetClass="entr" presetSubtype="0" fill="hold" nodeType="withEffect">
                                  <p:stCondLst>
                                    <p:cond delay="0"/>
                                  </p:stCondLst>
                                  <p:childTnLst>
                                    <p:set>
                                      <p:cBhvr>
                                        <p:cTn id="109" dur="1" fill="hold">
                                          <p:stCondLst>
                                            <p:cond delay="0"/>
                                          </p:stCondLst>
                                        </p:cTn>
                                        <p:tgtEl>
                                          <p:spTgt spid="423"/>
                                        </p:tgtEl>
                                        <p:attrNameLst>
                                          <p:attrName>style.visibility</p:attrName>
                                        </p:attrNameLst>
                                      </p:cBhvr>
                                      <p:to>
                                        <p:strVal val="visible"/>
                                      </p:to>
                                    </p:set>
                                    <p:animEffect transition="in" filter="fade">
                                      <p:cBhvr>
                                        <p:cTn id="110" dur="400"/>
                                        <p:tgtEl>
                                          <p:spTgt spid="423"/>
                                        </p:tgtEl>
                                      </p:cBhvr>
                                    </p:animEffect>
                                  </p:childTnLst>
                                </p:cTn>
                              </p:par>
                              <p:par>
                                <p:cTn id="111" presetID="10" presetClass="entr" presetSubtype="0" fill="hold" nodeType="withEffect">
                                  <p:stCondLst>
                                    <p:cond delay="0"/>
                                  </p:stCondLst>
                                  <p:childTnLst>
                                    <p:set>
                                      <p:cBhvr>
                                        <p:cTn id="112" dur="1" fill="hold">
                                          <p:stCondLst>
                                            <p:cond delay="0"/>
                                          </p:stCondLst>
                                        </p:cTn>
                                        <p:tgtEl>
                                          <p:spTgt spid="424"/>
                                        </p:tgtEl>
                                        <p:attrNameLst>
                                          <p:attrName>style.visibility</p:attrName>
                                        </p:attrNameLst>
                                      </p:cBhvr>
                                      <p:to>
                                        <p:strVal val="visible"/>
                                      </p:to>
                                    </p:set>
                                    <p:animEffect transition="in" filter="fade">
                                      <p:cBhvr>
                                        <p:cTn id="113" dur="400"/>
                                        <p:tgtEl>
                                          <p:spTgt spid="424"/>
                                        </p:tgtEl>
                                      </p:cBhvr>
                                    </p:animEffect>
                                  </p:childTnLst>
                                </p:cTn>
                              </p:par>
                            </p:childTnLst>
                          </p:cTn>
                        </p:par>
                      </p:childTnLst>
                    </p:cTn>
                  </p:par>
                  <p:par>
                    <p:cTn id="114" fill="hold">
                      <p:stCondLst>
                        <p:cond delay="indefinite"/>
                      </p:stCondLst>
                      <p:childTnLst>
                        <p:par>
                          <p:cTn id="115" fill="hold">
                            <p:stCondLst>
                              <p:cond delay="0"/>
                            </p:stCondLst>
                            <p:childTnLst>
                              <p:par>
                                <p:cTn id="116" presetID="10" presetClass="entr" presetSubtype="0" fill="hold" nodeType="clickEffect">
                                  <p:stCondLst>
                                    <p:cond delay="0"/>
                                  </p:stCondLst>
                                  <p:childTnLst>
                                    <p:set>
                                      <p:cBhvr>
                                        <p:cTn id="117" dur="1" fill="hold">
                                          <p:stCondLst>
                                            <p:cond delay="0"/>
                                          </p:stCondLst>
                                        </p:cTn>
                                        <p:tgtEl>
                                          <p:spTgt spid="414"/>
                                        </p:tgtEl>
                                        <p:attrNameLst>
                                          <p:attrName>style.visibility</p:attrName>
                                        </p:attrNameLst>
                                      </p:cBhvr>
                                      <p:to>
                                        <p:strVal val="visible"/>
                                      </p:to>
                                    </p:set>
                                    <p:animEffect transition="in" filter="fade">
                                      <p:cBhvr>
                                        <p:cTn id="118" dur="400"/>
                                        <p:tgtEl>
                                          <p:spTgt spid="414"/>
                                        </p:tgtEl>
                                      </p:cBhvr>
                                    </p:animEffect>
                                  </p:childTnLst>
                                </p:cTn>
                              </p:par>
                              <p:par>
                                <p:cTn id="119" presetID="10" presetClass="entr" presetSubtype="0" fill="hold" nodeType="withEffect">
                                  <p:stCondLst>
                                    <p:cond delay="0"/>
                                  </p:stCondLst>
                                  <p:childTnLst>
                                    <p:set>
                                      <p:cBhvr>
                                        <p:cTn id="120" dur="1" fill="hold">
                                          <p:stCondLst>
                                            <p:cond delay="0"/>
                                          </p:stCondLst>
                                        </p:cTn>
                                        <p:tgtEl>
                                          <p:spTgt spid="419"/>
                                        </p:tgtEl>
                                        <p:attrNameLst>
                                          <p:attrName>style.visibility</p:attrName>
                                        </p:attrNameLst>
                                      </p:cBhvr>
                                      <p:to>
                                        <p:strVal val="visible"/>
                                      </p:to>
                                    </p:set>
                                    <p:animEffect transition="in" filter="fade">
                                      <p:cBhvr>
                                        <p:cTn id="121" dur="400"/>
                                        <p:tgtEl>
                                          <p:spTgt spid="419"/>
                                        </p:tgtEl>
                                      </p:cBhvr>
                                    </p:animEffect>
                                  </p:childTnLst>
                                </p:cTn>
                              </p:par>
                              <p:par>
                                <p:cTn id="122" presetID="10" presetClass="entr" presetSubtype="0" fill="hold" nodeType="withEffect">
                                  <p:stCondLst>
                                    <p:cond delay="0"/>
                                  </p:stCondLst>
                                  <p:childTnLst>
                                    <p:set>
                                      <p:cBhvr>
                                        <p:cTn id="123" dur="1" fill="hold">
                                          <p:stCondLst>
                                            <p:cond delay="0"/>
                                          </p:stCondLst>
                                        </p:cTn>
                                        <p:tgtEl>
                                          <p:spTgt spid="420"/>
                                        </p:tgtEl>
                                        <p:attrNameLst>
                                          <p:attrName>style.visibility</p:attrName>
                                        </p:attrNameLst>
                                      </p:cBhvr>
                                      <p:to>
                                        <p:strVal val="visible"/>
                                      </p:to>
                                    </p:set>
                                    <p:animEffect transition="in" filter="fade">
                                      <p:cBhvr>
                                        <p:cTn id="124" dur="400"/>
                                        <p:tgtEl>
                                          <p:spTgt spid="420"/>
                                        </p:tgtEl>
                                      </p:cBhvr>
                                    </p:animEffect>
                                  </p:childTnLst>
                                </p:cTn>
                              </p:par>
                              <p:par>
                                <p:cTn id="125" presetID="10" presetClass="exit" presetSubtype="0" fill="hold" nodeType="withEffect">
                                  <p:stCondLst>
                                    <p:cond delay="0"/>
                                  </p:stCondLst>
                                  <p:childTnLst>
                                    <p:animEffect transition="out" filter="fade">
                                      <p:cBhvr>
                                        <p:cTn id="126" dur="400"/>
                                        <p:tgtEl>
                                          <p:spTgt spid="421"/>
                                        </p:tgtEl>
                                      </p:cBhvr>
                                    </p:animEffect>
                                    <p:set>
                                      <p:cBhvr>
                                        <p:cTn id="127" dur="1" fill="hold">
                                          <p:stCondLst>
                                            <p:cond delay="400"/>
                                          </p:stCondLst>
                                        </p:cTn>
                                        <p:tgtEl>
                                          <p:spTgt spid="421"/>
                                        </p:tgtEl>
                                        <p:attrNameLst>
                                          <p:attrName>style.visibility</p:attrName>
                                        </p:attrNameLst>
                                      </p:cBhvr>
                                      <p:to>
                                        <p:strVal val="hidden"/>
                                      </p:to>
                                    </p:set>
                                  </p:childTnLst>
                                </p:cTn>
                              </p:par>
                              <p:par>
                                <p:cTn id="128" presetID="10" presetClass="exit" presetSubtype="0" fill="hold" nodeType="withEffect">
                                  <p:stCondLst>
                                    <p:cond delay="0"/>
                                  </p:stCondLst>
                                  <p:childTnLst>
                                    <p:animEffect transition="out" filter="fade">
                                      <p:cBhvr>
                                        <p:cTn id="129" dur="400"/>
                                        <p:tgtEl>
                                          <p:spTgt spid="422"/>
                                        </p:tgtEl>
                                      </p:cBhvr>
                                    </p:animEffect>
                                    <p:set>
                                      <p:cBhvr>
                                        <p:cTn id="130" dur="1" fill="hold">
                                          <p:stCondLst>
                                            <p:cond delay="400"/>
                                          </p:stCondLst>
                                        </p:cTn>
                                        <p:tgtEl>
                                          <p:spTgt spid="422"/>
                                        </p:tgtEl>
                                        <p:attrNameLst>
                                          <p:attrName>style.visibility</p:attrName>
                                        </p:attrNameLst>
                                      </p:cBhvr>
                                      <p:to>
                                        <p:strVal val="hidden"/>
                                      </p:to>
                                    </p:set>
                                  </p:childTnLst>
                                </p:cTn>
                              </p:par>
                              <p:par>
                                <p:cTn id="131" presetID="10" presetClass="exit" presetSubtype="0" fill="hold" nodeType="withEffect">
                                  <p:stCondLst>
                                    <p:cond delay="0"/>
                                  </p:stCondLst>
                                  <p:childTnLst>
                                    <p:animEffect transition="out" filter="fade">
                                      <p:cBhvr>
                                        <p:cTn id="132" dur="400"/>
                                        <p:tgtEl>
                                          <p:spTgt spid="423"/>
                                        </p:tgtEl>
                                      </p:cBhvr>
                                    </p:animEffect>
                                    <p:set>
                                      <p:cBhvr>
                                        <p:cTn id="133" dur="1" fill="hold">
                                          <p:stCondLst>
                                            <p:cond delay="400"/>
                                          </p:stCondLst>
                                        </p:cTn>
                                        <p:tgtEl>
                                          <p:spTgt spid="423"/>
                                        </p:tgtEl>
                                        <p:attrNameLst>
                                          <p:attrName>style.visibility</p:attrName>
                                        </p:attrNameLst>
                                      </p:cBhvr>
                                      <p:to>
                                        <p:strVal val="hidden"/>
                                      </p:to>
                                    </p:set>
                                  </p:childTnLst>
                                </p:cTn>
                              </p:par>
                              <p:par>
                                <p:cTn id="134" presetID="10" presetClass="entr" presetSubtype="0" fill="hold" nodeType="withEffect">
                                  <p:stCondLst>
                                    <p:cond delay="0"/>
                                  </p:stCondLst>
                                  <p:childTnLst>
                                    <p:set>
                                      <p:cBhvr>
                                        <p:cTn id="135" dur="1" fill="hold">
                                          <p:stCondLst>
                                            <p:cond delay="0"/>
                                          </p:stCondLst>
                                        </p:cTn>
                                        <p:tgtEl>
                                          <p:spTgt spid="417"/>
                                        </p:tgtEl>
                                        <p:attrNameLst>
                                          <p:attrName>style.visibility</p:attrName>
                                        </p:attrNameLst>
                                      </p:cBhvr>
                                      <p:to>
                                        <p:strVal val="visible"/>
                                      </p:to>
                                    </p:set>
                                    <p:animEffect transition="in" filter="fade">
                                      <p:cBhvr>
                                        <p:cTn id="136" dur="400"/>
                                        <p:tgtEl>
                                          <p:spTgt spid="417"/>
                                        </p:tgtEl>
                                      </p:cBhvr>
                                    </p:animEffect>
                                  </p:childTnLst>
                                </p:cTn>
                              </p:par>
                            </p:childTnLst>
                          </p:cTn>
                        </p:par>
                      </p:childTnLst>
                    </p:cTn>
                  </p:par>
                  <p:par>
                    <p:cTn id="137" fill="hold">
                      <p:stCondLst>
                        <p:cond delay="indefinite"/>
                      </p:stCondLst>
                      <p:childTnLst>
                        <p:par>
                          <p:cTn id="138" fill="hold">
                            <p:stCondLst>
                              <p:cond delay="0"/>
                            </p:stCondLst>
                            <p:childTnLst>
                              <p:par>
                                <p:cTn id="139" presetID="10" presetClass="entr" presetSubtype="0" fill="hold" nodeType="clickEffect">
                                  <p:stCondLst>
                                    <p:cond delay="0"/>
                                  </p:stCondLst>
                                  <p:childTnLst>
                                    <p:set>
                                      <p:cBhvr>
                                        <p:cTn id="140" dur="1" fill="hold">
                                          <p:stCondLst>
                                            <p:cond delay="0"/>
                                          </p:stCondLst>
                                        </p:cTn>
                                        <p:tgtEl>
                                          <p:spTgt spid="425"/>
                                        </p:tgtEl>
                                        <p:attrNameLst>
                                          <p:attrName>style.visibility</p:attrName>
                                        </p:attrNameLst>
                                      </p:cBhvr>
                                      <p:to>
                                        <p:strVal val="visible"/>
                                      </p:to>
                                    </p:set>
                                    <p:animEffect transition="in" filter="fade">
                                      <p:cBhvr>
                                        <p:cTn id="141" dur="400"/>
                                        <p:tgtEl>
                                          <p:spTgt spid="4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29"/>
        <p:cNvGrpSpPr/>
        <p:nvPr/>
      </p:nvGrpSpPr>
      <p:grpSpPr>
        <a:xfrm>
          <a:off x="0" y="0"/>
          <a:ext cx="0" cy="0"/>
          <a:chOff x="0" y="0"/>
          <a:chExt cx="0" cy="0"/>
        </a:xfrm>
      </p:grpSpPr>
      <p:sp>
        <p:nvSpPr>
          <p:cNvPr id="430" name="Google Shape;430;p57"/>
          <p:cNvSpPr txBox="1"/>
          <p:nvPr/>
        </p:nvSpPr>
        <p:spPr>
          <a:xfrm>
            <a:off x="1941987" y="8743533"/>
            <a:ext cx="14149600" cy="3734275"/>
          </a:xfrm>
          <a:prstGeom prst="rect">
            <a:avLst/>
          </a:prstGeom>
          <a:noFill/>
          <a:ln>
            <a:noFill/>
          </a:ln>
        </p:spPr>
        <p:txBody>
          <a:bodyPr spcFirstLastPara="1" wrap="square" lIns="243800" tIns="243800" rIns="243800" bIns="243800" anchor="t" anchorCtr="0">
            <a:spAutoFit/>
          </a:bodyPr>
          <a:lstStyle/>
          <a:p>
            <a:pPr marL="389519">
              <a:lnSpc>
                <a:spcPct val="115000"/>
              </a:lnSpc>
              <a:buClr>
                <a:schemeClr val="accent1"/>
              </a:buClr>
              <a:buSzPts val="1300"/>
            </a:pPr>
            <a:r>
              <a:rPr lang="en" sz="4000" dirty="0">
                <a:latin typeface="Lato"/>
                <a:ea typeface="Lato"/>
                <a:cs typeface="Lato"/>
                <a:sym typeface="Lato"/>
              </a:rPr>
              <a:t>Open file: </a:t>
            </a:r>
            <a:r>
              <a:rPr lang="en" sz="4000" dirty="0" err="1">
                <a:highlight>
                  <a:srgbClr val="FFFFFE"/>
                </a:highlight>
                <a:latin typeface="Courier New"/>
                <a:ea typeface="Courier New"/>
                <a:cs typeface="Courier New"/>
                <a:sym typeface="Courier New"/>
              </a:rPr>
              <a:t>file_object</a:t>
            </a:r>
            <a:r>
              <a:rPr lang="en" sz="4000" dirty="0">
                <a:highlight>
                  <a:srgbClr val="FFFFFE"/>
                </a:highlight>
                <a:latin typeface="Courier New"/>
                <a:ea typeface="Courier New"/>
                <a:cs typeface="Courier New"/>
                <a:sym typeface="Courier New"/>
              </a:rPr>
              <a:t>=open(file, mode)</a:t>
            </a:r>
            <a:endParaRPr sz="4000" dirty="0">
              <a:highlight>
                <a:srgbClr val="FFFFFE"/>
              </a:highlight>
              <a:latin typeface="Courier New"/>
              <a:ea typeface="Courier New"/>
              <a:cs typeface="Courier New"/>
              <a:sym typeface="Courier New"/>
            </a:endParaRPr>
          </a:p>
          <a:p>
            <a:pPr marL="389519">
              <a:lnSpc>
                <a:spcPct val="115000"/>
              </a:lnSpc>
              <a:buClr>
                <a:schemeClr val="accent1"/>
              </a:buClr>
              <a:buSzPts val="1300"/>
            </a:pPr>
            <a:r>
              <a:rPr lang="en" sz="4000" dirty="0">
                <a:highlight>
                  <a:srgbClr val="FFFFFE"/>
                </a:highlight>
                <a:latin typeface="Courier New"/>
                <a:ea typeface="Courier New"/>
                <a:cs typeface="Courier New"/>
                <a:sym typeface="Courier New"/>
              </a:rPr>
              <a:t>write()</a:t>
            </a:r>
            <a:endParaRPr sz="4000" dirty="0">
              <a:highlight>
                <a:srgbClr val="FFFFFE"/>
              </a:highlight>
              <a:latin typeface="Courier New"/>
              <a:ea typeface="Courier New"/>
              <a:cs typeface="Courier New"/>
              <a:sym typeface="Courier New"/>
            </a:endParaRPr>
          </a:p>
          <a:p>
            <a:pPr marL="389519">
              <a:lnSpc>
                <a:spcPct val="115000"/>
              </a:lnSpc>
              <a:buClr>
                <a:schemeClr val="accent1"/>
              </a:buClr>
              <a:buSzPts val="1300"/>
            </a:pPr>
            <a:r>
              <a:rPr lang="en" sz="4000" b="1" dirty="0">
                <a:latin typeface="Lato"/>
                <a:ea typeface="Lato"/>
                <a:cs typeface="Lato"/>
                <a:sym typeface="Lato"/>
              </a:rPr>
              <a:t>Always</a:t>
            </a:r>
            <a:r>
              <a:rPr lang="en" sz="4000" dirty="0">
                <a:latin typeface="Lato"/>
                <a:ea typeface="Lato"/>
                <a:cs typeface="Lato"/>
                <a:sym typeface="Lato"/>
              </a:rPr>
              <a:t> close file</a:t>
            </a:r>
            <a:endParaRPr sz="4000" dirty="0">
              <a:highlight>
                <a:srgbClr val="FFFFFE"/>
              </a:highlight>
              <a:latin typeface="Lato"/>
              <a:ea typeface="Lato"/>
              <a:cs typeface="Lato"/>
              <a:sym typeface="Lato"/>
            </a:endParaRPr>
          </a:p>
          <a:p>
            <a:pPr>
              <a:lnSpc>
                <a:spcPct val="115000"/>
              </a:lnSpc>
              <a:spcBef>
                <a:spcPts val="3200"/>
              </a:spcBef>
            </a:pPr>
            <a:r>
              <a:rPr lang="en" sz="4000" b="1" dirty="0">
                <a:latin typeface="Lato"/>
                <a:ea typeface="Lato"/>
                <a:cs typeface="Lato"/>
                <a:sym typeface="Lato"/>
              </a:rPr>
              <a:t>Note: This removes any existing file with that name</a:t>
            </a:r>
            <a:endParaRPr sz="4000" b="1" dirty="0">
              <a:latin typeface="Lato"/>
              <a:ea typeface="Lato"/>
              <a:cs typeface="Lato"/>
              <a:sym typeface="Lato"/>
            </a:endParaRPr>
          </a:p>
        </p:txBody>
      </p:sp>
      <p:sp>
        <p:nvSpPr>
          <p:cNvPr id="431" name="Google Shape;431;p57"/>
          <p:cNvSpPr txBox="1">
            <a:spLocks noGrp="1"/>
          </p:cNvSpPr>
          <p:nvPr>
            <p:ph type="body" idx="1"/>
          </p:nvPr>
        </p:nvSpPr>
        <p:spPr>
          <a:xfrm>
            <a:off x="1537255" y="4451865"/>
            <a:ext cx="14149600" cy="1085600"/>
          </a:xfrm>
          <a:prstGeom prst="rect">
            <a:avLst/>
          </a:prstGeom>
        </p:spPr>
        <p:txBody>
          <a:bodyPr spcFirstLastPara="1" vert="horz" wrap="square" lIns="243800" tIns="243800" rIns="243800" bIns="243800" rtlCol="0" anchor="t" anchorCtr="0">
            <a:noAutofit/>
          </a:bodyPr>
          <a:lstStyle/>
          <a:p>
            <a:pPr marL="389519" indent="0">
              <a:buNone/>
            </a:pPr>
            <a:r>
              <a:rPr lang="en" sz="4000" dirty="0"/>
              <a:t>Output to Console:  </a:t>
            </a:r>
            <a:r>
              <a:rPr lang="en" sz="4000" dirty="0">
                <a:latin typeface="Courier New"/>
                <a:ea typeface="Courier New"/>
                <a:cs typeface="Courier New"/>
                <a:sym typeface="Courier New"/>
              </a:rPr>
              <a:t>print(object1, object2, ...)</a:t>
            </a:r>
            <a:endParaRPr sz="4000" b="1" dirty="0"/>
          </a:p>
        </p:txBody>
      </p:sp>
      <p:sp>
        <p:nvSpPr>
          <p:cNvPr id="434" name="Google Shape;434;p57"/>
          <p:cNvSpPr txBox="1"/>
          <p:nvPr/>
        </p:nvSpPr>
        <p:spPr>
          <a:xfrm>
            <a:off x="1941987" y="5399046"/>
            <a:ext cx="8000000" cy="1218010"/>
          </a:xfrm>
          <a:prstGeom prst="rect">
            <a:avLst/>
          </a:prstGeom>
          <a:noFill/>
          <a:ln>
            <a:noFill/>
          </a:ln>
        </p:spPr>
        <p:txBody>
          <a:bodyPr spcFirstLastPara="1" wrap="square" lIns="243800" tIns="243800" rIns="243800" bIns="243800" anchor="t" anchorCtr="0">
            <a:spAutoFit/>
          </a:bodyPr>
          <a:lstStyle/>
          <a:p>
            <a:pPr>
              <a:lnSpc>
                <a:spcPct val="135714"/>
              </a:lnSpc>
            </a:pPr>
            <a:r>
              <a:rPr lang="en" sz="3467">
                <a:solidFill>
                  <a:srgbClr val="795E26"/>
                </a:solidFill>
                <a:latin typeface="Courier New"/>
                <a:ea typeface="Courier New"/>
                <a:cs typeface="Courier New"/>
                <a:sym typeface="Courier New"/>
              </a:rPr>
              <a:t>print</a:t>
            </a:r>
            <a:r>
              <a:rPr lang="en" sz="3467">
                <a:latin typeface="Courier New"/>
                <a:ea typeface="Courier New"/>
                <a:cs typeface="Courier New"/>
                <a:sym typeface="Courier New"/>
              </a:rPr>
              <a:t>(</a:t>
            </a:r>
            <a:r>
              <a:rPr lang="en" sz="3467">
                <a:solidFill>
                  <a:srgbClr val="A31515"/>
                </a:solidFill>
                <a:latin typeface="Courier New"/>
                <a:ea typeface="Courier New"/>
                <a:cs typeface="Courier New"/>
                <a:sym typeface="Courier New"/>
              </a:rPr>
              <a:t>'a'</a:t>
            </a:r>
            <a:r>
              <a:rPr lang="en" sz="3467">
                <a:latin typeface="Courier New"/>
                <a:ea typeface="Courier New"/>
                <a:cs typeface="Courier New"/>
                <a:sym typeface="Courier New"/>
              </a:rPr>
              <a:t>, </a:t>
            </a:r>
            <a:r>
              <a:rPr lang="en" sz="3467">
                <a:solidFill>
                  <a:srgbClr val="A31515"/>
                </a:solidFill>
                <a:latin typeface="Courier New"/>
                <a:ea typeface="Courier New"/>
                <a:cs typeface="Courier New"/>
                <a:sym typeface="Courier New"/>
              </a:rPr>
              <a:t>'b'</a:t>
            </a:r>
            <a:r>
              <a:rPr lang="en" sz="3467">
                <a:latin typeface="Courier New"/>
                <a:ea typeface="Courier New"/>
                <a:cs typeface="Courier New"/>
                <a:sym typeface="Courier New"/>
              </a:rPr>
              <a:t>, </a:t>
            </a:r>
            <a:r>
              <a:rPr lang="en" sz="3467">
                <a:solidFill>
                  <a:srgbClr val="A31515"/>
                </a:solidFill>
                <a:latin typeface="Courier New"/>
                <a:ea typeface="Courier New"/>
                <a:cs typeface="Courier New"/>
                <a:sym typeface="Courier New"/>
              </a:rPr>
              <a:t>'c'</a:t>
            </a:r>
            <a:r>
              <a:rPr lang="en" sz="3467">
                <a:latin typeface="Courier New"/>
                <a:ea typeface="Courier New"/>
                <a:cs typeface="Courier New"/>
                <a:sym typeface="Courier New"/>
              </a:rPr>
              <a:t>, </a:t>
            </a:r>
            <a:r>
              <a:rPr lang="en" sz="3467">
                <a:solidFill>
                  <a:srgbClr val="A31515"/>
                </a:solidFill>
                <a:latin typeface="Courier New"/>
                <a:ea typeface="Courier New"/>
                <a:cs typeface="Courier New"/>
                <a:sym typeface="Courier New"/>
              </a:rPr>
              <a:t>'d'</a:t>
            </a:r>
            <a:r>
              <a:rPr lang="en" sz="3467">
                <a:latin typeface="Courier New"/>
                <a:ea typeface="Courier New"/>
                <a:cs typeface="Courier New"/>
                <a:sym typeface="Courier New"/>
              </a:rPr>
              <a:t>)</a:t>
            </a:r>
            <a:endParaRPr sz="3467">
              <a:latin typeface="Courier New"/>
              <a:ea typeface="Courier New"/>
              <a:cs typeface="Courier New"/>
              <a:sym typeface="Courier New"/>
            </a:endParaRPr>
          </a:p>
        </p:txBody>
      </p:sp>
      <p:pic>
        <p:nvPicPr>
          <p:cNvPr id="435" name="Google Shape;435;p57"/>
          <p:cNvPicPr preferRelativeResize="0"/>
          <p:nvPr/>
        </p:nvPicPr>
        <p:blipFill>
          <a:blip r:embed="rId3">
            <a:alphaModFix/>
          </a:blip>
          <a:stretch>
            <a:fillRect/>
          </a:stretch>
        </p:blipFill>
        <p:spPr>
          <a:xfrm>
            <a:off x="12526254" y="5446316"/>
            <a:ext cx="4612667" cy="2356467"/>
          </a:xfrm>
          <a:prstGeom prst="rect">
            <a:avLst/>
          </a:prstGeom>
          <a:noFill/>
          <a:ln>
            <a:noFill/>
          </a:ln>
        </p:spPr>
      </p:pic>
      <p:sp>
        <p:nvSpPr>
          <p:cNvPr id="436" name="Google Shape;436;p57"/>
          <p:cNvSpPr txBox="1"/>
          <p:nvPr/>
        </p:nvSpPr>
        <p:spPr>
          <a:xfrm>
            <a:off x="1941987" y="6111379"/>
            <a:ext cx="8000000" cy="1218010"/>
          </a:xfrm>
          <a:prstGeom prst="rect">
            <a:avLst/>
          </a:prstGeom>
          <a:noFill/>
          <a:ln>
            <a:noFill/>
          </a:ln>
        </p:spPr>
        <p:txBody>
          <a:bodyPr spcFirstLastPara="1" wrap="square" lIns="243800" tIns="243800" rIns="243800" bIns="243800" anchor="t" anchorCtr="0">
            <a:spAutoFit/>
          </a:bodyPr>
          <a:lstStyle/>
          <a:p>
            <a:pPr>
              <a:lnSpc>
                <a:spcPct val="135714"/>
              </a:lnSpc>
            </a:pPr>
            <a:r>
              <a:rPr lang="en" sz="3467">
                <a:solidFill>
                  <a:srgbClr val="795E26"/>
                </a:solidFill>
                <a:latin typeface="Courier New"/>
                <a:ea typeface="Courier New"/>
                <a:cs typeface="Courier New"/>
                <a:sym typeface="Courier New"/>
              </a:rPr>
              <a:t>print</a:t>
            </a:r>
            <a:r>
              <a:rPr lang="en" sz="3467">
                <a:latin typeface="Courier New"/>
                <a:ea typeface="Courier New"/>
                <a:cs typeface="Courier New"/>
                <a:sym typeface="Courier New"/>
              </a:rPr>
              <a:t>(</a:t>
            </a:r>
            <a:r>
              <a:rPr lang="en" sz="3467">
                <a:solidFill>
                  <a:srgbClr val="A31515"/>
                </a:solidFill>
                <a:latin typeface="Courier New"/>
                <a:ea typeface="Courier New"/>
                <a:cs typeface="Courier New"/>
                <a:sym typeface="Courier New"/>
              </a:rPr>
              <a:t>'e'</a:t>
            </a:r>
            <a:r>
              <a:rPr lang="en" sz="3467">
                <a:latin typeface="Courier New"/>
                <a:ea typeface="Courier New"/>
                <a:cs typeface="Courier New"/>
                <a:sym typeface="Courier New"/>
              </a:rPr>
              <a:t>, </a:t>
            </a:r>
            <a:r>
              <a:rPr lang="en" sz="3467">
                <a:solidFill>
                  <a:srgbClr val="A31515"/>
                </a:solidFill>
                <a:latin typeface="Courier New"/>
                <a:ea typeface="Courier New"/>
                <a:cs typeface="Courier New"/>
                <a:sym typeface="Courier New"/>
              </a:rPr>
              <a:t>'f'</a:t>
            </a:r>
            <a:r>
              <a:rPr lang="en" sz="3467">
                <a:latin typeface="Courier New"/>
                <a:ea typeface="Courier New"/>
                <a:cs typeface="Courier New"/>
                <a:sym typeface="Courier New"/>
              </a:rPr>
              <a:t>, </a:t>
            </a:r>
            <a:r>
              <a:rPr lang="en" sz="3467">
                <a:solidFill>
                  <a:srgbClr val="A31515"/>
                </a:solidFill>
                <a:latin typeface="Courier New"/>
                <a:ea typeface="Courier New"/>
                <a:cs typeface="Courier New"/>
                <a:sym typeface="Courier New"/>
              </a:rPr>
              <a:t>'g'</a:t>
            </a:r>
            <a:r>
              <a:rPr lang="en" sz="3467">
                <a:latin typeface="Courier New"/>
                <a:ea typeface="Courier New"/>
                <a:cs typeface="Courier New"/>
                <a:sym typeface="Courier New"/>
              </a:rPr>
              <a:t>)</a:t>
            </a:r>
            <a:endParaRPr sz="3467">
              <a:latin typeface="Courier New"/>
              <a:ea typeface="Courier New"/>
              <a:cs typeface="Courier New"/>
              <a:sym typeface="Courier New"/>
            </a:endParaRPr>
          </a:p>
        </p:txBody>
      </p:sp>
      <p:cxnSp>
        <p:nvCxnSpPr>
          <p:cNvPr id="437" name="Google Shape;437;p57"/>
          <p:cNvCxnSpPr/>
          <p:nvPr/>
        </p:nvCxnSpPr>
        <p:spPr>
          <a:xfrm>
            <a:off x="8906320" y="5964179"/>
            <a:ext cx="5330400" cy="320800"/>
          </a:xfrm>
          <a:prstGeom prst="straightConnector1">
            <a:avLst/>
          </a:prstGeom>
          <a:noFill/>
          <a:ln w="9525" cap="flat" cmpd="sng">
            <a:solidFill>
              <a:schemeClr val="dk2"/>
            </a:solidFill>
            <a:prstDash val="solid"/>
            <a:round/>
            <a:headEnd type="none" w="med" len="med"/>
            <a:tailEnd type="triangle" w="med" len="med"/>
          </a:ln>
        </p:spPr>
      </p:cxnSp>
      <p:cxnSp>
        <p:nvCxnSpPr>
          <p:cNvPr id="438" name="Google Shape;438;p57"/>
          <p:cNvCxnSpPr/>
          <p:nvPr/>
        </p:nvCxnSpPr>
        <p:spPr>
          <a:xfrm>
            <a:off x="7623254" y="6682045"/>
            <a:ext cx="6674400" cy="260000"/>
          </a:xfrm>
          <a:prstGeom prst="straightConnector1">
            <a:avLst/>
          </a:prstGeom>
          <a:noFill/>
          <a:ln w="9525" cap="flat" cmpd="sng">
            <a:solidFill>
              <a:schemeClr val="dk2"/>
            </a:solidFill>
            <a:prstDash val="solid"/>
            <a:round/>
            <a:headEnd type="none" w="med" len="med"/>
            <a:tailEnd type="triangle" w="med" len="med"/>
          </a:ln>
        </p:spPr>
      </p:cxnSp>
      <p:pic>
        <p:nvPicPr>
          <p:cNvPr id="439" name="Google Shape;439;p57"/>
          <p:cNvPicPr preferRelativeResize="0"/>
          <p:nvPr/>
        </p:nvPicPr>
        <p:blipFill>
          <a:blip r:embed="rId4">
            <a:alphaModFix/>
          </a:blip>
          <a:stretch>
            <a:fillRect/>
          </a:stretch>
        </p:blipFill>
        <p:spPr>
          <a:xfrm>
            <a:off x="14419254" y="6594512"/>
            <a:ext cx="2337867" cy="762000"/>
          </a:xfrm>
          <a:prstGeom prst="rect">
            <a:avLst/>
          </a:prstGeom>
          <a:noFill/>
          <a:ln>
            <a:noFill/>
          </a:ln>
        </p:spPr>
      </p:pic>
      <p:sp>
        <p:nvSpPr>
          <p:cNvPr id="4" name="Google Shape;412;p56">
            <a:extLst>
              <a:ext uri="{FF2B5EF4-FFF2-40B4-BE49-F238E27FC236}">
                <a16:creationId xmlns:a16="http://schemas.microsoft.com/office/drawing/2014/main" id="{84DBFC85-53D9-D45C-3B9E-39C4411BC3D5}"/>
              </a:ext>
            </a:extLst>
          </p:cNvPr>
          <p:cNvSpPr txBox="1">
            <a:spLocks noGrp="1"/>
          </p:cNvSpPr>
          <p:nvPr>
            <p:ph type="title"/>
          </p:nvPr>
        </p:nvSpPr>
        <p:spPr>
          <a:xfrm>
            <a:off x="298453" y="249400"/>
            <a:ext cx="20503200" cy="1427200"/>
          </a:xfrm>
          <a:prstGeom prst="rect">
            <a:avLst/>
          </a:prstGeom>
        </p:spPr>
        <p:txBody>
          <a:bodyPr spcFirstLastPara="1" vert="horz" wrap="square" lIns="243800" tIns="243800" rIns="243800" bIns="243800" rtlCol="0" anchor="t" anchorCtr="0">
            <a:normAutofit/>
          </a:bodyPr>
          <a:lstStyle/>
          <a:p>
            <a:r>
              <a:rPr lang="en"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I/O</a:t>
            </a:r>
            <a:endParaRPr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5" name="Google Shape;412;p56">
            <a:extLst>
              <a:ext uri="{FF2B5EF4-FFF2-40B4-BE49-F238E27FC236}">
                <a16:creationId xmlns:a16="http://schemas.microsoft.com/office/drawing/2014/main" id="{A290042C-5378-181E-0023-7E31288B0943}"/>
              </a:ext>
            </a:extLst>
          </p:cNvPr>
          <p:cNvSpPr txBox="1">
            <a:spLocks/>
          </p:cNvSpPr>
          <p:nvPr/>
        </p:nvSpPr>
        <p:spPr>
          <a:xfrm>
            <a:off x="296105" y="1175521"/>
            <a:ext cx="20503200" cy="1427200"/>
          </a:xfrm>
          <a:prstGeom prst="rect">
            <a:avLst/>
          </a:prstGeom>
        </p:spPr>
        <p:txBody>
          <a:bodyPr spcFirstLastPara="1" vert="horz" wrap="square" lIns="243800" tIns="243800" rIns="243800" bIns="243800" rtlCol="0" anchor="t" anchorCtr="0">
            <a:normAutofit fontScale="97500"/>
          </a:bodyPr>
          <a:lstStyle>
            <a:lvl1pPr lvl="0" algn="l" defTabSz="1828800" rtl="0" eaLnBrk="1" latinLnBrk="0" hangingPunct="1">
              <a:lnSpc>
                <a:spcPct val="90000"/>
              </a:lnSpc>
              <a:spcBef>
                <a:spcPts val="0"/>
              </a:spcBef>
              <a:spcAft>
                <a:spcPts val="0"/>
              </a:spcAft>
              <a:buSzPts val="2600"/>
              <a:buNone/>
              <a:defRPr sz="6933" kern="1200">
                <a:solidFill>
                  <a:schemeClr val="tx1"/>
                </a:solidFill>
                <a:latin typeface="+mj-lt"/>
                <a:ea typeface="+mj-ea"/>
                <a:cs typeface="+mj-cs"/>
              </a:defRPr>
            </a:lvl1pPr>
            <a:lvl2pPr lvl="1" rtl="0">
              <a:spcBef>
                <a:spcPts val="0"/>
              </a:spcBef>
              <a:spcAft>
                <a:spcPts val="0"/>
              </a:spcAft>
              <a:buSzPts val="2600"/>
              <a:buNone/>
              <a:defRPr sz="6933"/>
            </a:lvl2pPr>
            <a:lvl3pPr lvl="2" rtl="0">
              <a:spcBef>
                <a:spcPts val="0"/>
              </a:spcBef>
              <a:spcAft>
                <a:spcPts val="0"/>
              </a:spcAft>
              <a:buSzPts val="2600"/>
              <a:buNone/>
              <a:defRPr sz="6933"/>
            </a:lvl3pPr>
            <a:lvl4pPr lvl="3" rtl="0">
              <a:spcBef>
                <a:spcPts val="0"/>
              </a:spcBef>
              <a:spcAft>
                <a:spcPts val="0"/>
              </a:spcAft>
              <a:buSzPts val="2600"/>
              <a:buNone/>
              <a:defRPr sz="6933"/>
            </a:lvl4pPr>
            <a:lvl5pPr lvl="4" rtl="0">
              <a:spcBef>
                <a:spcPts val="0"/>
              </a:spcBef>
              <a:spcAft>
                <a:spcPts val="0"/>
              </a:spcAft>
              <a:buSzPts val="2600"/>
              <a:buNone/>
              <a:defRPr sz="6933"/>
            </a:lvl5pPr>
            <a:lvl6pPr lvl="5" rtl="0">
              <a:spcBef>
                <a:spcPts val="0"/>
              </a:spcBef>
              <a:spcAft>
                <a:spcPts val="0"/>
              </a:spcAft>
              <a:buSzPts val="2600"/>
              <a:buNone/>
              <a:defRPr sz="6933"/>
            </a:lvl6pPr>
            <a:lvl7pPr lvl="6" rtl="0">
              <a:spcBef>
                <a:spcPts val="0"/>
              </a:spcBef>
              <a:spcAft>
                <a:spcPts val="0"/>
              </a:spcAft>
              <a:buSzPts val="2600"/>
              <a:buNone/>
              <a:defRPr sz="6933"/>
            </a:lvl7pPr>
            <a:lvl8pPr lvl="7" rtl="0">
              <a:spcBef>
                <a:spcPts val="0"/>
              </a:spcBef>
              <a:spcAft>
                <a:spcPts val="0"/>
              </a:spcAft>
              <a:buSzPts val="2600"/>
              <a:buNone/>
              <a:defRPr sz="6933"/>
            </a:lvl8pPr>
            <a:lvl9pPr lvl="8" rtl="0">
              <a:spcBef>
                <a:spcPts val="0"/>
              </a:spcBef>
              <a:spcAft>
                <a:spcPts val="0"/>
              </a:spcAft>
              <a:buSzPts val="2600"/>
              <a:buNone/>
              <a:defRPr sz="6933"/>
            </a:lvl9pPr>
          </a:lstStyle>
          <a:p>
            <a:r>
              <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Standard Output</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31"/>
                                        </p:tgtEl>
                                        <p:attrNameLst>
                                          <p:attrName>style.visibility</p:attrName>
                                        </p:attrNameLst>
                                      </p:cBhvr>
                                      <p:to>
                                        <p:strVal val="visible"/>
                                      </p:to>
                                    </p:set>
                                    <p:animEffect transition="in" filter="fade">
                                      <p:cBhvr>
                                        <p:cTn id="7" dur="400"/>
                                        <p:tgtEl>
                                          <p:spTgt spid="43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34"/>
                                        </p:tgtEl>
                                        <p:attrNameLst>
                                          <p:attrName>style.visibility</p:attrName>
                                        </p:attrNameLst>
                                      </p:cBhvr>
                                      <p:to>
                                        <p:strVal val="visible"/>
                                      </p:to>
                                    </p:set>
                                    <p:animEffect transition="in" filter="fade">
                                      <p:cBhvr>
                                        <p:cTn id="12" dur="400"/>
                                        <p:tgtEl>
                                          <p:spTgt spid="43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37"/>
                                        </p:tgtEl>
                                        <p:attrNameLst>
                                          <p:attrName>style.visibility</p:attrName>
                                        </p:attrNameLst>
                                      </p:cBhvr>
                                      <p:to>
                                        <p:strVal val="visible"/>
                                      </p:to>
                                    </p:set>
                                    <p:animEffect transition="in" filter="fade">
                                      <p:cBhvr>
                                        <p:cTn id="17" dur="400"/>
                                        <p:tgtEl>
                                          <p:spTgt spid="437"/>
                                        </p:tgtEl>
                                      </p:cBhvr>
                                    </p:animEffect>
                                  </p:childTnLst>
                                </p:cTn>
                              </p:par>
                              <p:par>
                                <p:cTn id="18" presetID="10" presetClass="entr" presetSubtype="0" fill="hold" nodeType="withEffect">
                                  <p:stCondLst>
                                    <p:cond delay="0"/>
                                  </p:stCondLst>
                                  <p:childTnLst>
                                    <p:set>
                                      <p:cBhvr>
                                        <p:cTn id="19" dur="1" fill="hold">
                                          <p:stCondLst>
                                            <p:cond delay="0"/>
                                          </p:stCondLst>
                                        </p:cTn>
                                        <p:tgtEl>
                                          <p:spTgt spid="435"/>
                                        </p:tgtEl>
                                        <p:attrNameLst>
                                          <p:attrName>style.visibility</p:attrName>
                                        </p:attrNameLst>
                                      </p:cBhvr>
                                      <p:to>
                                        <p:strVal val="visible"/>
                                      </p:to>
                                    </p:set>
                                    <p:animEffect transition="in" filter="fade">
                                      <p:cBhvr>
                                        <p:cTn id="20" dur="400"/>
                                        <p:tgtEl>
                                          <p:spTgt spid="435"/>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436"/>
                                        </p:tgtEl>
                                        <p:attrNameLst>
                                          <p:attrName>style.visibility</p:attrName>
                                        </p:attrNameLst>
                                      </p:cBhvr>
                                      <p:to>
                                        <p:strVal val="visible"/>
                                      </p:to>
                                    </p:set>
                                    <p:animEffect transition="in" filter="fade">
                                      <p:cBhvr>
                                        <p:cTn id="25" dur="400"/>
                                        <p:tgtEl>
                                          <p:spTgt spid="436"/>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438"/>
                                        </p:tgtEl>
                                        <p:attrNameLst>
                                          <p:attrName>style.visibility</p:attrName>
                                        </p:attrNameLst>
                                      </p:cBhvr>
                                      <p:to>
                                        <p:strVal val="visible"/>
                                      </p:to>
                                    </p:set>
                                    <p:animEffect transition="in" filter="fade">
                                      <p:cBhvr>
                                        <p:cTn id="30" dur="400"/>
                                        <p:tgtEl>
                                          <p:spTgt spid="438"/>
                                        </p:tgtEl>
                                      </p:cBhvr>
                                    </p:animEffect>
                                  </p:childTnLst>
                                </p:cTn>
                              </p:par>
                              <p:par>
                                <p:cTn id="31" presetID="10" presetClass="exit" presetSubtype="0" fill="hold" nodeType="withEffect">
                                  <p:stCondLst>
                                    <p:cond delay="0"/>
                                  </p:stCondLst>
                                  <p:childTnLst>
                                    <p:animEffect transition="out" filter="fade">
                                      <p:cBhvr>
                                        <p:cTn id="32" dur="400"/>
                                        <p:tgtEl>
                                          <p:spTgt spid="439"/>
                                        </p:tgtEl>
                                      </p:cBhvr>
                                    </p:animEffect>
                                    <p:set>
                                      <p:cBhvr>
                                        <p:cTn id="33" dur="1" fill="hold">
                                          <p:stCondLst>
                                            <p:cond delay="400"/>
                                          </p:stCondLst>
                                        </p:cTn>
                                        <p:tgtEl>
                                          <p:spTgt spid="439"/>
                                        </p:tgtEl>
                                        <p:attrNameLst>
                                          <p:attrName>style.visibility</p:attrName>
                                        </p:attrNameLst>
                                      </p:cBhvr>
                                      <p:to>
                                        <p:strVal val="hidden"/>
                                      </p:to>
                                    </p:se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430">
                                            <p:txEl>
                                              <p:pRg st="0" end="0"/>
                                            </p:txEl>
                                          </p:spTgt>
                                        </p:tgtEl>
                                        <p:attrNameLst>
                                          <p:attrName>style.visibility</p:attrName>
                                        </p:attrNameLst>
                                      </p:cBhvr>
                                      <p:to>
                                        <p:strVal val="visible"/>
                                      </p:to>
                                    </p:set>
                                    <p:animEffect transition="in" filter="fade">
                                      <p:cBhvr>
                                        <p:cTn id="38" dur="1000"/>
                                        <p:tgtEl>
                                          <p:spTgt spid="430">
                                            <p:txEl>
                                              <p:pRg st="0" end="0"/>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430">
                                            <p:txEl>
                                              <p:pRg st="1" end="1"/>
                                            </p:txEl>
                                          </p:spTgt>
                                        </p:tgtEl>
                                        <p:attrNameLst>
                                          <p:attrName>style.visibility</p:attrName>
                                        </p:attrNameLst>
                                      </p:cBhvr>
                                      <p:to>
                                        <p:strVal val="visible"/>
                                      </p:to>
                                    </p:set>
                                    <p:animEffect transition="in" filter="fade">
                                      <p:cBhvr>
                                        <p:cTn id="43" dur="1000"/>
                                        <p:tgtEl>
                                          <p:spTgt spid="430">
                                            <p:txEl>
                                              <p:pRg st="1" end="1"/>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430">
                                            <p:txEl>
                                              <p:pRg st="2" end="2"/>
                                            </p:txEl>
                                          </p:spTgt>
                                        </p:tgtEl>
                                        <p:attrNameLst>
                                          <p:attrName>style.visibility</p:attrName>
                                        </p:attrNameLst>
                                      </p:cBhvr>
                                      <p:to>
                                        <p:strVal val="visible"/>
                                      </p:to>
                                    </p:set>
                                    <p:animEffect transition="in" filter="fade">
                                      <p:cBhvr>
                                        <p:cTn id="48" dur="1000"/>
                                        <p:tgtEl>
                                          <p:spTgt spid="430">
                                            <p:txEl>
                                              <p:pRg st="2" end="2"/>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430">
                                            <p:txEl>
                                              <p:pRg st="3" end="3"/>
                                            </p:txEl>
                                          </p:spTgt>
                                        </p:tgtEl>
                                        <p:attrNameLst>
                                          <p:attrName>style.visibility</p:attrName>
                                        </p:attrNameLst>
                                      </p:cBhvr>
                                      <p:to>
                                        <p:strVal val="visible"/>
                                      </p:to>
                                    </p:set>
                                    <p:animEffect transition="in" filter="fade">
                                      <p:cBhvr>
                                        <p:cTn id="53" dur="1000"/>
                                        <p:tgtEl>
                                          <p:spTgt spid="43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402" name="Google Shape;402;p55"/>
          <p:cNvSpPr txBox="1">
            <a:spLocks noGrp="1"/>
          </p:cNvSpPr>
          <p:nvPr>
            <p:ph type="title"/>
          </p:nvPr>
        </p:nvSpPr>
        <p:spPr>
          <a:xfrm>
            <a:off x="1768836" y="1543984"/>
            <a:ext cx="20505870" cy="1427200"/>
          </a:xfrm>
          <a:prstGeom prst="rect">
            <a:avLst/>
          </a:prstGeom>
        </p:spPr>
        <p:txBody>
          <a:bodyPr spcFirstLastPara="1" vert="horz" wrap="square" lIns="243800" tIns="243800" rIns="243800" bIns="243800" rtlCol="0" anchor="t" anchorCtr="0">
            <a:normAutofit fontScale="90000"/>
          </a:bodyPr>
          <a:lstStyle/>
          <a:p>
            <a:r>
              <a:rPr lang="en" b="1" dirty="0">
                <a:latin typeface="Helvetica Neue" panose="02000503000000020004" pitchFamily="2" charset="0"/>
                <a:ea typeface="Helvetica Neue" panose="02000503000000020004" pitchFamily="2" charset="0"/>
                <a:cs typeface="Helvetica Neue" panose="02000503000000020004" pitchFamily="2" charset="0"/>
              </a:rPr>
              <a:t>Lecture Outline</a:t>
            </a:r>
            <a:endParaRPr b="1"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04" name="Google Shape;404;p55"/>
          <p:cNvSpPr txBox="1">
            <a:spLocks noGrp="1"/>
          </p:cNvSpPr>
          <p:nvPr>
            <p:ph type="body" idx="1"/>
          </p:nvPr>
        </p:nvSpPr>
        <p:spPr>
          <a:xfrm>
            <a:off x="1940652" y="3100270"/>
            <a:ext cx="2901171" cy="2713415"/>
          </a:xfrm>
          <a:prstGeom prst="rect">
            <a:avLst/>
          </a:prstGeom>
        </p:spPr>
        <p:txBody>
          <a:bodyPr spcFirstLastPara="1" vert="horz" wrap="square" lIns="243800" tIns="243800" rIns="243800" bIns="243800" rtlCol="0" anchor="t" anchorCtr="0">
            <a:normAutofit/>
          </a:bodyPr>
          <a:lstStyle/>
          <a:p>
            <a:pPr marL="455568" indent="0">
              <a:lnSpc>
                <a:spcPct val="200000"/>
              </a:lnSpc>
              <a:buSzPct val="100000"/>
              <a:buNone/>
            </a:pPr>
            <a:r>
              <a:rPr lang="en"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I/O</a:t>
            </a:r>
            <a:endParaRPr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03" name="Google Shape;403;p55"/>
          <p:cNvSpPr txBox="1">
            <a:spLocks noGrp="1"/>
          </p:cNvSpPr>
          <p:nvPr>
            <p:ph type="sldNum" idx="12"/>
          </p:nvPr>
        </p:nvSpPr>
        <p:spPr>
          <a:prstGeom prst="rect">
            <a:avLst/>
          </a:prstGeom>
        </p:spPr>
        <p:txBody>
          <a:bodyPr spcFirstLastPara="1" vert="horz" wrap="square" lIns="243800" tIns="243800" rIns="243800" bIns="243800" rtlCol="0" anchor="ctr" anchorCtr="0">
            <a:normAutofit/>
          </a:bodyPr>
          <a:lstStyle/>
          <a:p>
            <a:fld id="{00000000-1234-1234-1234-123412341234}" type="slidenum">
              <a:rPr lang="en">
                <a:solidFill>
                  <a:schemeClr val="accent1"/>
                </a:solidFill>
                <a:latin typeface="Lato"/>
                <a:ea typeface="Lato"/>
                <a:cs typeface="Lato"/>
                <a:sym typeface="Lato"/>
              </a:rPr>
              <a:pPr/>
              <a:t>5</a:t>
            </a:fld>
            <a:endParaRPr>
              <a:solidFill>
                <a:schemeClr val="accent1"/>
              </a:solidFill>
              <a:latin typeface="Lato"/>
              <a:ea typeface="Lato"/>
              <a:cs typeface="Lato"/>
              <a:sym typeface="Lato"/>
            </a:endParaRPr>
          </a:p>
        </p:txBody>
      </p:sp>
      <p:sp>
        <p:nvSpPr>
          <p:cNvPr id="2" name="Google Shape;404;p55">
            <a:extLst>
              <a:ext uri="{FF2B5EF4-FFF2-40B4-BE49-F238E27FC236}">
                <a16:creationId xmlns:a16="http://schemas.microsoft.com/office/drawing/2014/main" id="{C23724DE-D0F4-1B60-8BA5-494F5A90BC74}"/>
              </a:ext>
            </a:extLst>
          </p:cNvPr>
          <p:cNvSpPr txBox="1">
            <a:spLocks/>
          </p:cNvSpPr>
          <p:nvPr/>
        </p:nvSpPr>
        <p:spPr>
          <a:xfrm>
            <a:off x="1943152" y="4916575"/>
            <a:ext cx="7440691" cy="2413610"/>
          </a:xfrm>
          <a:prstGeom prst="rect">
            <a:avLst/>
          </a:prstGeom>
        </p:spPr>
        <p:txBody>
          <a:bodyPr spcFirstLastPara="1" vert="horz" wrap="square" lIns="243800" tIns="243800" rIns="243800" bIns="243800" rtlCol="0" anchor="t" anchorCtr="0">
            <a:normAutofit/>
          </a:bodyPr>
          <a:lstStyle>
            <a:lvl1pPr marL="1219367" lvl="0" indent="-829848" algn="l" defTabSz="1828800" rtl="0" eaLnBrk="1" latinLnBrk="0" hangingPunct="1">
              <a:lnSpc>
                <a:spcPct val="90000"/>
              </a:lnSpc>
              <a:spcBef>
                <a:spcPts val="0"/>
              </a:spcBef>
              <a:spcAft>
                <a:spcPts val="0"/>
              </a:spcAft>
              <a:buSzPts val="1300"/>
              <a:buFont typeface="Arial" panose="020B0604020202020204" pitchFamily="34" charset="0"/>
              <a:buChar char="●"/>
              <a:defRPr sz="5600" kern="1200">
                <a:solidFill>
                  <a:schemeClr val="tx1"/>
                </a:solidFill>
                <a:latin typeface="+mn-lt"/>
                <a:ea typeface="+mn-ea"/>
                <a:cs typeface="+mn-cs"/>
              </a:defRPr>
            </a:lvl1pPr>
            <a:lvl2pPr marL="2438734" lvl="1" indent="-795975" algn="l" defTabSz="1828800" rtl="0" eaLnBrk="1" latinLnBrk="0" hangingPunct="1">
              <a:lnSpc>
                <a:spcPct val="90000"/>
              </a:lnSpc>
              <a:spcBef>
                <a:spcPts val="0"/>
              </a:spcBef>
              <a:spcAft>
                <a:spcPts val="0"/>
              </a:spcAft>
              <a:buSzPts val="1100"/>
              <a:buFont typeface="Arial" panose="020B0604020202020204" pitchFamily="34" charset="0"/>
              <a:buChar char="○"/>
              <a:defRPr sz="4800" kern="1200">
                <a:solidFill>
                  <a:schemeClr val="tx1"/>
                </a:solidFill>
                <a:latin typeface="+mn-lt"/>
                <a:ea typeface="+mn-ea"/>
                <a:cs typeface="+mn-cs"/>
              </a:defRPr>
            </a:lvl2pPr>
            <a:lvl3pPr marL="3658102" lvl="2" indent="-795975" algn="l" defTabSz="1828800" rtl="0" eaLnBrk="1" latinLnBrk="0" hangingPunct="1">
              <a:lnSpc>
                <a:spcPct val="90000"/>
              </a:lnSpc>
              <a:spcBef>
                <a:spcPts val="0"/>
              </a:spcBef>
              <a:spcAft>
                <a:spcPts val="0"/>
              </a:spcAft>
              <a:buSzPts val="1100"/>
              <a:buFont typeface="Arial" panose="020B0604020202020204" pitchFamily="34" charset="0"/>
              <a:buChar char="■"/>
              <a:defRPr sz="4000" kern="1200">
                <a:solidFill>
                  <a:schemeClr val="tx1"/>
                </a:solidFill>
                <a:latin typeface="+mn-lt"/>
                <a:ea typeface="+mn-ea"/>
                <a:cs typeface="+mn-cs"/>
              </a:defRPr>
            </a:lvl3pPr>
            <a:lvl4pPr marL="4877472" lvl="3"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4pPr>
            <a:lvl5pPr marL="6096839" lvl="4"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5pPr>
            <a:lvl6pPr marL="7316206" lvl="5"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6pPr>
            <a:lvl7pPr marL="8535573" lvl="6"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7pPr>
            <a:lvl8pPr marL="9754941" lvl="7"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8pPr>
            <a:lvl9pPr marL="10974311" lvl="8"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9pPr>
          </a:lstStyle>
          <a:p>
            <a:pPr marL="455568" indent="0">
              <a:lnSpc>
                <a:spcPct val="200000"/>
              </a:lnSpc>
              <a:buSzPct val="100000"/>
              <a:buFont typeface="Arial" panose="020B0604020202020204" pitchFamily="34" charset="0"/>
              <a:buNone/>
            </a:pPr>
            <a:r>
              <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List Manipulation</a:t>
            </a:r>
          </a:p>
        </p:txBody>
      </p:sp>
    </p:spTree>
    <p:extLst>
      <p:ext uri="{BB962C8B-B14F-4D97-AF65-F5344CB8AC3E}">
        <p14:creationId xmlns:p14="http://schemas.microsoft.com/office/powerpoint/2010/main" val="96481343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50"/>
        <p:cNvGrpSpPr/>
        <p:nvPr/>
      </p:nvGrpSpPr>
      <p:grpSpPr>
        <a:xfrm>
          <a:off x="0" y="0"/>
          <a:ext cx="0" cy="0"/>
          <a:chOff x="0" y="0"/>
          <a:chExt cx="0" cy="0"/>
        </a:xfrm>
      </p:grpSpPr>
      <p:sp>
        <p:nvSpPr>
          <p:cNvPr id="451" name="Google Shape;451;p59"/>
          <p:cNvSpPr txBox="1">
            <a:spLocks noGrp="1"/>
          </p:cNvSpPr>
          <p:nvPr>
            <p:ph type="body" idx="1"/>
          </p:nvPr>
        </p:nvSpPr>
        <p:spPr>
          <a:xfrm>
            <a:off x="3709488" y="4081925"/>
            <a:ext cx="4729974" cy="1596847"/>
          </a:xfrm>
          <a:prstGeom prst="rect">
            <a:avLst/>
          </a:prstGeom>
        </p:spPr>
        <p:txBody>
          <a:bodyPr spcFirstLastPara="1" vert="horz" wrap="square" lIns="243800" tIns="243800" rIns="243800" bIns="243800" rtlCol="0" anchor="t" anchorCtr="0">
            <a:normAutofit/>
          </a:bodyPr>
          <a:lstStyle/>
          <a:p>
            <a:pPr marL="237099" indent="0">
              <a:buSzPts val="2200"/>
              <a:buNone/>
            </a:pPr>
            <a:r>
              <a:rPr lang="en"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Indexing</a:t>
            </a:r>
            <a:endParaRPr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52" name="Google Shape;452;p59"/>
          <p:cNvSpPr txBox="1">
            <a:spLocks noGrp="1"/>
          </p:cNvSpPr>
          <p:nvPr>
            <p:ph type="sldNum" idx="12"/>
          </p:nvPr>
        </p:nvSpPr>
        <p:spPr>
          <a:prstGeom prst="rect">
            <a:avLst/>
          </a:prstGeom>
        </p:spPr>
        <p:txBody>
          <a:bodyPr spcFirstLastPara="1" vert="horz" wrap="square" lIns="243800" tIns="243800" rIns="243800" bIns="243800" rtlCol="0" anchor="ctr" anchorCtr="0">
            <a:normAutofit/>
          </a:bodyPr>
          <a:lstStyle/>
          <a:p>
            <a:fld id="{00000000-1234-1234-1234-123412341234}" type="slidenum">
              <a:rPr lang="en">
                <a:solidFill>
                  <a:schemeClr val="accent1"/>
                </a:solidFill>
                <a:latin typeface="Lato"/>
                <a:ea typeface="Lato"/>
                <a:cs typeface="Lato"/>
                <a:sym typeface="Lato"/>
              </a:rPr>
              <a:pPr/>
              <a:t>6</a:t>
            </a:fld>
            <a:endParaRPr>
              <a:solidFill>
                <a:schemeClr val="accent1"/>
              </a:solidFill>
              <a:latin typeface="Lato"/>
              <a:ea typeface="Lato"/>
              <a:cs typeface="Lato"/>
              <a:sym typeface="Lato"/>
            </a:endParaRPr>
          </a:p>
        </p:txBody>
      </p:sp>
      <p:sp>
        <p:nvSpPr>
          <p:cNvPr id="5" name="Google Shape;412;p56">
            <a:extLst>
              <a:ext uri="{FF2B5EF4-FFF2-40B4-BE49-F238E27FC236}">
                <a16:creationId xmlns:a16="http://schemas.microsoft.com/office/drawing/2014/main" id="{8446853B-5743-653A-5980-540530E354A2}"/>
              </a:ext>
            </a:extLst>
          </p:cNvPr>
          <p:cNvSpPr txBox="1">
            <a:spLocks noGrp="1"/>
          </p:cNvSpPr>
          <p:nvPr>
            <p:ph type="title"/>
          </p:nvPr>
        </p:nvSpPr>
        <p:spPr>
          <a:xfrm>
            <a:off x="298453" y="249400"/>
            <a:ext cx="20503200" cy="1427200"/>
          </a:xfrm>
          <a:prstGeom prst="rect">
            <a:avLst/>
          </a:prstGeom>
        </p:spPr>
        <p:txBody>
          <a:bodyPr spcFirstLastPara="1" vert="horz" wrap="square" lIns="243800" tIns="243800" rIns="243800" bIns="243800" rtlCol="0" anchor="t" anchorCtr="0">
            <a:normAutofit/>
          </a:bodyPr>
          <a:lstStyle/>
          <a:p>
            <a:r>
              <a:rPr lang="en"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List Manipulation</a:t>
            </a:r>
            <a:endParaRPr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6" name="Google Shape;451;p59">
            <a:extLst>
              <a:ext uri="{FF2B5EF4-FFF2-40B4-BE49-F238E27FC236}">
                <a16:creationId xmlns:a16="http://schemas.microsoft.com/office/drawing/2014/main" id="{8CE076BE-76AC-8F9F-E468-DADC077F9A5B}"/>
              </a:ext>
            </a:extLst>
          </p:cNvPr>
          <p:cNvSpPr txBox="1">
            <a:spLocks/>
          </p:cNvSpPr>
          <p:nvPr/>
        </p:nvSpPr>
        <p:spPr>
          <a:xfrm>
            <a:off x="3709488" y="5057292"/>
            <a:ext cx="7920376" cy="1596847"/>
          </a:xfrm>
          <a:prstGeom prst="rect">
            <a:avLst/>
          </a:prstGeom>
        </p:spPr>
        <p:txBody>
          <a:bodyPr spcFirstLastPara="1" vert="horz" wrap="square" lIns="243800" tIns="243800" rIns="243800" bIns="243800" rtlCol="0" anchor="t" anchorCtr="0">
            <a:normAutofit/>
          </a:bodyPr>
          <a:lstStyle>
            <a:lvl1pPr marL="1219367" lvl="0" indent="-829848" algn="l" defTabSz="1828800" rtl="0" eaLnBrk="1" latinLnBrk="0" hangingPunct="1">
              <a:lnSpc>
                <a:spcPct val="90000"/>
              </a:lnSpc>
              <a:spcBef>
                <a:spcPts val="0"/>
              </a:spcBef>
              <a:spcAft>
                <a:spcPts val="0"/>
              </a:spcAft>
              <a:buSzPts val="1300"/>
              <a:buFont typeface="Arial" panose="020B0604020202020204" pitchFamily="34" charset="0"/>
              <a:buChar char="●"/>
              <a:defRPr sz="5600" kern="1200">
                <a:solidFill>
                  <a:schemeClr val="tx1"/>
                </a:solidFill>
                <a:latin typeface="+mn-lt"/>
                <a:ea typeface="+mn-ea"/>
                <a:cs typeface="+mn-cs"/>
              </a:defRPr>
            </a:lvl1pPr>
            <a:lvl2pPr marL="2438734" lvl="1" indent="-795975" algn="l" defTabSz="1828800" rtl="0" eaLnBrk="1" latinLnBrk="0" hangingPunct="1">
              <a:lnSpc>
                <a:spcPct val="90000"/>
              </a:lnSpc>
              <a:spcBef>
                <a:spcPts val="0"/>
              </a:spcBef>
              <a:spcAft>
                <a:spcPts val="0"/>
              </a:spcAft>
              <a:buSzPts val="1100"/>
              <a:buFont typeface="Arial" panose="020B0604020202020204" pitchFamily="34" charset="0"/>
              <a:buChar char="○"/>
              <a:defRPr sz="4800" kern="1200">
                <a:solidFill>
                  <a:schemeClr val="tx1"/>
                </a:solidFill>
                <a:latin typeface="+mn-lt"/>
                <a:ea typeface="+mn-ea"/>
                <a:cs typeface="+mn-cs"/>
              </a:defRPr>
            </a:lvl2pPr>
            <a:lvl3pPr marL="3658102" lvl="2" indent="-795975" algn="l" defTabSz="1828800" rtl="0" eaLnBrk="1" latinLnBrk="0" hangingPunct="1">
              <a:lnSpc>
                <a:spcPct val="90000"/>
              </a:lnSpc>
              <a:spcBef>
                <a:spcPts val="0"/>
              </a:spcBef>
              <a:spcAft>
                <a:spcPts val="0"/>
              </a:spcAft>
              <a:buSzPts val="1100"/>
              <a:buFont typeface="Arial" panose="020B0604020202020204" pitchFamily="34" charset="0"/>
              <a:buChar char="■"/>
              <a:defRPr sz="4000" kern="1200">
                <a:solidFill>
                  <a:schemeClr val="tx1"/>
                </a:solidFill>
                <a:latin typeface="+mn-lt"/>
                <a:ea typeface="+mn-ea"/>
                <a:cs typeface="+mn-cs"/>
              </a:defRPr>
            </a:lvl3pPr>
            <a:lvl4pPr marL="4877472" lvl="3"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4pPr>
            <a:lvl5pPr marL="6096839" lvl="4"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5pPr>
            <a:lvl6pPr marL="7316206" lvl="5"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6pPr>
            <a:lvl7pPr marL="8535573" lvl="6"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7pPr>
            <a:lvl8pPr marL="9754941" lvl="7"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8pPr>
            <a:lvl9pPr marL="10974311" lvl="8"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9pPr>
          </a:lstStyle>
          <a:p>
            <a:pPr marL="237099" indent="0">
              <a:buSzPts val="2200"/>
              <a:buFont typeface="Arial" panose="020B0604020202020204" pitchFamily="34" charset="0"/>
              <a:buNone/>
            </a:pPr>
            <a:r>
              <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List Operations</a:t>
            </a:r>
          </a:p>
        </p:txBody>
      </p:sp>
      <p:sp>
        <p:nvSpPr>
          <p:cNvPr id="7" name="Google Shape;451;p59">
            <a:extLst>
              <a:ext uri="{FF2B5EF4-FFF2-40B4-BE49-F238E27FC236}">
                <a16:creationId xmlns:a16="http://schemas.microsoft.com/office/drawing/2014/main" id="{A4714A5F-CB5E-27CF-27F0-46324343A062}"/>
              </a:ext>
            </a:extLst>
          </p:cNvPr>
          <p:cNvSpPr txBox="1">
            <a:spLocks/>
          </p:cNvSpPr>
          <p:nvPr/>
        </p:nvSpPr>
        <p:spPr>
          <a:xfrm>
            <a:off x="3709488" y="6032659"/>
            <a:ext cx="5282109" cy="1596847"/>
          </a:xfrm>
          <a:prstGeom prst="rect">
            <a:avLst/>
          </a:prstGeom>
        </p:spPr>
        <p:txBody>
          <a:bodyPr spcFirstLastPara="1" vert="horz" wrap="square" lIns="243800" tIns="243800" rIns="243800" bIns="243800" rtlCol="0" anchor="t" anchorCtr="0">
            <a:normAutofit/>
          </a:bodyPr>
          <a:lstStyle>
            <a:lvl1pPr marL="1219367" lvl="0" indent="-829848" algn="l" defTabSz="1828800" rtl="0" eaLnBrk="1" latinLnBrk="0" hangingPunct="1">
              <a:lnSpc>
                <a:spcPct val="90000"/>
              </a:lnSpc>
              <a:spcBef>
                <a:spcPts val="0"/>
              </a:spcBef>
              <a:spcAft>
                <a:spcPts val="0"/>
              </a:spcAft>
              <a:buSzPts val="1300"/>
              <a:buFont typeface="Arial" panose="020B0604020202020204" pitchFamily="34" charset="0"/>
              <a:buChar char="●"/>
              <a:defRPr sz="5600" kern="1200">
                <a:solidFill>
                  <a:schemeClr val="tx1"/>
                </a:solidFill>
                <a:latin typeface="+mn-lt"/>
                <a:ea typeface="+mn-ea"/>
                <a:cs typeface="+mn-cs"/>
              </a:defRPr>
            </a:lvl1pPr>
            <a:lvl2pPr marL="2438734" lvl="1" indent="-795975" algn="l" defTabSz="1828800" rtl="0" eaLnBrk="1" latinLnBrk="0" hangingPunct="1">
              <a:lnSpc>
                <a:spcPct val="90000"/>
              </a:lnSpc>
              <a:spcBef>
                <a:spcPts val="0"/>
              </a:spcBef>
              <a:spcAft>
                <a:spcPts val="0"/>
              </a:spcAft>
              <a:buSzPts val="1100"/>
              <a:buFont typeface="Arial" panose="020B0604020202020204" pitchFamily="34" charset="0"/>
              <a:buChar char="○"/>
              <a:defRPr sz="4800" kern="1200">
                <a:solidFill>
                  <a:schemeClr val="tx1"/>
                </a:solidFill>
                <a:latin typeface="+mn-lt"/>
                <a:ea typeface="+mn-ea"/>
                <a:cs typeface="+mn-cs"/>
              </a:defRPr>
            </a:lvl2pPr>
            <a:lvl3pPr marL="3658102" lvl="2" indent="-795975" algn="l" defTabSz="1828800" rtl="0" eaLnBrk="1" latinLnBrk="0" hangingPunct="1">
              <a:lnSpc>
                <a:spcPct val="90000"/>
              </a:lnSpc>
              <a:spcBef>
                <a:spcPts val="0"/>
              </a:spcBef>
              <a:spcAft>
                <a:spcPts val="0"/>
              </a:spcAft>
              <a:buSzPts val="1100"/>
              <a:buFont typeface="Arial" panose="020B0604020202020204" pitchFamily="34" charset="0"/>
              <a:buChar char="■"/>
              <a:defRPr sz="4000" kern="1200">
                <a:solidFill>
                  <a:schemeClr val="tx1"/>
                </a:solidFill>
                <a:latin typeface="+mn-lt"/>
                <a:ea typeface="+mn-ea"/>
                <a:cs typeface="+mn-cs"/>
              </a:defRPr>
            </a:lvl3pPr>
            <a:lvl4pPr marL="4877472" lvl="3"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4pPr>
            <a:lvl5pPr marL="6096839" lvl="4"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5pPr>
            <a:lvl6pPr marL="7316206" lvl="5"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6pPr>
            <a:lvl7pPr marL="8535573" lvl="6"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7pPr>
            <a:lvl8pPr marL="9754941" lvl="7"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8pPr>
            <a:lvl9pPr marL="10974311" lvl="8"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9pPr>
          </a:lstStyle>
          <a:p>
            <a:pPr marL="237099" indent="0">
              <a:buSzPts val="2200"/>
              <a:buFont typeface="Arial" panose="020B0604020202020204" pitchFamily="34" charset="0"/>
              <a:buNone/>
            </a:pPr>
            <a:r>
              <a:rPr lang="en-US" sz="6000" b="1" dirty="0" err="1">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Listcomp</a:t>
            </a:r>
            <a:endPar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8" name="Google Shape;451;p59">
            <a:extLst>
              <a:ext uri="{FF2B5EF4-FFF2-40B4-BE49-F238E27FC236}">
                <a16:creationId xmlns:a16="http://schemas.microsoft.com/office/drawing/2014/main" id="{978B8A83-BC46-4FAE-BB7F-3CEB87E5468D}"/>
              </a:ext>
            </a:extLst>
          </p:cNvPr>
          <p:cNvSpPr txBox="1">
            <a:spLocks/>
          </p:cNvSpPr>
          <p:nvPr/>
        </p:nvSpPr>
        <p:spPr>
          <a:xfrm>
            <a:off x="3709488" y="6980982"/>
            <a:ext cx="8085269" cy="2030752"/>
          </a:xfrm>
          <a:prstGeom prst="rect">
            <a:avLst/>
          </a:prstGeom>
        </p:spPr>
        <p:txBody>
          <a:bodyPr spcFirstLastPara="1" vert="horz" wrap="square" lIns="243800" tIns="243800" rIns="243800" bIns="243800" rtlCol="0" anchor="t" anchorCtr="0">
            <a:normAutofit/>
          </a:bodyPr>
          <a:lstStyle>
            <a:lvl1pPr marL="1219367" lvl="0" indent="-829848" algn="l" defTabSz="1828800" rtl="0" eaLnBrk="1" latinLnBrk="0" hangingPunct="1">
              <a:lnSpc>
                <a:spcPct val="90000"/>
              </a:lnSpc>
              <a:spcBef>
                <a:spcPts val="0"/>
              </a:spcBef>
              <a:spcAft>
                <a:spcPts val="0"/>
              </a:spcAft>
              <a:buSzPts val="1300"/>
              <a:buFont typeface="Arial" panose="020B0604020202020204" pitchFamily="34" charset="0"/>
              <a:buChar char="●"/>
              <a:defRPr sz="5600" kern="1200">
                <a:solidFill>
                  <a:schemeClr val="tx1"/>
                </a:solidFill>
                <a:latin typeface="+mn-lt"/>
                <a:ea typeface="+mn-ea"/>
                <a:cs typeface="+mn-cs"/>
              </a:defRPr>
            </a:lvl1pPr>
            <a:lvl2pPr marL="2438734" lvl="1" indent="-795975" algn="l" defTabSz="1828800" rtl="0" eaLnBrk="1" latinLnBrk="0" hangingPunct="1">
              <a:lnSpc>
                <a:spcPct val="90000"/>
              </a:lnSpc>
              <a:spcBef>
                <a:spcPts val="0"/>
              </a:spcBef>
              <a:spcAft>
                <a:spcPts val="0"/>
              </a:spcAft>
              <a:buSzPts val="1100"/>
              <a:buFont typeface="Arial" panose="020B0604020202020204" pitchFamily="34" charset="0"/>
              <a:buChar char="○"/>
              <a:defRPr sz="4800" kern="1200">
                <a:solidFill>
                  <a:schemeClr val="tx1"/>
                </a:solidFill>
                <a:latin typeface="+mn-lt"/>
                <a:ea typeface="+mn-ea"/>
                <a:cs typeface="+mn-cs"/>
              </a:defRPr>
            </a:lvl2pPr>
            <a:lvl3pPr marL="3658102" lvl="2" indent="-795975" algn="l" defTabSz="1828800" rtl="0" eaLnBrk="1" latinLnBrk="0" hangingPunct="1">
              <a:lnSpc>
                <a:spcPct val="90000"/>
              </a:lnSpc>
              <a:spcBef>
                <a:spcPts val="0"/>
              </a:spcBef>
              <a:spcAft>
                <a:spcPts val="0"/>
              </a:spcAft>
              <a:buSzPts val="1100"/>
              <a:buFont typeface="Arial" panose="020B0604020202020204" pitchFamily="34" charset="0"/>
              <a:buChar char="■"/>
              <a:defRPr sz="4000" kern="1200">
                <a:solidFill>
                  <a:schemeClr val="tx1"/>
                </a:solidFill>
                <a:latin typeface="+mn-lt"/>
                <a:ea typeface="+mn-ea"/>
                <a:cs typeface="+mn-cs"/>
              </a:defRPr>
            </a:lvl3pPr>
            <a:lvl4pPr marL="4877472" lvl="3"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4pPr>
            <a:lvl5pPr marL="6096839" lvl="4"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5pPr>
            <a:lvl6pPr marL="7316206" lvl="5"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6pPr>
            <a:lvl7pPr marL="8535573" lvl="6"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7pPr>
            <a:lvl8pPr marL="9754941" lvl="7"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8pPr>
            <a:lvl9pPr marL="10974311" lvl="8"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9pPr>
          </a:lstStyle>
          <a:p>
            <a:pPr marL="237099" indent="0">
              <a:buSzPts val="2200"/>
              <a:buFont typeface="Arial" panose="020B0604020202020204" pitchFamily="34" charset="0"/>
              <a:buNone/>
            </a:pPr>
            <a:r>
              <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String/list Interop</a:t>
            </a:r>
          </a:p>
        </p:txBody>
      </p:sp>
      <p:sp>
        <p:nvSpPr>
          <p:cNvPr id="9" name="Google Shape;451;p59">
            <a:extLst>
              <a:ext uri="{FF2B5EF4-FFF2-40B4-BE49-F238E27FC236}">
                <a16:creationId xmlns:a16="http://schemas.microsoft.com/office/drawing/2014/main" id="{FC3D5995-997E-7F6D-45EE-173AA45E0427}"/>
              </a:ext>
            </a:extLst>
          </p:cNvPr>
          <p:cNvSpPr txBox="1">
            <a:spLocks/>
          </p:cNvSpPr>
          <p:nvPr/>
        </p:nvSpPr>
        <p:spPr>
          <a:xfrm>
            <a:off x="3709488" y="7956349"/>
            <a:ext cx="9578717" cy="1775476"/>
          </a:xfrm>
          <a:prstGeom prst="rect">
            <a:avLst/>
          </a:prstGeom>
        </p:spPr>
        <p:txBody>
          <a:bodyPr spcFirstLastPara="1" vert="horz" wrap="square" lIns="243800" tIns="243800" rIns="243800" bIns="243800" rtlCol="0" anchor="t" anchorCtr="0">
            <a:normAutofit/>
          </a:bodyPr>
          <a:lstStyle>
            <a:lvl1pPr marL="1219367" lvl="0" indent="-829848" algn="l" defTabSz="1828800" rtl="0" eaLnBrk="1" latinLnBrk="0" hangingPunct="1">
              <a:lnSpc>
                <a:spcPct val="90000"/>
              </a:lnSpc>
              <a:spcBef>
                <a:spcPts val="0"/>
              </a:spcBef>
              <a:spcAft>
                <a:spcPts val="0"/>
              </a:spcAft>
              <a:buSzPts val="1300"/>
              <a:buFont typeface="Arial" panose="020B0604020202020204" pitchFamily="34" charset="0"/>
              <a:buChar char="●"/>
              <a:defRPr sz="5600" kern="1200">
                <a:solidFill>
                  <a:schemeClr val="tx1"/>
                </a:solidFill>
                <a:latin typeface="+mn-lt"/>
                <a:ea typeface="+mn-ea"/>
                <a:cs typeface="+mn-cs"/>
              </a:defRPr>
            </a:lvl1pPr>
            <a:lvl2pPr marL="2438734" lvl="1" indent="-795975" algn="l" defTabSz="1828800" rtl="0" eaLnBrk="1" latinLnBrk="0" hangingPunct="1">
              <a:lnSpc>
                <a:spcPct val="90000"/>
              </a:lnSpc>
              <a:spcBef>
                <a:spcPts val="0"/>
              </a:spcBef>
              <a:spcAft>
                <a:spcPts val="0"/>
              </a:spcAft>
              <a:buSzPts val="1100"/>
              <a:buFont typeface="Arial" panose="020B0604020202020204" pitchFamily="34" charset="0"/>
              <a:buChar char="○"/>
              <a:defRPr sz="4800" kern="1200">
                <a:solidFill>
                  <a:schemeClr val="tx1"/>
                </a:solidFill>
                <a:latin typeface="+mn-lt"/>
                <a:ea typeface="+mn-ea"/>
                <a:cs typeface="+mn-cs"/>
              </a:defRPr>
            </a:lvl2pPr>
            <a:lvl3pPr marL="3658102" lvl="2" indent="-795975" algn="l" defTabSz="1828800" rtl="0" eaLnBrk="1" latinLnBrk="0" hangingPunct="1">
              <a:lnSpc>
                <a:spcPct val="90000"/>
              </a:lnSpc>
              <a:spcBef>
                <a:spcPts val="0"/>
              </a:spcBef>
              <a:spcAft>
                <a:spcPts val="0"/>
              </a:spcAft>
              <a:buSzPts val="1100"/>
              <a:buFont typeface="Arial" panose="020B0604020202020204" pitchFamily="34" charset="0"/>
              <a:buChar char="■"/>
              <a:defRPr sz="4000" kern="1200">
                <a:solidFill>
                  <a:schemeClr val="tx1"/>
                </a:solidFill>
                <a:latin typeface="+mn-lt"/>
                <a:ea typeface="+mn-ea"/>
                <a:cs typeface="+mn-cs"/>
              </a:defRPr>
            </a:lvl3pPr>
            <a:lvl4pPr marL="4877472" lvl="3"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4pPr>
            <a:lvl5pPr marL="6096839" lvl="4"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5pPr>
            <a:lvl6pPr marL="7316206" lvl="5"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6pPr>
            <a:lvl7pPr marL="8535573" lvl="6"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7pPr>
            <a:lvl8pPr marL="9754941" lvl="7"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8pPr>
            <a:lvl9pPr marL="10974311" lvl="8"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9pPr>
          </a:lstStyle>
          <a:p>
            <a:pPr marL="237099" indent="0">
              <a:buSzPts val="2200"/>
              <a:buFont typeface="Arial" panose="020B0604020202020204" pitchFamily="34" charset="0"/>
              <a:buNone/>
            </a:pPr>
            <a:r>
              <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Multidimensional Lists</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58"/>
        <p:cNvGrpSpPr/>
        <p:nvPr/>
      </p:nvGrpSpPr>
      <p:grpSpPr>
        <a:xfrm>
          <a:off x="0" y="0"/>
          <a:ext cx="0" cy="0"/>
          <a:chOff x="0" y="0"/>
          <a:chExt cx="0" cy="0"/>
        </a:xfrm>
      </p:grpSpPr>
      <p:sp>
        <p:nvSpPr>
          <p:cNvPr id="460" name="Google Shape;460;p60"/>
          <p:cNvSpPr txBox="1">
            <a:spLocks noGrp="1"/>
          </p:cNvSpPr>
          <p:nvPr>
            <p:ph type="body" idx="1"/>
          </p:nvPr>
        </p:nvSpPr>
        <p:spPr>
          <a:xfrm>
            <a:off x="1941987" y="5527333"/>
            <a:ext cx="5349600" cy="1208000"/>
          </a:xfrm>
          <a:prstGeom prst="rect">
            <a:avLst/>
          </a:prstGeom>
        </p:spPr>
        <p:txBody>
          <a:bodyPr spcFirstLastPara="1" vert="horz" wrap="square" lIns="243800" tIns="243800" rIns="243800" bIns="243800" rtlCol="0" anchor="t" anchorCtr="0">
            <a:noAutofit/>
          </a:bodyPr>
          <a:lstStyle/>
          <a:p>
            <a:pPr marL="389519" indent="0">
              <a:lnSpc>
                <a:spcPct val="135714"/>
              </a:lnSpc>
              <a:buNone/>
            </a:pPr>
            <a:r>
              <a:rPr lang="en" sz="4000" dirty="0">
                <a:solidFill>
                  <a:srgbClr val="000000"/>
                </a:solidFill>
              </a:rPr>
              <a:t>Single indexing</a:t>
            </a:r>
            <a:endParaRPr sz="4000" dirty="0"/>
          </a:p>
        </p:txBody>
      </p:sp>
      <p:sp>
        <p:nvSpPr>
          <p:cNvPr id="465" name="Google Shape;465;p60"/>
          <p:cNvSpPr txBox="1">
            <a:spLocks noGrp="1"/>
          </p:cNvSpPr>
          <p:nvPr>
            <p:ph type="body" idx="4294967295"/>
          </p:nvPr>
        </p:nvSpPr>
        <p:spPr>
          <a:xfrm>
            <a:off x="1997520" y="8560054"/>
            <a:ext cx="4521200" cy="1493837"/>
          </a:xfrm>
          <a:prstGeom prst="rect">
            <a:avLst/>
          </a:prstGeom>
        </p:spPr>
        <p:txBody>
          <a:bodyPr spcFirstLastPara="1" vert="horz" wrap="square" lIns="243800" tIns="243800" rIns="243800" bIns="243800" rtlCol="0" anchor="t" anchorCtr="0">
            <a:normAutofit/>
          </a:bodyPr>
          <a:lstStyle/>
          <a:p>
            <a:pPr marL="389519" indent="0">
              <a:lnSpc>
                <a:spcPct val="135714"/>
              </a:lnSpc>
              <a:spcBef>
                <a:spcPts val="0"/>
              </a:spcBef>
              <a:buSzPts val="1300"/>
              <a:buNone/>
            </a:pPr>
            <a:r>
              <a:rPr lang="en" sz="4000" dirty="0">
                <a:solidFill>
                  <a:srgbClr val="000000"/>
                </a:solidFill>
              </a:rPr>
              <a:t>List slicing</a:t>
            </a:r>
            <a:endParaRPr sz="4000" dirty="0"/>
          </a:p>
        </p:txBody>
      </p:sp>
      <p:sp>
        <p:nvSpPr>
          <p:cNvPr id="461" name="Google Shape;461;p60"/>
          <p:cNvSpPr txBox="1"/>
          <p:nvPr/>
        </p:nvSpPr>
        <p:spPr>
          <a:xfrm>
            <a:off x="12598442" y="3604476"/>
            <a:ext cx="5795200" cy="2008000"/>
          </a:xfrm>
          <a:prstGeom prst="rect">
            <a:avLst/>
          </a:prstGeom>
          <a:noFill/>
          <a:ln>
            <a:noFill/>
          </a:ln>
        </p:spPr>
        <p:txBody>
          <a:bodyPr spcFirstLastPara="1" wrap="square" lIns="243800" tIns="243800" rIns="243800" bIns="243800" anchor="t" anchorCtr="0">
            <a:noAutofit/>
          </a:bodyPr>
          <a:lstStyle/>
          <a:p>
            <a:r>
              <a:rPr lang="en" sz="8000" dirty="0">
                <a:latin typeface="Lato"/>
                <a:ea typeface="Lato"/>
                <a:cs typeface="Lato"/>
                <a:sym typeface="Lato"/>
              </a:rPr>
              <a:t>[a, b, c, d, e]</a:t>
            </a:r>
            <a:endParaRPr sz="8000" dirty="0">
              <a:latin typeface="Lato"/>
              <a:ea typeface="Lato"/>
              <a:cs typeface="Lato"/>
              <a:sym typeface="Lato"/>
            </a:endParaRPr>
          </a:p>
          <a:p>
            <a:r>
              <a:rPr lang="en" sz="3200" dirty="0">
                <a:latin typeface="Lato"/>
                <a:ea typeface="Lato"/>
                <a:cs typeface="Lato"/>
                <a:sym typeface="Lato"/>
              </a:rPr>
              <a:t>     0       1        2       3       4</a:t>
            </a:r>
            <a:endParaRPr sz="3200" dirty="0">
              <a:latin typeface="Lato"/>
              <a:ea typeface="Lato"/>
              <a:cs typeface="Lato"/>
              <a:sym typeface="Lato"/>
            </a:endParaRPr>
          </a:p>
          <a:p>
            <a:r>
              <a:rPr lang="en" sz="3200" dirty="0">
                <a:latin typeface="Lato"/>
                <a:ea typeface="Lato"/>
                <a:cs typeface="Lato"/>
                <a:sym typeface="Lato"/>
              </a:rPr>
              <a:t>    -5     -4       -3     -2     -1</a:t>
            </a:r>
            <a:endParaRPr sz="3200" dirty="0">
              <a:latin typeface="Lato"/>
              <a:ea typeface="Lato"/>
              <a:cs typeface="Lato"/>
              <a:sym typeface="Lato"/>
            </a:endParaRPr>
          </a:p>
          <a:p>
            <a:r>
              <a:rPr lang="en" sz="3200" dirty="0">
                <a:latin typeface="Lato"/>
                <a:ea typeface="Lato"/>
                <a:cs typeface="Lato"/>
                <a:sym typeface="Lato"/>
              </a:rPr>
              <a:t>    </a:t>
            </a:r>
            <a:endParaRPr sz="3200" dirty="0">
              <a:latin typeface="Lato"/>
              <a:ea typeface="Lato"/>
              <a:cs typeface="Lato"/>
              <a:sym typeface="Lato"/>
            </a:endParaRPr>
          </a:p>
          <a:p>
            <a:endParaRPr sz="3200" dirty="0">
              <a:latin typeface="Lato"/>
              <a:ea typeface="Lato"/>
              <a:cs typeface="Lato"/>
              <a:sym typeface="Lato"/>
            </a:endParaRPr>
          </a:p>
          <a:p>
            <a:endParaRPr sz="3200" dirty="0">
              <a:latin typeface="Lato"/>
              <a:ea typeface="Lato"/>
              <a:cs typeface="Lato"/>
              <a:sym typeface="Lato"/>
            </a:endParaRPr>
          </a:p>
        </p:txBody>
      </p:sp>
      <p:sp>
        <p:nvSpPr>
          <p:cNvPr id="463" name="Google Shape;463;p60"/>
          <p:cNvSpPr txBox="1"/>
          <p:nvPr/>
        </p:nvSpPr>
        <p:spPr>
          <a:xfrm>
            <a:off x="2415320" y="6735334"/>
            <a:ext cx="3685600" cy="1218010"/>
          </a:xfrm>
          <a:prstGeom prst="rect">
            <a:avLst/>
          </a:prstGeom>
          <a:noFill/>
          <a:ln>
            <a:noFill/>
          </a:ln>
        </p:spPr>
        <p:txBody>
          <a:bodyPr spcFirstLastPara="1" wrap="square" lIns="243800" tIns="243800" rIns="243800" bIns="243800" anchor="t" anchorCtr="0">
            <a:spAutoFit/>
          </a:bodyPr>
          <a:lstStyle/>
          <a:p>
            <a:pPr>
              <a:lnSpc>
                <a:spcPct val="135714"/>
              </a:lnSpc>
            </a:pPr>
            <a:r>
              <a:rPr lang="en" sz="3467">
                <a:latin typeface="Courier New"/>
                <a:ea typeface="Courier New"/>
                <a:cs typeface="Courier New"/>
                <a:sym typeface="Courier New"/>
              </a:rPr>
              <a:t>list_name[ ]</a:t>
            </a:r>
            <a:endParaRPr sz="3467">
              <a:latin typeface="Courier New"/>
              <a:ea typeface="Courier New"/>
              <a:cs typeface="Courier New"/>
              <a:sym typeface="Courier New"/>
            </a:endParaRPr>
          </a:p>
        </p:txBody>
      </p:sp>
      <p:sp>
        <p:nvSpPr>
          <p:cNvPr id="464" name="Google Shape;464;p60"/>
          <p:cNvSpPr txBox="1"/>
          <p:nvPr/>
        </p:nvSpPr>
        <p:spPr>
          <a:xfrm>
            <a:off x="5063600" y="6735333"/>
            <a:ext cx="653600" cy="1218010"/>
          </a:xfrm>
          <a:prstGeom prst="rect">
            <a:avLst/>
          </a:prstGeom>
          <a:noFill/>
          <a:ln>
            <a:noFill/>
          </a:ln>
        </p:spPr>
        <p:txBody>
          <a:bodyPr spcFirstLastPara="1" wrap="square" lIns="243800" tIns="243800" rIns="243800" bIns="243800" anchor="t" anchorCtr="0">
            <a:spAutoFit/>
          </a:bodyPr>
          <a:lstStyle/>
          <a:p>
            <a:pPr>
              <a:lnSpc>
                <a:spcPct val="135714"/>
              </a:lnSpc>
            </a:pPr>
            <a:r>
              <a:rPr lang="en" sz="3467">
                <a:latin typeface="Courier New"/>
                <a:ea typeface="Courier New"/>
                <a:cs typeface="Courier New"/>
                <a:sym typeface="Courier New"/>
              </a:rPr>
              <a:t>i</a:t>
            </a:r>
            <a:endParaRPr sz="12800"/>
          </a:p>
        </p:txBody>
      </p:sp>
      <p:sp>
        <p:nvSpPr>
          <p:cNvPr id="466" name="Google Shape;466;p60"/>
          <p:cNvSpPr txBox="1"/>
          <p:nvPr/>
        </p:nvSpPr>
        <p:spPr>
          <a:xfrm>
            <a:off x="5063600" y="6735333"/>
            <a:ext cx="653600" cy="1218010"/>
          </a:xfrm>
          <a:prstGeom prst="rect">
            <a:avLst/>
          </a:prstGeom>
          <a:noFill/>
          <a:ln>
            <a:noFill/>
          </a:ln>
        </p:spPr>
        <p:txBody>
          <a:bodyPr spcFirstLastPara="1" wrap="square" lIns="243800" tIns="243800" rIns="243800" bIns="243800" anchor="t" anchorCtr="0">
            <a:spAutoFit/>
          </a:bodyPr>
          <a:lstStyle/>
          <a:p>
            <a:pPr>
              <a:lnSpc>
                <a:spcPct val="135714"/>
              </a:lnSpc>
            </a:pPr>
            <a:r>
              <a:rPr lang="en" sz="3467">
                <a:latin typeface="Courier New"/>
                <a:ea typeface="Courier New"/>
                <a:cs typeface="Courier New"/>
                <a:sym typeface="Courier New"/>
              </a:rPr>
              <a:t>0</a:t>
            </a:r>
            <a:endParaRPr sz="12800"/>
          </a:p>
        </p:txBody>
      </p:sp>
      <p:sp>
        <p:nvSpPr>
          <p:cNvPr id="467" name="Google Shape;467;p60"/>
          <p:cNvSpPr txBox="1"/>
          <p:nvPr/>
        </p:nvSpPr>
        <p:spPr>
          <a:xfrm>
            <a:off x="5063600" y="6735333"/>
            <a:ext cx="653600" cy="1218010"/>
          </a:xfrm>
          <a:prstGeom prst="rect">
            <a:avLst/>
          </a:prstGeom>
          <a:noFill/>
          <a:ln>
            <a:noFill/>
          </a:ln>
        </p:spPr>
        <p:txBody>
          <a:bodyPr spcFirstLastPara="1" wrap="square" lIns="243800" tIns="243800" rIns="243800" bIns="243800" anchor="t" anchorCtr="0">
            <a:spAutoFit/>
          </a:bodyPr>
          <a:lstStyle/>
          <a:p>
            <a:pPr>
              <a:lnSpc>
                <a:spcPct val="135714"/>
              </a:lnSpc>
            </a:pPr>
            <a:r>
              <a:rPr lang="en" sz="3467">
                <a:latin typeface="Courier New"/>
                <a:ea typeface="Courier New"/>
                <a:cs typeface="Courier New"/>
                <a:sym typeface="Courier New"/>
              </a:rPr>
              <a:t>3</a:t>
            </a:r>
            <a:endParaRPr sz="12800"/>
          </a:p>
        </p:txBody>
      </p:sp>
      <p:sp>
        <p:nvSpPr>
          <p:cNvPr id="468" name="Google Shape;468;p60"/>
          <p:cNvSpPr txBox="1"/>
          <p:nvPr/>
        </p:nvSpPr>
        <p:spPr>
          <a:xfrm>
            <a:off x="5063600" y="6735333"/>
            <a:ext cx="653600" cy="1218010"/>
          </a:xfrm>
          <a:prstGeom prst="rect">
            <a:avLst/>
          </a:prstGeom>
          <a:noFill/>
          <a:ln>
            <a:noFill/>
          </a:ln>
        </p:spPr>
        <p:txBody>
          <a:bodyPr spcFirstLastPara="1" wrap="square" lIns="243800" tIns="243800" rIns="243800" bIns="243800" anchor="t" anchorCtr="0">
            <a:spAutoFit/>
          </a:bodyPr>
          <a:lstStyle/>
          <a:p>
            <a:pPr>
              <a:lnSpc>
                <a:spcPct val="135714"/>
              </a:lnSpc>
            </a:pPr>
            <a:r>
              <a:rPr lang="en" sz="3467">
                <a:latin typeface="Courier New"/>
                <a:ea typeface="Courier New"/>
                <a:cs typeface="Courier New"/>
                <a:sym typeface="Courier New"/>
              </a:rPr>
              <a:t>1</a:t>
            </a:r>
            <a:endParaRPr sz="12800"/>
          </a:p>
        </p:txBody>
      </p:sp>
      <p:sp>
        <p:nvSpPr>
          <p:cNvPr id="469" name="Google Shape;469;p60"/>
          <p:cNvSpPr/>
          <p:nvPr/>
        </p:nvSpPr>
        <p:spPr>
          <a:xfrm>
            <a:off x="13153642" y="3914609"/>
            <a:ext cx="538400" cy="985600"/>
          </a:xfrm>
          <a:prstGeom prst="rect">
            <a:avLst/>
          </a:prstGeom>
          <a:noFill/>
          <a:ln w="38100" cap="flat" cmpd="sng">
            <a:solidFill>
              <a:schemeClr val="dk2"/>
            </a:solidFill>
            <a:prstDash val="solid"/>
            <a:round/>
            <a:headEnd type="none" w="sm" len="sm"/>
            <a:tailEnd type="none" w="sm" len="sm"/>
          </a:ln>
        </p:spPr>
        <p:txBody>
          <a:bodyPr spcFirstLastPara="1" wrap="square" lIns="243800" tIns="243800" rIns="243800" bIns="243800" anchor="ctr" anchorCtr="0">
            <a:noAutofit/>
          </a:bodyPr>
          <a:lstStyle/>
          <a:p>
            <a:endParaRPr sz="12800"/>
          </a:p>
        </p:txBody>
      </p:sp>
      <p:sp>
        <p:nvSpPr>
          <p:cNvPr id="470" name="Google Shape;470;p60"/>
          <p:cNvSpPr/>
          <p:nvPr/>
        </p:nvSpPr>
        <p:spPr>
          <a:xfrm>
            <a:off x="14104405" y="3914609"/>
            <a:ext cx="538400" cy="985600"/>
          </a:xfrm>
          <a:prstGeom prst="rect">
            <a:avLst/>
          </a:prstGeom>
          <a:noFill/>
          <a:ln w="38100" cap="flat" cmpd="sng">
            <a:solidFill>
              <a:schemeClr val="dk2"/>
            </a:solidFill>
            <a:prstDash val="solid"/>
            <a:round/>
            <a:headEnd type="none" w="sm" len="sm"/>
            <a:tailEnd type="none" w="sm" len="sm"/>
          </a:ln>
        </p:spPr>
        <p:txBody>
          <a:bodyPr spcFirstLastPara="1" wrap="square" lIns="243800" tIns="243800" rIns="243800" bIns="243800" anchor="ctr" anchorCtr="0">
            <a:noAutofit/>
          </a:bodyPr>
          <a:lstStyle/>
          <a:p>
            <a:endParaRPr sz="12800"/>
          </a:p>
        </p:txBody>
      </p:sp>
      <p:sp>
        <p:nvSpPr>
          <p:cNvPr id="471" name="Google Shape;471;p60"/>
          <p:cNvSpPr/>
          <p:nvPr/>
        </p:nvSpPr>
        <p:spPr>
          <a:xfrm>
            <a:off x="16202733" y="3914609"/>
            <a:ext cx="538400" cy="985600"/>
          </a:xfrm>
          <a:prstGeom prst="rect">
            <a:avLst/>
          </a:prstGeom>
          <a:noFill/>
          <a:ln w="38100" cap="flat" cmpd="sng">
            <a:solidFill>
              <a:schemeClr val="dk2"/>
            </a:solidFill>
            <a:prstDash val="solid"/>
            <a:round/>
            <a:headEnd type="none" w="sm" len="sm"/>
            <a:tailEnd type="none" w="sm" len="sm"/>
          </a:ln>
        </p:spPr>
        <p:txBody>
          <a:bodyPr spcFirstLastPara="1" wrap="square" lIns="243800" tIns="243800" rIns="243800" bIns="243800" anchor="ctr" anchorCtr="0">
            <a:noAutofit/>
          </a:bodyPr>
          <a:lstStyle/>
          <a:p>
            <a:endParaRPr sz="12800"/>
          </a:p>
        </p:txBody>
      </p:sp>
      <p:sp>
        <p:nvSpPr>
          <p:cNvPr id="472" name="Google Shape;472;p60"/>
          <p:cNvSpPr txBox="1"/>
          <p:nvPr/>
        </p:nvSpPr>
        <p:spPr>
          <a:xfrm>
            <a:off x="2415320" y="9847800"/>
            <a:ext cx="4271200" cy="1218010"/>
          </a:xfrm>
          <a:prstGeom prst="rect">
            <a:avLst/>
          </a:prstGeom>
          <a:noFill/>
          <a:ln>
            <a:noFill/>
          </a:ln>
        </p:spPr>
        <p:txBody>
          <a:bodyPr spcFirstLastPara="1" wrap="square" lIns="243800" tIns="243800" rIns="243800" bIns="243800" anchor="t" anchorCtr="0">
            <a:spAutoFit/>
          </a:bodyPr>
          <a:lstStyle/>
          <a:p>
            <a:pPr>
              <a:lnSpc>
                <a:spcPct val="135714"/>
              </a:lnSpc>
            </a:pPr>
            <a:r>
              <a:rPr lang="en" sz="3467">
                <a:latin typeface="Courier New"/>
                <a:ea typeface="Courier New"/>
                <a:cs typeface="Courier New"/>
                <a:sym typeface="Courier New"/>
              </a:rPr>
              <a:t>list_name[ : ]</a:t>
            </a:r>
            <a:endParaRPr sz="3467">
              <a:latin typeface="Courier New"/>
              <a:ea typeface="Courier New"/>
              <a:cs typeface="Courier New"/>
              <a:sym typeface="Courier New"/>
            </a:endParaRPr>
          </a:p>
        </p:txBody>
      </p:sp>
      <p:sp>
        <p:nvSpPr>
          <p:cNvPr id="473" name="Google Shape;473;p60"/>
          <p:cNvSpPr txBox="1"/>
          <p:nvPr/>
        </p:nvSpPr>
        <p:spPr>
          <a:xfrm>
            <a:off x="2415320" y="7548134"/>
            <a:ext cx="4044800" cy="1218010"/>
          </a:xfrm>
          <a:prstGeom prst="rect">
            <a:avLst/>
          </a:prstGeom>
          <a:noFill/>
          <a:ln>
            <a:noFill/>
          </a:ln>
        </p:spPr>
        <p:txBody>
          <a:bodyPr spcFirstLastPara="1" wrap="square" lIns="243800" tIns="243800" rIns="243800" bIns="243800" anchor="t" anchorCtr="0">
            <a:spAutoFit/>
          </a:bodyPr>
          <a:lstStyle/>
          <a:p>
            <a:pPr>
              <a:lnSpc>
                <a:spcPct val="135714"/>
              </a:lnSpc>
            </a:pPr>
            <a:r>
              <a:rPr lang="en" sz="3467">
                <a:latin typeface="Courier New"/>
                <a:ea typeface="Courier New"/>
                <a:cs typeface="Courier New"/>
                <a:sym typeface="Courier New"/>
              </a:rPr>
              <a:t>list_name[-2]</a:t>
            </a:r>
            <a:endParaRPr sz="3467">
              <a:latin typeface="Courier New"/>
              <a:ea typeface="Courier New"/>
              <a:cs typeface="Courier New"/>
              <a:sym typeface="Courier New"/>
            </a:endParaRPr>
          </a:p>
        </p:txBody>
      </p:sp>
      <p:sp>
        <p:nvSpPr>
          <p:cNvPr id="474" name="Google Shape;474;p60"/>
          <p:cNvSpPr txBox="1"/>
          <p:nvPr/>
        </p:nvSpPr>
        <p:spPr>
          <a:xfrm>
            <a:off x="5056920" y="9847800"/>
            <a:ext cx="1330400" cy="1218010"/>
          </a:xfrm>
          <a:prstGeom prst="rect">
            <a:avLst/>
          </a:prstGeom>
          <a:noFill/>
          <a:ln>
            <a:noFill/>
          </a:ln>
        </p:spPr>
        <p:txBody>
          <a:bodyPr spcFirstLastPara="1" wrap="square" lIns="243800" tIns="243800" rIns="243800" bIns="243800" anchor="t" anchorCtr="0">
            <a:spAutoFit/>
          </a:bodyPr>
          <a:lstStyle/>
          <a:p>
            <a:pPr>
              <a:lnSpc>
                <a:spcPct val="135714"/>
              </a:lnSpc>
            </a:pPr>
            <a:r>
              <a:rPr lang="en" sz="3467">
                <a:latin typeface="Courier New"/>
                <a:ea typeface="Courier New"/>
                <a:cs typeface="Courier New"/>
                <a:sym typeface="Courier New"/>
              </a:rPr>
              <a:t>i j</a:t>
            </a:r>
            <a:endParaRPr sz="3467">
              <a:latin typeface="Courier New"/>
              <a:ea typeface="Courier New"/>
              <a:cs typeface="Courier New"/>
              <a:sym typeface="Courier New"/>
            </a:endParaRPr>
          </a:p>
        </p:txBody>
      </p:sp>
      <p:sp>
        <p:nvSpPr>
          <p:cNvPr id="475" name="Google Shape;475;p60"/>
          <p:cNvSpPr/>
          <p:nvPr/>
        </p:nvSpPr>
        <p:spPr>
          <a:xfrm>
            <a:off x="14083247" y="3931252"/>
            <a:ext cx="2657885" cy="985600"/>
          </a:xfrm>
          <a:prstGeom prst="rect">
            <a:avLst/>
          </a:prstGeom>
          <a:noFill/>
          <a:ln w="38100" cap="flat" cmpd="sng">
            <a:solidFill>
              <a:schemeClr val="dk2"/>
            </a:solidFill>
            <a:prstDash val="solid"/>
            <a:round/>
            <a:headEnd type="none" w="sm" len="sm"/>
            <a:tailEnd type="none" w="sm" len="sm"/>
          </a:ln>
        </p:spPr>
        <p:txBody>
          <a:bodyPr spcFirstLastPara="1" wrap="square" lIns="243800" tIns="243800" rIns="243800" bIns="243800" anchor="ctr" anchorCtr="0">
            <a:noAutofit/>
          </a:bodyPr>
          <a:lstStyle/>
          <a:p>
            <a:endParaRPr sz="12800"/>
          </a:p>
        </p:txBody>
      </p:sp>
      <p:sp>
        <p:nvSpPr>
          <p:cNvPr id="476" name="Google Shape;476;p60"/>
          <p:cNvSpPr txBox="1"/>
          <p:nvPr/>
        </p:nvSpPr>
        <p:spPr>
          <a:xfrm>
            <a:off x="5056920" y="9847800"/>
            <a:ext cx="1330400" cy="1218010"/>
          </a:xfrm>
          <a:prstGeom prst="rect">
            <a:avLst/>
          </a:prstGeom>
          <a:noFill/>
          <a:ln>
            <a:noFill/>
          </a:ln>
        </p:spPr>
        <p:txBody>
          <a:bodyPr spcFirstLastPara="1" wrap="square" lIns="243800" tIns="243800" rIns="243800" bIns="243800" anchor="t" anchorCtr="0">
            <a:spAutoFit/>
          </a:bodyPr>
          <a:lstStyle/>
          <a:p>
            <a:pPr>
              <a:lnSpc>
                <a:spcPct val="135714"/>
              </a:lnSpc>
            </a:pPr>
            <a:r>
              <a:rPr lang="en" sz="3467">
                <a:latin typeface="Courier New"/>
                <a:ea typeface="Courier New"/>
                <a:cs typeface="Courier New"/>
                <a:sym typeface="Courier New"/>
              </a:rPr>
              <a:t>1 4</a:t>
            </a:r>
            <a:endParaRPr sz="3467">
              <a:latin typeface="Courier New"/>
              <a:ea typeface="Courier New"/>
              <a:cs typeface="Courier New"/>
              <a:sym typeface="Courier New"/>
            </a:endParaRPr>
          </a:p>
        </p:txBody>
      </p:sp>
      <p:sp>
        <p:nvSpPr>
          <p:cNvPr id="4" name="Google Shape;412;p56">
            <a:extLst>
              <a:ext uri="{FF2B5EF4-FFF2-40B4-BE49-F238E27FC236}">
                <a16:creationId xmlns:a16="http://schemas.microsoft.com/office/drawing/2014/main" id="{71104793-3315-CFC3-760A-600CA1B72C96}"/>
              </a:ext>
            </a:extLst>
          </p:cNvPr>
          <p:cNvSpPr txBox="1">
            <a:spLocks noGrp="1"/>
          </p:cNvSpPr>
          <p:nvPr>
            <p:ph type="title"/>
          </p:nvPr>
        </p:nvSpPr>
        <p:spPr>
          <a:xfrm>
            <a:off x="298453" y="249400"/>
            <a:ext cx="20503200" cy="1427200"/>
          </a:xfrm>
          <a:prstGeom prst="rect">
            <a:avLst/>
          </a:prstGeom>
        </p:spPr>
        <p:txBody>
          <a:bodyPr spcFirstLastPara="1" vert="horz" wrap="square" lIns="243800" tIns="243800" rIns="243800" bIns="243800" rtlCol="0" anchor="t" anchorCtr="0">
            <a:normAutofit/>
          </a:bodyPr>
          <a:lstStyle/>
          <a:p>
            <a:r>
              <a:rPr lang="en"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List Manipulation</a:t>
            </a:r>
            <a:endParaRPr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5" name="Google Shape;412;p56">
            <a:extLst>
              <a:ext uri="{FF2B5EF4-FFF2-40B4-BE49-F238E27FC236}">
                <a16:creationId xmlns:a16="http://schemas.microsoft.com/office/drawing/2014/main" id="{00869013-305C-0352-5546-39001654340D}"/>
              </a:ext>
            </a:extLst>
          </p:cNvPr>
          <p:cNvSpPr txBox="1">
            <a:spLocks/>
          </p:cNvSpPr>
          <p:nvPr/>
        </p:nvSpPr>
        <p:spPr>
          <a:xfrm>
            <a:off x="296105" y="1175521"/>
            <a:ext cx="20503200" cy="1427200"/>
          </a:xfrm>
          <a:prstGeom prst="rect">
            <a:avLst/>
          </a:prstGeom>
        </p:spPr>
        <p:txBody>
          <a:bodyPr spcFirstLastPara="1" vert="horz" wrap="square" lIns="243800" tIns="243800" rIns="243800" bIns="243800" rtlCol="0" anchor="t" anchorCtr="0">
            <a:normAutofit fontScale="97500"/>
          </a:bodyPr>
          <a:lstStyle>
            <a:lvl1pPr lvl="0" algn="l" defTabSz="1828800" rtl="0" eaLnBrk="1" latinLnBrk="0" hangingPunct="1">
              <a:lnSpc>
                <a:spcPct val="90000"/>
              </a:lnSpc>
              <a:spcBef>
                <a:spcPts val="0"/>
              </a:spcBef>
              <a:spcAft>
                <a:spcPts val="0"/>
              </a:spcAft>
              <a:buSzPts val="2600"/>
              <a:buNone/>
              <a:defRPr sz="6933" kern="1200">
                <a:solidFill>
                  <a:schemeClr val="tx1"/>
                </a:solidFill>
                <a:latin typeface="+mj-lt"/>
                <a:ea typeface="+mj-ea"/>
                <a:cs typeface="+mj-cs"/>
              </a:defRPr>
            </a:lvl1pPr>
            <a:lvl2pPr lvl="1" rtl="0">
              <a:spcBef>
                <a:spcPts val="0"/>
              </a:spcBef>
              <a:spcAft>
                <a:spcPts val="0"/>
              </a:spcAft>
              <a:buSzPts val="2600"/>
              <a:buNone/>
              <a:defRPr sz="6933"/>
            </a:lvl2pPr>
            <a:lvl3pPr lvl="2" rtl="0">
              <a:spcBef>
                <a:spcPts val="0"/>
              </a:spcBef>
              <a:spcAft>
                <a:spcPts val="0"/>
              </a:spcAft>
              <a:buSzPts val="2600"/>
              <a:buNone/>
              <a:defRPr sz="6933"/>
            </a:lvl3pPr>
            <a:lvl4pPr lvl="3" rtl="0">
              <a:spcBef>
                <a:spcPts val="0"/>
              </a:spcBef>
              <a:spcAft>
                <a:spcPts val="0"/>
              </a:spcAft>
              <a:buSzPts val="2600"/>
              <a:buNone/>
              <a:defRPr sz="6933"/>
            </a:lvl4pPr>
            <a:lvl5pPr lvl="4" rtl="0">
              <a:spcBef>
                <a:spcPts val="0"/>
              </a:spcBef>
              <a:spcAft>
                <a:spcPts val="0"/>
              </a:spcAft>
              <a:buSzPts val="2600"/>
              <a:buNone/>
              <a:defRPr sz="6933"/>
            </a:lvl5pPr>
            <a:lvl6pPr lvl="5" rtl="0">
              <a:spcBef>
                <a:spcPts val="0"/>
              </a:spcBef>
              <a:spcAft>
                <a:spcPts val="0"/>
              </a:spcAft>
              <a:buSzPts val="2600"/>
              <a:buNone/>
              <a:defRPr sz="6933"/>
            </a:lvl6pPr>
            <a:lvl7pPr lvl="6" rtl="0">
              <a:spcBef>
                <a:spcPts val="0"/>
              </a:spcBef>
              <a:spcAft>
                <a:spcPts val="0"/>
              </a:spcAft>
              <a:buSzPts val="2600"/>
              <a:buNone/>
              <a:defRPr sz="6933"/>
            </a:lvl7pPr>
            <a:lvl8pPr lvl="7" rtl="0">
              <a:spcBef>
                <a:spcPts val="0"/>
              </a:spcBef>
              <a:spcAft>
                <a:spcPts val="0"/>
              </a:spcAft>
              <a:buSzPts val="2600"/>
              <a:buNone/>
              <a:defRPr sz="6933"/>
            </a:lvl8pPr>
            <a:lvl9pPr lvl="8" rtl="0">
              <a:spcBef>
                <a:spcPts val="0"/>
              </a:spcBef>
              <a:spcAft>
                <a:spcPts val="0"/>
              </a:spcAft>
              <a:buSzPts val="2600"/>
              <a:buNone/>
              <a:defRPr sz="6933"/>
            </a:lvl9pPr>
          </a:lstStyle>
          <a:p>
            <a:r>
              <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Indexing</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60"/>
                                        </p:tgtEl>
                                        <p:attrNameLst>
                                          <p:attrName>style.visibility</p:attrName>
                                        </p:attrNameLst>
                                      </p:cBhvr>
                                      <p:to>
                                        <p:strVal val="visible"/>
                                      </p:to>
                                    </p:set>
                                    <p:animEffect transition="in" filter="fade">
                                      <p:cBhvr>
                                        <p:cTn id="7" dur="400"/>
                                        <p:tgtEl>
                                          <p:spTgt spid="46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63"/>
                                        </p:tgtEl>
                                        <p:attrNameLst>
                                          <p:attrName>style.visibility</p:attrName>
                                        </p:attrNameLst>
                                      </p:cBhvr>
                                      <p:to>
                                        <p:strVal val="visible"/>
                                      </p:to>
                                    </p:set>
                                    <p:animEffect transition="in" filter="fade">
                                      <p:cBhvr>
                                        <p:cTn id="12" dur="400"/>
                                        <p:tgtEl>
                                          <p:spTgt spid="463"/>
                                        </p:tgtEl>
                                      </p:cBhvr>
                                    </p:animEffect>
                                  </p:childTnLst>
                                </p:cTn>
                              </p:par>
                              <p:par>
                                <p:cTn id="13" presetID="10" presetClass="entr" presetSubtype="0" fill="hold" nodeType="withEffect">
                                  <p:stCondLst>
                                    <p:cond delay="0"/>
                                  </p:stCondLst>
                                  <p:childTnLst>
                                    <p:set>
                                      <p:cBhvr>
                                        <p:cTn id="14" dur="1" fill="hold">
                                          <p:stCondLst>
                                            <p:cond delay="0"/>
                                          </p:stCondLst>
                                        </p:cTn>
                                        <p:tgtEl>
                                          <p:spTgt spid="464"/>
                                        </p:tgtEl>
                                        <p:attrNameLst>
                                          <p:attrName>style.visibility</p:attrName>
                                        </p:attrNameLst>
                                      </p:cBhvr>
                                      <p:to>
                                        <p:strVal val="visible"/>
                                      </p:to>
                                    </p:set>
                                    <p:animEffect transition="in" filter="fade">
                                      <p:cBhvr>
                                        <p:cTn id="15" dur="400"/>
                                        <p:tgtEl>
                                          <p:spTgt spid="464"/>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xit" presetSubtype="0" fill="hold" nodeType="clickEffect">
                                  <p:stCondLst>
                                    <p:cond delay="0"/>
                                  </p:stCondLst>
                                  <p:childTnLst>
                                    <p:animEffect transition="out" filter="fade">
                                      <p:cBhvr>
                                        <p:cTn id="19" dur="400"/>
                                        <p:tgtEl>
                                          <p:spTgt spid="464"/>
                                        </p:tgtEl>
                                      </p:cBhvr>
                                    </p:animEffect>
                                    <p:set>
                                      <p:cBhvr>
                                        <p:cTn id="20" dur="1" fill="hold">
                                          <p:stCondLst>
                                            <p:cond delay="400"/>
                                          </p:stCondLst>
                                        </p:cTn>
                                        <p:tgtEl>
                                          <p:spTgt spid="464"/>
                                        </p:tgtEl>
                                        <p:attrNameLst>
                                          <p:attrName>style.visibility</p:attrName>
                                        </p:attrNameLst>
                                      </p:cBhvr>
                                      <p:to>
                                        <p:strVal val="hidden"/>
                                      </p:to>
                                    </p:set>
                                  </p:childTnLst>
                                </p:cTn>
                              </p:par>
                              <p:par>
                                <p:cTn id="21" presetID="10" presetClass="entr" presetSubtype="0" fill="hold" nodeType="withEffect">
                                  <p:stCondLst>
                                    <p:cond delay="0"/>
                                  </p:stCondLst>
                                  <p:childTnLst>
                                    <p:set>
                                      <p:cBhvr>
                                        <p:cTn id="22" dur="1" fill="hold">
                                          <p:stCondLst>
                                            <p:cond delay="0"/>
                                          </p:stCondLst>
                                        </p:cTn>
                                        <p:tgtEl>
                                          <p:spTgt spid="466"/>
                                        </p:tgtEl>
                                        <p:attrNameLst>
                                          <p:attrName>style.visibility</p:attrName>
                                        </p:attrNameLst>
                                      </p:cBhvr>
                                      <p:to>
                                        <p:strVal val="visible"/>
                                      </p:to>
                                    </p:set>
                                    <p:animEffect transition="in" filter="fade">
                                      <p:cBhvr>
                                        <p:cTn id="23" dur="400"/>
                                        <p:tgtEl>
                                          <p:spTgt spid="466"/>
                                        </p:tgtEl>
                                      </p:cBhvr>
                                    </p:animEffect>
                                  </p:childTnLst>
                                </p:cTn>
                              </p:par>
                              <p:par>
                                <p:cTn id="24" presetID="10" presetClass="entr" presetSubtype="0" fill="hold" nodeType="withEffect">
                                  <p:stCondLst>
                                    <p:cond delay="0"/>
                                  </p:stCondLst>
                                  <p:childTnLst>
                                    <p:set>
                                      <p:cBhvr>
                                        <p:cTn id="25" dur="1" fill="hold">
                                          <p:stCondLst>
                                            <p:cond delay="0"/>
                                          </p:stCondLst>
                                        </p:cTn>
                                        <p:tgtEl>
                                          <p:spTgt spid="469"/>
                                        </p:tgtEl>
                                        <p:attrNameLst>
                                          <p:attrName>style.visibility</p:attrName>
                                        </p:attrNameLst>
                                      </p:cBhvr>
                                      <p:to>
                                        <p:strVal val="visible"/>
                                      </p:to>
                                    </p:set>
                                    <p:animEffect transition="in" filter="fade">
                                      <p:cBhvr>
                                        <p:cTn id="26" dur="400"/>
                                        <p:tgtEl>
                                          <p:spTgt spid="469"/>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xit" presetSubtype="0" fill="hold" nodeType="clickEffect">
                                  <p:stCondLst>
                                    <p:cond delay="0"/>
                                  </p:stCondLst>
                                  <p:childTnLst>
                                    <p:animEffect transition="out" filter="fade">
                                      <p:cBhvr>
                                        <p:cTn id="30" dur="400"/>
                                        <p:tgtEl>
                                          <p:spTgt spid="466"/>
                                        </p:tgtEl>
                                      </p:cBhvr>
                                    </p:animEffect>
                                    <p:set>
                                      <p:cBhvr>
                                        <p:cTn id="31" dur="1" fill="hold">
                                          <p:stCondLst>
                                            <p:cond delay="400"/>
                                          </p:stCondLst>
                                        </p:cTn>
                                        <p:tgtEl>
                                          <p:spTgt spid="466"/>
                                        </p:tgtEl>
                                        <p:attrNameLst>
                                          <p:attrName>style.visibility</p:attrName>
                                        </p:attrNameLst>
                                      </p:cBhvr>
                                      <p:to>
                                        <p:strVal val="hidden"/>
                                      </p:to>
                                    </p:set>
                                  </p:childTnLst>
                                </p:cTn>
                              </p:par>
                              <p:par>
                                <p:cTn id="32" presetID="10" presetClass="entr" presetSubtype="0" fill="hold" nodeType="withEffect">
                                  <p:stCondLst>
                                    <p:cond delay="0"/>
                                  </p:stCondLst>
                                  <p:childTnLst>
                                    <p:set>
                                      <p:cBhvr>
                                        <p:cTn id="33" dur="1" fill="hold">
                                          <p:stCondLst>
                                            <p:cond delay="0"/>
                                          </p:stCondLst>
                                        </p:cTn>
                                        <p:tgtEl>
                                          <p:spTgt spid="467"/>
                                        </p:tgtEl>
                                        <p:attrNameLst>
                                          <p:attrName>style.visibility</p:attrName>
                                        </p:attrNameLst>
                                      </p:cBhvr>
                                      <p:to>
                                        <p:strVal val="visible"/>
                                      </p:to>
                                    </p:set>
                                    <p:animEffect transition="in" filter="fade">
                                      <p:cBhvr>
                                        <p:cTn id="34" dur="400"/>
                                        <p:tgtEl>
                                          <p:spTgt spid="467"/>
                                        </p:tgtEl>
                                      </p:cBhvr>
                                    </p:animEffect>
                                  </p:childTnLst>
                                </p:cTn>
                              </p:par>
                              <p:par>
                                <p:cTn id="35" presetID="10" presetClass="exit" presetSubtype="0" fill="hold" nodeType="withEffect">
                                  <p:stCondLst>
                                    <p:cond delay="0"/>
                                  </p:stCondLst>
                                  <p:childTnLst>
                                    <p:animEffect transition="out" filter="fade">
                                      <p:cBhvr>
                                        <p:cTn id="36" dur="400"/>
                                        <p:tgtEl>
                                          <p:spTgt spid="469"/>
                                        </p:tgtEl>
                                      </p:cBhvr>
                                    </p:animEffect>
                                    <p:set>
                                      <p:cBhvr>
                                        <p:cTn id="37" dur="1" fill="hold">
                                          <p:stCondLst>
                                            <p:cond delay="400"/>
                                          </p:stCondLst>
                                        </p:cTn>
                                        <p:tgtEl>
                                          <p:spTgt spid="469"/>
                                        </p:tgtEl>
                                        <p:attrNameLst>
                                          <p:attrName>style.visibility</p:attrName>
                                        </p:attrNameLst>
                                      </p:cBhvr>
                                      <p:to>
                                        <p:strVal val="hidden"/>
                                      </p:to>
                                    </p:set>
                                  </p:childTnLst>
                                </p:cTn>
                              </p:par>
                              <p:par>
                                <p:cTn id="38" presetID="10" presetClass="entr" presetSubtype="0" fill="hold" nodeType="withEffect">
                                  <p:stCondLst>
                                    <p:cond delay="0"/>
                                  </p:stCondLst>
                                  <p:childTnLst>
                                    <p:set>
                                      <p:cBhvr>
                                        <p:cTn id="39" dur="1" fill="hold">
                                          <p:stCondLst>
                                            <p:cond delay="0"/>
                                          </p:stCondLst>
                                        </p:cTn>
                                        <p:tgtEl>
                                          <p:spTgt spid="471"/>
                                        </p:tgtEl>
                                        <p:attrNameLst>
                                          <p:attrName>style.visibility</p:attrName>
                                        </p:attrNameLst>
                                      </p:cBhvr>
                                      <p:to>
                                        <p:strVal val="visible"/>
                                      </p:to>
                                    </p:set>
                                    <p:animEffect transition="in" filter="fade">
                                      <p:cBhvr>
                                        <p:cTn id="40" dur="400"/>
                                        <p:tgtEl>
                                          <p:spTgt spid="471"/>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xit" presetSubtype="0" fill="hold" nodeType="clickEffect">
                                  <p:stCondLst>
                                    <p:cond delay="0"/>
                                  </p:stCondLst>
                                  <p:childTnLst>
                                    <p:animEffect transition="out" filter="fade">
                                      <p:cBhvr>
                                        <p:cTn id="44" dur="400"/>
                                        <p:tgtEl>
                                          <p:spTgt spid="467"/>
                                        </p:tgtEl>
                                      </p:cBhvr>
                                    </p:animEffect>
                                    <p:set>
                                      <p:cBhvr>
                                        <p:cTn id="45" dur="1" fill="hold">
                                          <p:stCondLst>
                                            <p:cond delay="400"/>
                                          </p:stCondLst>
                                        </p:cTn>
                                        <p:tgtEl>
                                          <p:spTgt spid="467"/>
                                        </p:tgtEl>
                                        <p:attrNameLst>
                                          <p:attrName>style.visibility</p:attrName>
                                        </p:attrNameLst>
                                      </p:cBhvr>
                                      <p:to>
                                        <p:strVal val="hidden"/>
                                      </p:to>
                                    </p:set>
                                  </p:childTnLst>
                                </p:cTn>
                              </p:par>
                              <p:par>
                                <p:cTn id="46" presetID="10" presetClass="entr" presetSubtype="0" fill="hold" nodeType="withEffect">
                                  <p:stCondLst>
                                    <p:cond delay="0"/>
                                  </p:stCondLst>
                                  <p:childTnLst>
                                    <p:set>
                                      <p:cBhvr>
                                        <p:cTn id="47" dur="1" fill="hold">
                                          <p:stCondLst>
                                            <p:cond delay="0"/>
                                          </p:stCondLst>
                                        </p:cTn>
                                        <p:tgtEl>
                                          <p:spTgt spid="468"/>
                                        </p:tgtEl>
                                        <p:attrNameLst>
                                          <p:attrName>style.visibility</p:attrName>
                                        </p:attrNameLst>
                                      </p:cBhvr>
                                      <p:to>
                                        <p:strVal val="visible"/>
                                      </p:to>
                                    </p:set>
                                    <p:animEffect transition="in" filter="fade">
                                      <p:cBhvr>
                                        <p:cTn id="48" dur="400"/>
                                        <p:tgtEl>
                                          <p:spTgt spid="468"/>
                                        </p:tgtEl>
                                      </p:cBhvr>
                                    </p:animEffect>
                                  </p:childTnLst>
                                </p:cTn>
                              </p:par>
                              <p:par>
                                <p:cTn id="49" presetID="10" presetClass="exit" presetSubtype="0" fill="hold" nodeType="withEffect">
                                  <p:stCondLst>
                                    <p:cond delay="0"/>
                                  </p:stCondLst>
                                  <p:childTnLst>
                                    <p:animEffect transition="out" filter="fade">
                                      <p:cBhvr>
                                        <p:cTn id="50" dur="400"/>
                                        <p:tgtEl>
                                          <p:spTgt spid="471"/>
                                        </p:tgtEl>
                                      </p:cBhvr>
                                    </p:animEffect>
                                    <p:set>
                                      <p:cBhvr>
                                        <p:cTn id="51" dur="1" fill="hold">
                                          <p:stCondLst>
                                            <p:cond delay="400"/>
                                          </p:stCondLst>
                                        </p:cTn>
                                        <p:tgtEl>
                                          <p:spTgt spid="471"/>
                                        </p:tgtEl>
                                        <p:attrNameLst>
                                          <p:attrName>style.visibility</p:attrName>
                                        </p:attrNameLst>
                                      </p:cBhvr>
                                      <p:to>
                                        <p:strVal val="hidden"/>
                                      </p:to>
                                    </p:set>
                                  </p:childTnLst>
                                </p:cTn>
                              </p:par>
                              <p:par>
                                <p:cTn id="52" presetID="10" presetClass="entr" presetSubtype="0" fill="hold" nodeType="withEffect">
                                  <p:stCondLst>
                                    <p:cond delay="0"/>
                                  </p:stCondLst>
                                  <p:childTnLst>
                                    <p:set>
                                      <p:cBhvr>
                                        <p:cTn id="53" dur="1" fill="hold">
                                          <p:stCondLst>
                                            <p:cond delay="0"/>
                                          </p:stCondLst>
                                        </p:cTn>
                                        <p:tgtEl>
                                          <p:spTgt spid="470"/>
                                        </p:tgtEl>
                                        <p:attrNameLst>
                                          <p:attrName>style.visibility</p:attrName>
                                        </p:attrNameLst>
                                      </p:cBhvr>
                                      <p:to>
                                        <p:strVal val="visible"/>
                                      </p:to>
                                    </p:set>
                                    <p:animEffect transition="in" filter="fade">
                                      <p:cBhvr>
                                        <p:cTn id="54" dur="400"/>
                                        <p:tgtEl>
                                          <p:spTgt spid="470"/>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464"/>
                                        </p:tgtEl>
                                        <p:attrNameLst>
                                          <p:attrName>style.visibility</p:attrName>
                                        </p:attrNameLst>
                                      </p:cBhvr>
                                      <p:to>
                                        <p:strVal val="visible"/>
                                      </p:to>
                                    </p:set>
                                    <p:animEffect transition="in" filter="fade">
                                      <p:cBhvr>
                                        <p:cTn id="59" dur="400"/>
                                        <p:tgtEl>
                                          <p:spTgt spid="464"/>
                                        </p:tgtEl>
                                      </p:cBhvr>
                                    </p:animEffect>
                                  </p:childTnLst>
                                </p:cTn>
                              </p:par>
                              <p:par>
                                <p:cTn id="60" presetID="10" presetClass="exit" presetSubtype="0" fill="hold" nodeType="withEffect">
                                  <p:stCondLst>
                                    <p:cond delay="0"/>
                                  </p:stCondLst>
                                  <p:childTnLst>
                                    <p:animEffect transition="out" filter="fade">
                                      <p:cBhvr>
                                        <p:cTn id="61" dur="400"/>
                                        <p:tgtEl>
                                          <p:spTgt spid="468"/>
                                        </p:tgtEl>
                                      </p:cBhvr>
                                    </p:animEffect>
                                    <p:set>
                                      <p:cBhvr>
                                        <p:cTn id="62" dur="1" fill="hold">
                                          <p:stCondLst>
                                            <p:cond delay="400"/>
                                          </p:stCondLst>
                                        </p:cTn>
                                        <p:tgtEl>
                                          <p:spTgt spid="468"/>
                                        </p:tgtEl>
                                        <p:attrNameLst>
                                          <p:attrName>style.visibility</p:attrName>
                                        </p:attrNameLst>
                                      </p:cBhvr>
                                      <p:to>
                                        <p:strVal val="hidden"/>
                                      </p:to>
                                    </p:set>
                                  </p:childTnLst>
                                </p:cTn>
                              </p:par>
                              <p:par>
                                <p:cTn id="63" presetID="10" presetClass="exit" presetSubtype="0" fill="hold" nodeType="withEffect">
                                  <p:stCondLst>
                                    <p:cond delay="0"/>
                                  </p:stCondLst>
                                  <p:childTnLst>
                                    <p:animEffect transition="out" filter="fade">
                                      <p:cBhvr>
                                        <p:cTn id="64" dur="400"/>
                                        <p:tgtEl>
                                          <p:spTgt spid="470"/>
                                        </p:tgtEl>
                                      </p:cBhvr>
                                    </p:animEffect>
                                    <p:set>
                                      <p:cBhvr>
                                        <p:cTn id="65" dur="1" fill="hold">
                                          <p:stCondLst>
                                            <p:cond delay="400"/>
                                          </p:stCondLst>
                                        </p:cTn>
                                        <p:tgtEl>
                                          <p:spTgt spid="470"/>
                                        </p:tgtEl>
                                        <p:attrNameLst>
                                          <p:attrName>style.visibility</p:attrName>
                                        </p:attrNameLst>
                                      </p:cBhvr>
                                      <p:to>
                                        <p:strVal val="hidden"/>
                                      </p:to>
                                    </p:se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nodeType="clickEffect">
                                  <p:stCondLst>
                                    <p:cond delay="0"/>
                                  </p:stCondLst>
                                  <p:childTnLst>
                                    <p:set>
                                      <p:cBhvr>
                                        <p:cTn id="69" dur="1" fill="hold">
                                          <p:stCondLst>
                                            <p:cond delay="0"/>
                                          </p:stCondLst>
                                        </p:cTn>
                                        <p:tgtEl>
                                          <p:spTgt spid="473"/>
                                        </p:tgtEl>
                                        <p:attrNameLst>
                                          <p:attrName>style.visibility</p:attrName>
                                        </p:attrNameLst>
                                      </p:cBhvr>
                                      <p:to>
                                        <p:strVal val="visible"/>
                                      </p:to>
                                    </p:set>
                                    <p:animEffect transition="in" filter="fade">
                                      <p:cBhvr>
                                        <p:cTn id="70" dur="400"/>
                                        <p:tgtEl>
                                          <p:spTgt spid="473"/>
                                        </p:tgtEl>
                                      </p:cBhvr>
                                    </p:animEffect>
                                  </p:childTnLst>
                                </p:cTn>
                              </p:par>
                              <p:par>
                                <p:cTn id="71" presetID="10" presetClass="entr" presetSubtype="0" fill="hold" nodeType="withEffect">
                                  <p:stCondLst>
                                    <p:cond delay="0"/>
                                  </p:stCondLst>
                                  <p:childTnLst>
                                    <p:set>
                                      <p:cBhvr>
                                        <p:cTn id="72" dur="1" fill="hold">
                                          <p:stCondLst>
                                            <p:cond delay="0"/>
                                          </p:stCondLst>
                                        </p:cTn>
                                        <p:tgtEl>
                                          <p:spTgt spid="471"/>
                                        </p:tgtEl>
                                        <p:attrNameLst>
                                          <p:attrName>style.visibility</p:attrName>
                                        </p:attrNameLst>
                                      </p:cBhvr>
                                      <p:to>
                                        <p:strVal val="visible"/>
                                      </p:to>
                                    </p:set>
                                    <p:animEffect transition="in" filter="fade">
                                      <p:cBhvr>
                                        <p:cTn id="73" dur="400"/>
                                        <p:tgtEl>
                                          <p:spTgt spid="471"/>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xit" presetSubtype="0" fill="hold" nodeType="clickEffect">
                                  <p:stCondLst>
                                    <p:cond delay="0"/>
                                  </p:stCondLst>
                                  <p:childTnLst>
                                    <p:animEffect transition="out" filter="fade">
                                      <p:cBhvr>
                                        <p:cTn id="77" dur="400"/>
                                        <p:tgtEl>
                                          <p:spTgt spid="473"/>
                                        </p:tgtEl>
                                      </p:cBhvr>
                                    </p:animEffect>
                                    <p:set>
                                      <p:cBhvr>
                                        <p:cTn id="78" dur="1" fill="hold">
                                          <p:stCondLst>
                                            <p:cond delay="400"/>
                                          </p:stCondLst>
                                        </p:cTn>
                                        <p:tgtEl>
                                          <p:spTgt spid="473"/>
                                        </p:tgtEl>
                                        <p:attrNameLst>
                                          <p:attrName>style.visibility</p:attrName>
                                        </p:attrNameLst>
                                      </p:cBhvr>
                                      <p:to>
                                        <p:strVal val="hidden"/>
                                      </p:to>
                                    </p:set>
                                  </p:childTnLst>
                                </p:cTn>
                              </p:par>
                              <p:par>
                                <p:cTn id="79" presetID="10" presetClass="exit" presetSubtype="0" fill="hold" nodeType="withEffect">
                                  <p:stCondLst>
                                    <p:cond delay="0"/>
                                  </p:stCondLst>
                                  <p:childTnLst>
                                    <p:animEffect transition="out" filter="fade">
                                      <p:cBhvr>
                                        <p:cTn id="80" dur="400"/>
                                        <p:tgtEl>
                                          <p:spTgt spid="471"/>
                                        </p:tgtEl>
                                      </p:cBhvr>
                                    </p:animEffect>
                                    <p:set>
                                      <p:cBhvr>
                                        <p:cTn id="81" dur="1" fill="hold">
                                          <p:stCondLst>
                                            <p:cond delay="400"/>
                                          </p:stCondLst>
                                        </p:cTn>
                                        <p:tgtEl>
                                          <p:spTgt spid="471"/>
                                        </p:tgtEl>
                                        <p:attrNameLst>
                                          <p:attrName>style.visibility</p:attrName>
                                        </p:attrNameLst>
                                      </p:cBhvr>
                                      <p:to>
                                        <p:strVal val="hidden"/>
                                      </p:to>
                                    </p:se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nodeType="clickEffect">
                                  <p:stCondLst>
                                    <p:cond delay="0"/>
                                  </p:stCondLst>
                                  <p:childTnLst>
                                    <p:set>
                                      <p:cBhvr>
                                        <p:cTn id="85" dur="1" fill="hold">
                                          <p:stCondLst>
                                            <p:cond delay="0"/>
                                          </p:stCondLst>
                                        </p:cTn>
                                        <p:tgtEl>
                                          <p:spTgt spid="465"/>
                                        </p:tgtEl>
                                        <p:attrNameLst>
                                          <p:attrName>style.visibility</p:attrName>
                                        </p:attrNameLst>
                                      </p:cBhvr>
                                      <p:to>
                                        <p:strVal val="visible"/>
                                      </p:to>
                                    </p:set>
                                    <p:animEffect transition="in" filter="fade">
                                      <p:cBhvr>
                                        <p:cTn id="86" dur="400"/>
                                        <p:tgtEl>
                                          <p:spTgt spid="465"/>
                                        </p:tgtEl>
                                      </p:cBhvr>
                                    </p:animEffect>
                                  </p:childTnLst>
                                </p:cTn>
                              </p:par>
                            </p:childTnLst>
                          </p:cTn>
                        </p:par>
                      </p:childTnLst>
                    </p:cTn>
                  </p:par>
                  <p:par>
                    <p:cTn id="87" fill="hold">
                      <p:stCondLst>
                        <p:cond delay="indefinite"/>
                      </p:stCondLst>
                      <p:childTnLst>
                        <p:par>
                          <p:cTn id="88" fill="hold">
                            <p:stCondLst>
                              <p:cond delay="0"/>
                            </p:stCondLst>
                            <p:childTnLst>
                              <p:par>
                                <p:cTn id="89" presetID="10" presetClass="entr" presetSubtype="0" fill="hold" nodeType="clickEffect">
                                  <p:stCondLst>
                                    <p:cond delay="0"/>
                                  </p:stCondLst>
                                  <p:childTnLst>
                                    <p:set>
                                      <p:cBhvr>
                                        <p:cTn id="90" dur="1" fill="hold">
                                          <p:stCondLst>
                                            <p:cond delay="0"/>
                                          </p:stCondLst>
                                        </p:cTn>
                                        <p:tgtEl>
                                          <p:spTgt spid="472"/>
                                        </p:tgtEl>
                                        <p:attrNameLst>
                                          <p:attrName>style.visibility</p:attrName>
                                        </p:attrNameLst>
                                      </p:cBhvr>
                                      <p:to>
                                        <p:strVal val="visible"/>
                                      </p:to>
                                    </p:set>
                                    <p:animEffect transition="in" filter="fade">
                                      <p:cBhvr>
                                        <p:cTn id="91" dur="400"/>
                                        <p:tgtEl>
                                          <p:spTgt spid="472"/>
                                        </p:tgtEl>
                                      </p:cBhvr>
                                    </p:animEffect>
                                  </p:childTnLst>
                                </p:cTn>
                              </p:par>
                              <p:par>
                                <p:cTn id="92" presetID="10" presetClass="entr" presetSubtype="0" fill="hold" nodeType="withEffect">
                                  <p:stCondLst>
                                    <p:cond delay="0"/>
                                  </p:stCondLst>
                                  <p:childTnLst>
                                    <p:set>
                                      <p:cBhvr>
                                        <p:cTn id="93" dur="1" fill="hold">
                                          <p:stCondLst>
                                            <p:cond delay="0"/>
                                          </p:stCondLst>
                                        </p:cTn>
                                        <p:tgtEl>
                                          <p:spTgt spid="474"/>
                                        </p:tgtEl>
                                        <p:attrNameLst>
                                          <p:attrName>style.visibility</p:attrName>
                                        </p:attrNameLst>
                                      </p:cBhvr>
                                      <p:to>
                                        <p:strVal val="visible"/>
                                      </p:to>
                                    </p:set>
                                    <p:animEffect transition="in" filter="fade">
                                      <p:cBhvr>
                                        <p:cTn id="94" dur="400"/>
                                        <p:tgtEl>
                                          <p:spTgt spid="474"/>
                                        </p:tgtEl>
                                      </p:cBhvr>
                                    </p:animEffect>
                                  </p:childTnLst>
                                </p:cTn>
                              </p:par>
                            </p:childTnLst>
                          </p:cTn>
                        </p:par>
                      </p:childTnLst>
                    </p:cTn>
                  </p:par>
                  <p:par>
                    <p:cTn id="95" fill="hold">
                      <p:stCondLst>
                        <p:cond delay="indefinite"/>
                      </p:stCondLst>
                      <p:childTnLst>
                        <p:par>
                          <p:cTn id="96" fill="hold">
                            <p:stCondLst>
                              <p:cond delay="0"/>
                            </p:stCondLst>
                            <p:childTnLst>
                              <p:par>
                                <p:cTn id="97" presetID="10" presetClass="entr" presetSubtype="0" fill="hold" nodeType="clickEffect">
                                  <p:stCondLst>
                                    <p:cond delay="0"/>
                                  </p:stCondLst>
                                  <p:childTnLst>
                                    <p:set>
                                      <p:cBhvr>
                                        <p:cTn id="98" dur="1" fill="hold">
                                          <p:stCondLst>
                                            <p:cond delay="0"/>
                                          </p:stCondLst>
                                        </p:cTn>
                                        <p:tgtEl>
                                          <p:spTgt spid="476"/>
                                        </p:tgtEl>
                                        <p:attrNameLst>
                                          <p:attrName>style.visibility</p:attrName>
                                        </p:attrNameLst>
                                      </p:cBhvr>
                                      <p:to>
                                        <p:strVal val="visible"/>
                                      </p:to>
                                    </p:set>
                                    <p:animEffect transition="in" filter="fade">
                                      <p:cBhvr>
                                        <p:cTn id="99" dur="1000"/>
                                        <p:tgtEl>
                                          <p:spTgt spid="476"/>
                                        </p:tgtEl>
                                      </p:cBhvr>
                                    </p:animEffect>
                                  </p:childTnLst>
                                </p:cTn>
                              </p:par>
                              <p:par>
                                <p:cTn id="100" presetID="10" presetClass="entr" presetSubtype="0" fill="hold" nodeType="withEffect">
                                  <p:stCondLst>
                                    <p:cond delay="0"/>
                                  </p:stCondLst>
                                  <p:childTnLst>
                                    <p:set>
                                      <p:cBhvr>
                                        <p:cTn id="101" dur="1" fill="hold">
                                          <p:stCondLst>
                                            <p:cond delay="0"/>
                                          </p:stCondLst>
                                        </p:cTn>
                                        <p:tgtEl>
                                          <p:spTgt spid="475"/>
                                        </p:tgtEl>
                                        <p:attrNameLst>
                                          <p:attrName>style.visibility</p:attrName>
                                        </p:attrNameLst>
                                      </p:cBhvr>
                                      <p:to>
                                        <p:strVal val="visible"/>
                                      </p:to>
                                    </p:set>
                                    <p:animEffect transition="in" filter="fade">
                                      <p:cBhvr>
                                        <p:cTn id="102" dur="400"/>
                                        <p:tgtEl>
                                          <p:spTgt spid="475"/>
                                        </p:tgtEl>
                                      </p:cBhvr>
                                    </p:animEffect>
                                  </p:childTnLst>
                                </p:cTn>
                              </p:par>
                              <p:par>
                                <p:cTn id="103" presetID="10" presetClass="exit" presetSubtype="0" fill="hold" nodeType="withEffect">
                                  <p:stCondLst>
                                    <p:cond delay="0"/>
                                  </p:stCondLst>
                                  <p:childTnLst>
                                    <p:animEffect transition="out" filter="fade">
                                      <p:cBhvr>
                                        <p:cTn id="104" dur="400"/>
                                        <p:tgtEl>
                                          <p:spTgt spid="474"/>
                                        </p:tgtEl>
                                      </p:cBhvr>
                                    </p:animEffect>
                                    <p:set>
                                      <p:cBhvr>
                                        <p:cTn id="105" dur="1" fill="hold">
                                          <p:stCondLst>
                                            <p:cond delay="400"/>
                                          </p:stCondLst>
                                        </p:cTn>
                                        <p:tgtEl>
                                          <p:spTgt spid="474"/>
                                        </p:tgtEl>
                                        <p:attrNameLst>
                                          <p:attrName>style.visibility</p:attrName>
                                        </p:attrNameLst>
                                      </p:cBhvr>
                                      <p:to>
                                        <p:strVal val="hidden"/>
                                      </p:to>
                                    </p:set>
                                  </p:childTnLst>
                                </p:cTn>
                              </p:par>
                            </p:childTnLst>
                          </p:cTn>
                        </p:par>
                      </p:childTnLst>
                    </p:cTn>
                  </p:par>
                  <p:par>
                    <p:cTn id="106" fill="hold">
                      <p:stCondLst>
                        <p:cond delay="indefinite"/>
                      </p:stCondLst>
                      <p:childTnLst>
                        <p:par>
                          <p:cTn id="107" fill="hold">
                            <p:stCondLst>
                              <p:cond delay="0"/>
                            </p:stCondLst>
                            <p:childTnLst>
                              <p:par>
                                <p:cTn id="108" presetID="10" presetClass="entr" presetSubtype="0" fill="hold" nodeType="clickEffect">
                                  <p:stCondLst>
                                    <p:cond delay="0"/>
                                  </p:stCondLst>
                                  <p:childTnLst>
                                    <p:set>
                                      <p:cBhvr>
                                        <p:cTn id="109" dur="1" fill="hold">
                                          <p:stCondLst>
                                            <p:cond delay="0"/>
                                          </p:stCondLst>
                                        </p:cTn>
                                        <p:tgtEl>
                                          <p:spTgt spid="474"/>
                                        </p:tgtEl>
                                        <p:attrNameLst>
                                          <p:attrName>style.visibility</p:attrName>
                                        </p:attrNameLst>
                                      </p:cBhvr>
                                      <p:to>
                                        <p:strVal val="visible"/>
                                      </p:to>
                                    </p:set>
                                    <p:animEffect transition="in" filter="fade">
                                      <p:cBhvr>
                                        <p:cTn id="110" dur="400"/>
                                        <p:tgtEl>
                                          <p:spTgt spid="474"/>
                                        </p:tgtEl>
                                      </p:cBhvr>
                                    </p:animEffect>
                                  </p:childTnLst>
                                </p:cTn>
                              </p:par>
                              <p:par>
                                <p:cTn id="111" presetID="10" presetClass="exit" presetSubtype="0" fill="hold" nodeType="withEffect">
                                  <p:stCondLst>
                                    <p:cond delay="0"/>
                                  </p:stCondLst>
                                  <p:childTnLst>
                                    <p:animEffect transition="out" filter="fade">
                                      <p:cBhvr>
                                        <p:cTn id="112" dur="400"/>
                                        <p:tgtEl>
                                          <p:spTgt spid="476"/>
                                        </p:tgtEl>
                                      </p:cBhvr>
                                    </p:animEffect>
                                    <p:set>
                                      <p:cBhvr>
                                        <p:cTn id="113" dur="1" fill="hold">
                                          <p:stCondLst>
                                            <p:cond delay="400"/>
                                          </p:stCondLst>
                                        </p:cTn>
                                        <p:tgtEl>
                                          <p:spTgt spid="476"/>
                                        </p:tgtEl>
                                        <p:attrNameLst>
                                          <p:attrName>style.visibility</p:attrName>
                                        </p:attrNameLst>
                                      </p:cBhvr>
                                      <p:to>
                                        <p:strVal val="hidden"/>
                                      </p:to>
                                    </p:set>
                                  </p:childTnLst>
                                </p:cTn>
                              </p:par>
                              <p:par>
                                <p:cTn id="114" presetID="10" presetClass="exit" presetSubtype="0" fill="hold" nodeType="withEffect">
                                  <p:stCondLst>
                                    <p:cond delay="0"/>
                                  </p:stCondLst>
                                  <p:childTnLst>
                                    <p:animEffect transition="out" filter="fade">
                                      <p:cBhvr>
                                        <p:cTn id="115" dur="400"/>
                                        <p:tgtEl>
                                          <p:spTgt spid="475"/>
                                        </p:tgtEl>
                                      </p:cBhvr>
                                    </p:animEffect>
                                    <p:set>
                                      <p:cBhvr>
                                        <p:cTn id="116" dur="1" fill="hold">
                                          <p:stCondLst>
                                            <p:cond delay="400"/>
                                          </p:stCondLst>
                                        </p:cTn>
                                        <p:tgtEl>
                                          <p:spTgt spid="47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80"/>
        <p:cNvGrpSpPr/>
        <p:nvPr/>
      </p:nvGrpSpPr>
      <p:grpSpPr>
        <a:xfrm>
          <a:off x="0" y="0"/>
          <a:ext cx="0" cy="0"/>
          <a:chOff x="0" y="0"/>
          <a:chExt cx="0" cy="0"/>
        </a:xfrm>
      </p:grpSpPr>
      <p:sp>
        <p:nvSpPr>
          <p:cNvPr id="481" name="Google Shape;481;p61"/>
          <p:cNvSpPr txBox="1"/>
          <p:nvPr/>
        </p:nvSpPr>
        <p:spPr>
          <a:xfrm>
            <a:off x="958387" y="6969667"/>
            <a:ext cx="15635724" cy="4897927"/>
          </a:xfrm>
          <a:prstGeom prst="rect">
            <a:avLst/>
          </a:prstGeom>
          <a:noFill/>
          <a:ln>
            <a:noFill/>
          </a:ln>
        </p:spPr>
        <p:txBody>
          <a:bodyPr spcFirstLastPara="1" wrap="square" lIns="243800" tIns="243800" rIns="243800" bIns="243800" anchor="t" anchorCtr="0">
            <a:spAutoFit/>
          </a:bodyPr>
          <a:lstStyle/>
          <a:p>
            <a:pPr marL="338713">
              <a:lnSpc>
                <a:spcPct val="115000"/>
              </a:lnSpc>
              <a:buSzPts val="1600"/>
            </a:pPr>
            <a:r>
              <a:rPr lang="en" sz="4267" b="1" dirty="0">
                <a:latin typeface="Courier New" panose="02070309020205020404" pitchFamily="49" charset="0"/>
                <a:ea typeface="Lato"/>
                <a:cs typeface="Courier New" panose="02070309020205020404" pitchFamily="49" charset="0"/>
                <a:sym typeface="Lato"/>
              </a:rPr>
              <a:t>A. [5, 6, 7, 101, 102, 103, 104, 105] </a:t>
            </a:r>
            <a:endParaRPr sz="4267" b="1" dirty="0">
              <a:latin typeface="Courier New" panose="02070309020205020404" pitchFamily="49" charset="0"/>
              <a:ea typeface="Lato"/>
              <a:cs typeface="Courier New" panose="02070309020205020404" pitchFamily="49" charset="0"/>
              <a:sym typeface="Lato"/>
            </a:endParaRPr>
          </a:p>
          <a:p>
            <a:pPr marL="338713">
              <a:lnSpc>
                <a:spcPct val="115000"/>
              </a:lnSpc>
              <a:spcBef>
                <a:spcPts val="2667"/>
              </a:spcBef>
              <a:buSzPts val="1600"/>
            </a:pPr>
            <a:r>
              <a:rPr lang="en" sz="4267" b="1" dirty="0">
                <a:latin typeface="Courier New" panose="02070309020205020404" pitchFamily="49" charset="0"/>
                <a:ea typeface="Lato"/>
                <a:cs typeface="Courier New" panose="02070309020205020404" pitchFamily="49" charset="0"/>
                <a:sym typeface="Lato"/>
              </a:rPr>
              <a:t>B. [6, 7, 101, 102, 103, 104, 105] </a:t>
            </a:r>
            <a:endParaRPr sz="4267" b="1" dirty="0">
              <a:latin typeface="Courier New" panose="02070309020205020404" pitchFamily="49" charset="0"/>
              <a:ea typeface="Lato"/>
              <a:cs typeface="Courier New" panose="02070309020205020404" pitchFamily="49" charset="0"/>
              <a:sym typeface="Lato"/>
            </a:endParaRPr>
          </a:p>
          <a:p>
            <a:pPr marL="338713">
              <a:lnSpc>
                <a:spcPct val="115000"/>
              </a:lnSpc>
              <a:spcBef>
                <a:spcPts val="2667"/>
              </a:spcBef>
              <a:buSzPts val="1600"/>
            </a:pPr>
            <a:r>
              <a:rPr lang="en" sz="4267" b="1" dirty="0">
                <a:latin typeface="Courier New" panose="02070309020205020404" pitchFamily="49" charset="0"/>
                <a:ea typeface="Lato"/>
                <a:cs typeface="Courier New" panose="02070309020205020404" pitchFamily="49" charset="0"/>
                <a:sym typeface="Lato"/>
              </a:rPr>
              <a:t>C. [6, 101, 102, 103, 104] </a:t>
            </a:r>
            <a:endParaRPr sz="4267" b="1" dirty="0">
              <a:latin typeface="Courier New" panose="02070309020205020404" pitchFamily="49" charset="0"/>
              <a:ea typeface="Lato"/>
              <a:cs typeface="Courier New" panose="02070309020205020404" pitchFamily="49" charset="0"/>
              <a:sym typeface="Lato"/>
            </a:endParaRPr>
          </a:p>
          <a:p>
            <a:pPr marL="338713">
              <a:lnSpc>
                <a:spcPct val="115000"/>
              </a:lnSpc>
              <a:spcBef>
                <a:spcPts val="2667"/>
              </a:spcBef>
              <a:spcAft>
                <a:spcPts val="2667"/>
              </a:spcAft>
              <a:buSzPts val="1600"/>
            </a:pPr>
            <a:r>
              <a:rPr lang="en" sz="4267" b="1" dirty="0">
                <a:latin typeface="Courier New" panose="02070309020205020404" pitchFamily="49" charset="0"/>
                <a:ea typeface="Lato"/>
                <a:cs typeface="Courier New" panose="02070309020205020404" pitchFamily="49" charset="0"/>
                <a:sym typeface="Lato"/>
              </a:rPr>
              <a:t>D. [6, 101, 102, 103] </a:t>
            </a:r>
            <a:endParaRPr sz="4267" b="1" dirty="0">
              <a:latin typeface="Courier New" panose="02070309020205020404" pitchFamily="49" charset="0"/>
              <a:ea typeface="Lato"/>
              <a:cs typeface="Courier New" panose="02070309020205020404" pitchFamily="49" charset="0"/>
              <a:sym typeface="Lato"/>
            </a:endParaRPr>
          </a:p>
        </p:txBody>
      </p:sp>
      <p:sp>
        <p:nvSpPr>
          <p:cNvPr id="482" name="Google Shape;482;p61"/>
          <p:cNvSpPr txBox="1">
            <a:spLocks noGrp="1"/>
          </p:cNvSpPr>
          <p:nvPr>
            <p:ph type="title"/>
          </p:nvPr>
        </p:nvSpPr>
        <p:spPr>
          <a:prstGeom prst="rect">
            <a:avLst/>
          </a:prstGeom>
        </p:spPr>
        <p:txBody>
          <a:bodyPr spcFirstLastPara="1" vert="horz" wrap="square" lIns="243800" tIns="243800" rIns="243800" bIns="243800" rtlCol="0" anchor="t" anchorCtr="0">
            <a:normAutofit/>
          </a:bodyPr>
          <a:lstStyle/>
          <a:p>
            <a:r>
              <a:rPr lang="en" b="1" dirty="0">
                <a:latin typeface="Helvetica Neue" panose="02000503000000020004" pitchFamily="2" charset="0"/>
                <a:ea typeface="Helvetica Neue" panose="02000503000000020004" pitchFamily="2" charset="0"/>
                <a:cs typeface="Helvetica Neue" panose="02000503000000020004" pitchFamily="2" charset="0"/>
              </a:rPr>
              <a:t>Self-Test</a:t>
            </a:r>
            <a:endParaRPr b="1"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83" name="Google Shape;483;p61"/>
          <p:cNvSpPr txBox="1">
            <a:spLocks noGrp="1"/>
          </p:cNvSpPr>
          <p:nvPr>
            <p:ph type="body" idx="1"/>
          </p:nvPr>
        </p:nvSpPr>
        <p:spPr>
          <a:xfrm>
            <a:off x="1924854" y="5385933"/>
            <a:ext cx="8802400" cy="1472000"/>
          </a:xfrm>
          <a:prstGeom prst="rect">
            <a:avLst/>
          </a:prstGeom>
        </p:spPr>
        <p:txBody>
          <a:bodyPr spcFirstLastPara="1" vert="horz" wrap="square" lIns="243800" tIns="243800" rIns="243800" bIns="243800" rtlCol="0" anchor="t" anchorCtr="0">
            <a:normAutofit fontScale="62500" lnSpcReduction="20000"/>
          </a:bodyPr>
          <a:lstStyle/>
          <a:p>
            <a:pPr marL="0" indent="0">
              <a:spcAft>
                <a:spcPts val="3200"/>
              </a:spcAft>
              <a:buNone/>
            </a:pPr>
            <a:r>
              <a:rPr lang="en" b="1" dirty="0">
                <a:latin typeface="Helvetica Neue" panose="02000503000000020004" pitchFamily="2" charset="0"/>
                <a:ea typeface="Helvetica Neue" panose="02000503000000020004" pitchFamily="2" charset="0"/>
                <a:cs typeface="Helvetica Neue" panose="02000503000000020004" pitchFamily="2" charset="0"/>
              </a:rPr>
              <a:t>What does the following code output?</a:t>
            </a:r>
            <a:endParaRPr b="1"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84" name="Google Shape;484;p61"/>
          <p:cNvSpPr txBox="1">
            <a:spLocks noGrp="1"/>
          </p:cNvSpPr>
          <p:nvPr>
            <p:ph type="body" idx="4294967295"/>
          </p:nvPr>
        </p:nvSpPr>
        <p:spPr>
          <a:xfrm>
            <a:off x="10391775" y="2633663"/>
            <a:ext cx="13995400" cy="6540500"/>
          </a:xfrm>
          <a:prstGeom prst="rect">
            <a:avLst/>
          </a:prstGeom>
        </p:spPr>
        <p:txBody>
          <a:bodyPr spcFirstLastPara="1" vert="horz" wrap="square" lIns="243800" tIns="243800" rIns="243800" bIns="243800" rtlCol="0" anchor="t" anchorCtr="0">
            <a:noAutofit/>
          </a:bodyPr>
          <a:lstStyle/>
          <a:p>
            <a:pPr marL="0" indent="0">
              <a:lnSpc>
                <a:spcPct val="135714"/>
              </a:lnSpc>
              <a:spcBef>
                <a:spcPts val="0"/>
              </a:spcBef>
              <a:buNone/>
            </a:pPr>
            <a:r>
              <a:rPr lang="en" sz="4267" dirty="0" err="1">
                <a:solidFill>
                  <a:srgbClr val="000000"/>
                </a:solidFill>
                <a:latin typeface="Courier New"/>
                <a:ea typeface="Courier New"/>
                <a:cs typeface="Courier New"/>
                <a:sym typeface="Courier New"/>
              </a:rPr>
              <a:t>arr</a:t>
            </a:r>
            <a:r>
              <a:rPr lang="en" sz="4267" dirty="0">
                <a:solidFill>
                  <a:srgbClr val="000000"/>
                </a:solidFill>
                <a:latin typeface="Courier New"/>
                <a:ea typeface="Courier New"/>
                <a:cs typeface="Courier New"/>
                <a:sym typeface="Courier New"/>
              </a:rPr>
              <a:t> = [</a:t>
            </a:r>
            <a:r>
              <a:rPr lang="en" sz="4267" dirty="0">
                <a:solidFill>
                  <a:srgbClr val="098156"/>
                </a:solidFill>
                <a:latin typeface="Courier New"/>
                <a:ea typeface="Courier New"/>
                <a:cs typeface="Courier New"/>
                <a:sym typeface="Courier New"/>
              </a:rPr>
              <a:t>4</a:t>
            </a:r>
            <a:r>
              <a:rPr lang="en" sz="4267" dirty="0">
                <a:solidFill>
                  <a:srgbClr val="000000"/>
                </a:solidFill>
                <a:latin typeface="Courier New"/>
                <a:ea typeface="Courier New"/>
                <a:cs typeface="Courier New"/>
                <a:sym typeface="Courier New"/>
              </a:rPr>
              <a:t>, </a:t>
            </a:r>
            <a:r>
              <a:rPr lang="en" sz="4267" dirty="0">
                <a:solidFill>
                  <a:srgbClr val="098156"/>
                </a:solidFill>
                <a:latin typeface="Courier New"/>
                <a:ea typeface="Courier New"/>
                <a:cs typeface="Courier New"/>
                <a:sym typeface="Courier New"/>
              </a:rPr>
              <a:t>5</a:t>
            </a:r>
            <a:r>
              <a:rPr lang="en" sz="4267" dirty="0">
                <a:solidFill>
                  <a:srgbClr val="000000"/>
                </a:solidFill>
                <a:latin typeface="Courier New"/>
                <a:ea typeface="Courier New"/>
                <a:cs typeface="Courier New"/>
                <a:sym typeface="Courier New"/>
              </a:rPr>
              <a:t>, </a:t>
            </a:r>
            <a:r>
              <a:rPr lang="en" sz="4267" dirty="0">
                <a:solidFill>
                  <a:srgbClr val="098156"/>
                </a:solidFill>
                <a:latin typeface="Courier New"/>
                <a:ea typeface="Courier New"/>
                <a:cs typeface="Courier New"/>
                <a:sym typeface="Courier New"/>
              </a:rPr>
              <a:t>6</a:t>
            </a:r>
            <a:r>
              <a:rPr lang="en" sz="4267" dirty="0">
                <a:solidFill>
                  <a:srgbClr val="000000"/>
                </a:solidFill>
                <a:latin typeface="Courier New"/>
                <a:ea typeface="Courier New"/>
                <a:cs typeface="Courier New"/>
                <a:sym typeface="Courier New"/>
              </a:rPr>
              <a:t>, </a:t>
            </a:r>
            <a:r>
              <a:rPr lang="en" sz="4267" dirty="0">
                <a:solidFill>
                  <a:srgbClr val="098156"/>
                </a:solidFill>
                <a:latin typeface="Courier New"/>
                <a:ea typeface="Courier New"/>
                <a:cs typeface="Courier New"/>
                <a:sym typeface="Courier New"/>
              </a:rPr>
              <a:t>101</a:t>
            </a:r>
            <a:r>
              <a:rPr lang="en" sz="4267" dirty="0">
                <a:solidFill>
                  <a:srgbClr val="000000"/>
                </a:solidFill>
                <a:latin typeface="Courier New"/>
                <a:ea typeface="Courier New"/>
                <a:cs typeface="Courier New"/>
                <a:sym typeface="Courier New"/>
              </a:rPr>
              <a:t>, </a:t>
            </a:r>
            <a:r>
              <a:rPr lang="en" sz="4267" dirty="0">
                <a:solidFill>
                  <a:srgbClr val="098156"/>
                </a:solidFill>
                <a:latin typeface="Courier New"/>
                <a:ea typeface="Courier New"/>
                <a:cs typeface="Courier New"/>
                <a:sym typeface="Courier New"/>
              </a:rPr>
              <a:t>102</a:t>
            </a:r>
            <a:r>
              <a:rPr lang="en" sz="4267" dirty="0">
                <a:solidFill>
                  <a:srgbClr val="000000"/>
                </a:solidFill>
                <a:latin typeface="Courier New"/>
                <a:ea typeface="Courier New"/>
                <a:cs typeface="Courier New"/>
                <a:sym typeface="Courier New"/>
              </a:rPr>
              <a:t>, </a:t>
            </a:r>
            <a:r>
              <a:rPr lang="en" sz="4267" dirty="0">
                <a:solidFill>
                  <a:srgbClr val="098156"/>
                </a:solidFill>
                <a:latin typeface="Courier New"/>
                <a:ea typeface="Courier New"/>
                <a:cs typeface="Courier New"/>
                <a:sym typeface="Courier New"/>
              </a:rPr>
              <a:t>103</a:t>
            </a:r>
            <a:r>
              <a:rPr lang="en" sz="4267" dirty="0">
                <a:solidFill>
                  <a:srgbClr val="000000"/>
                </a:solidFill>
                <a:latin typeface="Courier New"/>
                <a:ea typeface="Courier New"/>
                <a:cs typeface="Courier New"/>
                <a:sym typeface="Courier New"/>
              </a:rPr>
              <a:t>, </a:t>
            </a:r>
            <a:r>
              <a:rPr lang="en" sz="4267" dirty="0">
                <a:solidFill>
                  <a:srgbClr val="098156"/>
                </a:solidFill>
                <a:latin typeface="Courier New"/>
                <a:ea typeface="Courier New"/>
                <a:cs typeface="Courier New"/>
                <a:sym typeface="Courier New"/>
              </a:rPr>
              <a:t>104</a:t>
            </a:r>
            <a:r>
              <a:rPr lang="en" sz="4267" dirty="0">
                <a:solidFill>
                  <a:srgbClr val="000000"/>
                </a:solidFill>
                <a:latin typeface="Courier New"/>
                <a:ea typeface="Courier New"/>
                <a:cs typeface="Courier New"/>
                <a:sym typeface="Courier New"/>
              </a:rPr>
              <a:t>, </a:t>
            </a:r>
            <a:r>
              <a:rPr lang="en" sz="4267" dirty="0">
                <a:solidFill>
                  <a:srgbClr val="098156"/>
                </a:solidFill>
                <a:latin typeface="Courier New"/>
                <a:ea typeface="Courier New"/>
                <a:cs typeface="Courier New"/>
                <a:sym typeface="Courier New"/>
              </a:rPr>
              <a:t>105</a:t>
            </a:r>
            <a:r>
              <a:rPr lang="en" sz="4267" dirty="0">
                <a:solidFill>
                  <a:srgbClr val="000000"/>
                </a:solidFill>
                <a:latin typeface="Courier New"/>
                <a:ea typeface="Courier New"/>
                <a:cs typeface="Courier New"/>
                <a:sym typeface="Courier New"/>
              </a:rPr>
              <a:t>]</a:t>
            </a:r>
            <a:endParaRPr sz="4267" dirty="0">
              <a:solidFill>
                <a:srgbClr val="000000"/>
              </a:solidFill>
              <a:latin typeface="Courier New"/>
              <a:ea typeface="Courier New"/>
              <a:cs typeface="Courier New"/>
              <a:sym typeface="Courier New"/>
            </a:endParaRPr>
          </a:p>
          <a:p>
            <a:pPr marL="0" indent="0">
              <a:lnSpc>
                <a:spcPct val="135714"/>
              </a:lnSpc>
              <a:spcBef>
                <a:spcPts val="0"/>
              </a:spcBef>
              <a:buNone/>
            </a:pPr>
            <a:endParaRPr sz="4267" dirty="0">
              <a:solidFill>
                <a:srgbClr val="000000"/>
              </a:solidFill>
              <a:latin typeface="Courier New"/>
              <a:ea typeface="Courier New"/>
              <a:cs typeface="Courier New"/>
              <a:sym typeface="Courier New"/>
            </a:endParaRPr>
          </a:p>
          <a:p>
            <a:pPr marL="0" indent="0">
              <a:lnSpc>
                <a:spcPct val="135714"/>
              </a:lnSpc>
              <a:spcBef>
                <a:spcPts val="0"/>
              </a:spcBef>
              <a:buNone/>
            </a:pPr>
            <a:r>
              <a:rPr lang="en" sz="4267" dirty="0" err="1">
                <a:solidFill>
                  <a:srgbClr val="000000"/>
                </a:solidFill>
                <a:latin typeface="Courier New"/>
                <a:ea typeface="Courier New"/>
                <a:cs typeface="Courier New"/>
                <a:sym typeface="Courier New"/>
              </a:rPr>
              <a:t>new_arr</a:t>
            </a:r>
            <a:r>
              <a:rPr lang="en" sz="4267" dirty="0">
                <a:solidFill>
                  <a:srgbClr val="000000"/>
                </a:solidFill>
                <a:latin typeface="Courier New"/>
                <a:ea typeface="Courier New"/>
                <a:cs typeface="Courier New"/>
                <a:sym typeface="Courier New"/>
              </a:rPr>
              <a:t> = </a:t>
            </a:r>
            <a:r>
              <a:rPr lang="en" sz="4267" dirty="0" err="1">
                <a:solidFill>
                  <a:srgbClr val="000000"/>
                </a:solidFill>
                <a:latin typeface="Courier New"/>
                <a:ea typeface="Courier New"/>
                <a:cs typeface="Courier New"/>
                <a:sym typeface="Courier New"/>
              </a:rPr>
              <a:t>arr</a:t>
            </a:r>
            <a:r>
              <a:rPr lang="en" sz="4267" dirty="0">
                <a:solidFill>
                  <a:srgbClr val="000000"/>
                </a:solidFill>
                <a:latin typeface="Courier New"/>
                <a:ea typeface="Courier New"/>
                <a:cs typeface="Courier New"/>
                <a:sym typeface="Courier New"/>
              </a:rPr>
              <a:t>[</a:t>
            </a:r>
            <a:r>
              <a:rPr lang="en" sz="4267" dirty="0">
                <a:solidFill>
                  <a:srgbClr val="098156"/>
                </a:solidFill>
                <a:latin typeface="Courier New"/>
                <a:ea typeface="Courier New"/>
                <a:cs typeface="Courier New"/>
                <a:sym typeface="Courier New"/>
              </a:rPr>
              <a:t>2</a:t>
            </a:r>
            <a:r>
              <a:rPr lang="en" sz="4267" dirty="0">
                <a:solidFill>
                  <a:srgbClr val="000000"/>
                </a:solidFill>
                <a:latin typeface="Courier New"/>
                <a:ea typeface="Courier New"/>
                <a:cs typeface="Courier New"/>
                <a:sym typeface="Courier New"/>
              </a:rPr>
              <a:t>:</a:t>
            </a:r>
            <a:r>
              <a:rPr lang="en" sz="4267" dirty="0">
                <a:solidFill>
                  <a:srgbClr val="098156"/>
                </a:solidFill>
                <a:latin typeface="Courier New"/>
                <a:ea typeface="Courier New"/>
                <a:cs typeface="Courier New"/>
                <a:sym typeface="Courier New"/>
              </a:rPr>
              <a:t>6</a:t>
            </a:r>
            <a:r>
              <a:rPr lang="en" sz="4267" dirty="0">
                <a:solidFill>
                  <a:srgbClr val="000000"/>
                </a:solidFill>
                <a:latin typeface="Courier New"/>
                <a:ea typeface="Courier New"/>
                <a:cs typeface="Courier New"/>
                <a:sym typeface="Courier New"/>
              </a:rPr>
              <a:t>]</a:t>
            </a:r>
            <a:endParaRPr sz="4267" dirty="0">
              <a:solidFill>
                <a:srgbClr val="000000"/>
              </a:solidFill>
              <a:latin typeface="Courier New"/>
              <a:ea typeface="Courier New"/>
              <a:cs typeface="Courier New"/>
              <a:sym typeface="Courier New"/>
            </a:endParaRPr>
          </a:p>
          <a:p>
            <a:pPr marL="0" indent="0">
              <a:lnSpc>
                <a:spcPct val="135714"/>
              </a:lnSpc>
              <a:spcBef>
                <a:spcPts val="0"/>
              </a:spcBef>
              <a:buNone/>
            </a:pPr>
            <a:r>
              <a:rPr lang="en" sz="4267" dirty="0">
                <a:solidFill>
                  <a:srgbClr val="795E26"/>
                </a:solidFill>
                <a:latin typeface="Courier New"/>
                <a:ea typeface="Courier New"/>
                <a:cs typeface="Courier New"/>
                <a:sym typeface="Courier New"/>
              </a:rPr>
              <a:t>print</a:t>
            </a:r>
            <a:r>
              <a:rPr lang="en" sz="4267" dirty="0">
                <a:solidFill>
                  <a:srgbClr val="000000"/>
                </a:solidFill>
                <a:latin typeface="Courier New"/>
                <a:ea typeface="Courier New"/>
                <a:cs typeface="Courier New"/>
                <a:sym typeface="Courier New"/>
              </a:rPr>
              <a:t>(</a:t>
            </a:r>
            <a:r>
              <a:rPr lang="en" sz="4267" dirty="0" err="1">
                <a:solidFill>
                  <a:srgbClr val="000000"/>
                </a:solidFill>
                <a:latin typeface="Courier New"/>
                <a:ea typeface="Courier New"/>
                <a:cs typeface="Courier New"/>
                <a:sym typeface="Courier New"/>
              </a:rPr>
              <a:t>new_arr</a:t>
            </a:r>
            <a:r>
              <a:rPr lang="en" sz="4267" dirty="0">
                <a:solidFill>
                  <a:srgbClr val="000000"/>
                </a:solidFill>
                <a:latin typeface="Courier New"/>
                <a:ea typeface="Courier New"/>
                <a:cs typeface="Courier New"/>
                <a:sym typeface="Courier New"/>
              </a:rPr>
              <a:t>)</a:t>
            </a:r>
            <a:endParaRPr sz="4267" dirty="0">
              <a:solidFill>
                <a:srgbClr val="000000"/>
              </a:solidFill>
              <a:latin typeface="Courier New"/>
              <a:ea typeface="Courier New"/>
              <a:cs typeface="Courier New"/>
              <a:sym typeface="Courier New"/>
            </a:endParaRPr>
          </a:p>
          <a:p>
            <a:pPr marL="0" indent="0">
              <a:lnSpc>
                <a:spcPct val="100000"/>
              </a:lnSpc>
              <a:spcBef>
                <a:spcPts val="0"/>
              </a:spcBef>
              <a:buNone/>
            </a:pPr>
            <a:endParaRPr sz="4267" dirty="0">
              <a:solidFill>
                <a:srgbClr val="000000"/>
              </a:solidFill>
              <a:latin typeface="Courier New"/>
              <a:ea typeface="Courier New"/>
              <a:cs typeface="Courier New"/>
              <a:sym typeface="Courier New"/>
            </a:endParaRPr>
          </a:p>
        </p:txBody>
      </p:sp>
      <p:sp>
        <p:nvSpPr>
          <p:cNvPr id="2" name="Google Shape;412;p56">
            <a:extLst>
              <a:ext uri="{FF2B5EF4-FFF2-40B4-BE49-F238E27FC236}">
                <a16:creationId xmlns:a16="http://schemas.microsoft.com/office/drawing/2014/main" id="{6E2B5236-DD92-0D2A-1C56-C9B8E3C4CA1C}"/>
              </a:ext>
            </a:extLst>
          </p:cNvPr>
          <p:cNvSpPr txBox="1">
            <a:spLocks/>
          </p:cNvSpPr>
          <p:nvPr/>
        </p:nvSpPr>
        <p:spPr>
          <a:xfrm>
            <a:off x="298453" y="249400"/>
            <a:ext cx="20503200" cy="1427200"/>
          </a:xfrm>
          <a:prstGeom prst="rect">
            <a:avLst/>
          </a:prstGeom>
        </p:spPr>
        <p:txBody>
          <a:bodyPr spcFirstLastPara="1" vert="horz" wrap="square" lIns="243800" tIns="243800" rIns="243800" bIns="243800" rtlCol="0" anchor="t" anchorCtr="0">
            <a:normAutofit/>
          </a:bodyPr>
          <a:lstStyle>
            <a:lvl1pPr lvl="0" algn="l" defTabSz="1828800" rtl="0" eaLnBrk="1" latinLnBrk="0" hangingPunct="1">
              <a:lnSpc>
                <a:spcPct val="90000"/>
              </a:lnSpc>
              <a:spcBef>
                <a:spcPts val="0"/>
              </a:spcBef>
              <a:spcAft>
                <a:spcPts val="0"/>
              </a:spcAft>
              <a:buSzPts val="2600"/>
              <a:buNone/>
              <a:defRPr sz="6933" kern="1200">
                <a:solidFill>
                  <a:schemeClr val="tx1"/>
                </a:solidFill>
                <a:latin typeface="+mj-lt"/>
                <a:ea typeface="+mj-ea"/>
                <a:cs typeface="+mj-cs"/>
              </a:defRPr>
            </a:lvl1pPr>
            <a:lvl2pPr lvl="1" rtl="0">
              <a:spcBef>
                <a:spcPts val="0"/>
              </a:spcBef>
              <a:spcAft>
                <a:spcPts val="0"/>
              </a:spcAft>
              <a:buSzPts val="2600"/>
              <a:buNone/>
              <a:defRPr sz="6933"/>
            </a:lvl2pPr>
            <a:lvl3pPr lvl="2" rtl="0">
              <a:spcBef>
                <a:spcPts val="0"/>
              </a:spcBef>
              <a:spcAft>
                <a:spcPts val="0"/>
              </a:spcAft>
              <a:buSzPts val="2600"/>
              <a:buNone/>
              <a:defRPr sz="6933"/>
            </a:lvl3pPr>
            <a:lvl4pPr lvl="3" rtl="0">
              <a:spcBef>
                <a:spcPts val="0"/>
              </a:spcBef>
              <a:spcAft>
                <a:spcPts val="0"/>
              </a:spcAft>
              <a:buSzPts val="2600"/>
              <a:buNone/>
              <a:defRPr sz="6933"/>
            </a:lvl4pPr>
            <a:lvl5pPr lvl="4" rtl="0">
              <a:spcBef>
                <a:spcPts val="0"/>
              </a:spcBef>
              <a:spcAft>
                <a:spcPts val="0"/>
              </a:spcAft>
              <a:buSzPts val="2600"/>
              <a:buNone/>
              <a:defRPr sz="6933"/>
            </a:lvl5pPr>
            <a:lvl6pPr lvl="5" rtl="0">
              <a:spcBef>
                <a:spcPts val="0"/>
              </a:spcBef>
              <a:spcAft>
                <a:spcPts val="0"/>
              </a:spcAft>
              <a:buSzPts val="2600"/>
              <a:buNone/>
              <a:defRPr sz="6933"/>
            </a:lvl6pPr>
            <a:lvl7pPr lvl="6" rtl="0">
              <a:spcBef>
                <a:spcPts val="0"/>
              </a:spcBef>
              <a:spcAft>
                <a:spcPts val="0"/>
              </a:spcAft>
              <a:buSzPts val="2600"/>
              <a:buNone/>
              <a:defRPr sz="6933"/>
            </a:lvl7pPr>
            <a:lvl8pPr lvl="7" rtl="0">
              <a:spcBef>
                <a:spcPts val="0"/>
              </a:spcBef>
              <a:spcAft>
                <a:spcPts val="0"/>
              </a:spcAft>
              <a:buSzPts val="2600"/>
              <a:buNone/>
              <a:defRPr sz="6933"/>
            </a:lvl8pPr>
            <a:lvl9pPr lvl="8" rtl="0">
              <a:spcBef>
                <a:spcPts val="0"/>
              </a:spcBef>
              <a:spcAft>
                <a:spcPts val="0"/>
              </a:spcAft>
              <a:buSzPts val="2600"/>
              <a:buNone/>
              <a:defRPr sz="6933"/>
            </a:lvl9pPr>
          </a:lstStyle>
          <a:p>
            <a:r>
              <a:rPr lang="en-US" sz="6000" b="1">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List Manipulation</a:t>
            </a:r>
            <a:endPar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3" name="Google Shape;412;p56">
            <a:extLst>
              <a:ext uri="{FF2B5EF4-FFF2-40B4-BE49-F238E27FC236}">
                <a16:creationId xmlns:a16="http://schemas.microsoft.com/office/drawing/2014/main" id="{F0832B57-B953-E5FB-6211-5C18F45BD604}"/>
              </a:ext>
            </a:extLst>
          </p:cNvPr>
          <p:cNvSpPr txBox="1">
            <a:spLocks/>
          </p:cNvSpPr>
          <p:nvPr/>
        </p:nvSpPr>
        <p:spPr>
          <a:xfrm>
            <a:off x="296105" y="1175521"/>
            <a:ext cx="20503200" cy="1427200"/>
          </a:xfrm>
          <a:prstGeom prst="rect">
            <a:avLst/>
          </a:prstGeom>
        </p:spPr>
        <p:txBody>
          <a:bodyPr spcFirstLastPara="1" vert="horz" wrap="square" lIns="243800" tIns="243800" rIns="243800" bIns="243800" rtlCol="0" anchor="t" anchorCtr="0">
            <a:normAutofit fontScale="97500"/>
          </a:bodyPr>
          <a:lstStyle>
            <a:lvl1pPr lvl="0" algn="l" defTabSz="1828800" rtl="0" eaLnBrk="1" latinLnBrk="0" hangingPunct="1">
              <a:lnSpc>
                <a:spcPct val="90000"/>
              </a:lnSpc>
              <a:spcBef>
                <a:spcPts val="0"/>
              </a:spcBef>
              <a:spcAft>
                <a:spcPts val="0"/>
              </a:spcAft>
              <a:buSzPts val="2600"/>
              <a:buNone/>
              <a:defRPr sz="6933" kern="1200">
                <a:solidFill>
                  <a:schemeClr val="tx1"/>
                </a:solidFill>
                <a:latin typeface="+mj-lt"/>
                <a:ea typeface="+mj-ea"/>
                <a:cs typeface="+mj-cs"/>
              </a:defRPr>
            </a:lvl1pPr>
            <a:lvl2pPr lvl="1" rtl="0">
              <a:spcBef>
                <a:spcPts val="0"/>
              </a:spcBef>
              <a:spcAft>
                <a:spcPts val="0"/>
              </a:spcAft>
              <a:buSzPts val="2600"/>
              <a:buNone/>
              <a:defRPr sz="6933"/>
            </a:lvl2pPr>
            <a:lvl3pPr lvl="2" rtl="0">
              <a:spcBef>
                <a:spcPts val="0"/>
              </a:spcBef>
              <a:spcAft>
                <a:spcPts val="0"/>
              </a:spcAft>
              <a:buSzPts val="2600"/>
              <a:buNone/>
              <a:defRPr sz="6933"/>
            </a:lvl3pPr>
            <a:lvl4pPr lvl="3" rtl="0">
              <a:spcBef>
                <a:spcPts val="0"/>
              </a:spcBef>
              <a:spcAft>
                <a:spcPts val="0"/>
              </a:spcAft>
              <a:buSzPts val="2600"/>
              <a:buNone/>
              <a:defRPr sz="6933"/>
            </a:lvl4pPr>
            <a:lvl5pPr lvl="4" rtl="0">
              <a:spcBef>
                <a:spcPts val="0"/>
              </a:spcBef>
              <a:spcAft>
                <a:spcPts val="0"/>
              </a:spcAft>
              <a:buSzPts val="2600"/>
              <a:buNone/>
              <a:defRPr sz="6933"/>
            </a:lvl5pPr>
            <a:lvl6pPr lvl="5" rtl="0">
              <a:spcBef>
                <a:spcPts val="0"/>
              </a:spcBef>
              <a:spcAft>
                <a:spcPts val="0"/>
              </a:spcAft>
              <a:buSzPts val="2600"/>
              <a:buNone/>
              <a:defRPr sz="6933"/>
            </a:lvl6pPr>
            <a:lvl7pPr lvl="6" rtl="0">
              <a:spcBef>
                <a:spcPts val="0"/>
              </a:spcBef>
              <a:spcAft>
                <a:spcPts val="0"/>
              </a:spcAft>
              <a:buSzPts val="2600"/>
              <a:buNone/>
              <a:defRPr sz="6933"/>
            </a:lvl7pPr>
            <a:lvl8pPr lvl="7" rtl="0">
              <a:spcBef>
                <a:spcPts val="0"/>
              </a:spcBef>
              <a:spcAft>
                <a:spcPts val="0"/>
              </a:spcAft>
              <a:buSzPts val="2600"/>
              <a:buNone/>
              <a:defRPr sz="6933"/>
            </a:lvl8pPr>
            <a:lvl9pPr lvl="8" rtl="0">
              <a:spcBef>
                <a:spcPts val="0"/>
              </a:spcBef>
              <a:spcAft>
                <a:spcPts val="0"/>
              </a:spcAft>
              <a:buSzPts val="2600"/>
              <a:buNone/>
              <a:defRPr sz="6933"/>
            </a:lvl9pPr>
          </a:lstStyle>
          <a:p>
            <a:r>
              <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Indexing</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50"/>
        <p:cNvGrpSpPr/>
        <p:nvPr/>
      </p:nvGrpSpPr>
      <p:grpSpPr>
        <a:xfrm>
          <a:off x="0" y="0"/>
          <a:ext cx="0" cy="0"/>
          <a:chOff x="0" y="0"/>
          <a:chExt cx="0" cy="0"/>
        </a:xfrm>
      </p:grpSpPr>
      <p:sp>
        <p:nvSpPr>
          <p:cNvPr id="451" name="Google Shape;451;p59"/>
          <p:cNvSpPr txBox="1">
            <a:spLocks noGrp="1"/>
          </p:cNvSpPr>
          <p:nvPr>
            <p:ph type="body" idx="1"/>
          </p:nvPr>
        </p:nvSpPr>
        <p:spPr>
          <a:xfrm>
            <a:off x="3709488" y="4081925"/>
            <a:ext cx="4729974" cy="1596847"/>
          </a:xfrm>
          <a:prstGeom prst="rect">
            <a:avLst/>
          </a:prstGeom>
        </p:spPr>
        <p:txBody>
          <a:bodyPr spcFirstLastPara="1" vert="horz" wrap="square" lIns="243800" tIns="243800" rIns="243800" bIns="243800" rtlCol="0" anchor="t" anchorCtr="0">
            <a:normAutofit/>
          </a:bodyPr>
          <a:lstStyle/>
          <a:p>
            <a:pPr marL="237099" indent="0">
              <a:buSzPts val="2200"/>
              <a:buNone/>
            </a:pPr>
            <a:r>
              <a:rPr lang="en"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Indexing</a:t>
            </a:r>
            <a:endParaRPr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52" name="Google Shape;452;p59"/>
          <p:cNvSpPr txBox="1">
            <a:spLocks noGrp="1"/>
          </p:cNvSpPr>
          <p:nvPr>
            <p:ph type="sldNum" idx="12"/>
          </p:nvPr>
        </p:nvSpPr>
        <p:spPr>
          <a:prstGeom prst="rect">
            <a:avLst/>
          </a:prstGeom>
        </p:spPr>
        <p:txBody>
          <a:bodyPr spcFirstLastPara="1" vert="horz" wrap="square" lIns="243800" tIns="243800" rIns="243800" bIns="243800" rtlCol="0" anchor="ctr" anchorCtr="0">
            <a:normAutofit/>
          </a:bodyPr>
          <a:lstStyle/>
          <a:p>
            <a:fld id="{00000000-1234-1234-1234-123412341234}" type="slidenum">
              <a:rPr lang="en">
                <a:solidFill>
                  <a:schemeClr val="accent1"/>
                </a:solidFill>
                <a:latin typeface="Lato"/>
                <a:ea typeface="Lato"/>
                <a:cs typeface="Lato"/>
                <a:sym typeface="Lato"/>
              </a:rPr>
              <a:pPr/>
              <a:t>9</a:t>
            </a:fld>
            <a:endParaRPr>
              <a:solidFill>
                <a:schemeClr val="accent1"/>
              </a:solidFill>
              <a:latin typeface="Lato"/>
              <a:ea typeface="Lato"/>
              <a:cs typeface="Lato"/>
              <a:sym typeface="Lato"/>
            </a:endParaRPr>
          </a:p>
        </p:txBody>
      </p:sp>
      <p:pic>
        <p:nvPicPr>
          <p:cNvPr id="454" name="Google Shape;454;p59"/>
          <p:cNvPicPr preferRelativeResize="0"/>
          <p:nvPr/>
        </p:nvPicPr>
        <p:blipFill rotWithShape="1">
          <a:blip r:embed="rId3">
            <a:alphaModFix/>
          </a:blip>
          <a:srcRect t="52807"/>
          <a:stretch/>
        </p:blipFill>
        <p:spPr>
          <a:xfrm>
            <a:off x="2201587" y="3039476"/>
            <a:ext cx="2433067" cy="565000"/>
          </a:xfrm>
          <a:prstGeom prst="rect">
            <a:avLst/>
          </a:prstGeom>
          <a:noFill/>
          <a:ln>
            <a:noFill/>
          </a:ln>
        </p:spPr>
      </p:pic>
      <p:sp>
        <p:nvSpPr>
          <p:cNvPr id="5" name="Google Shape;412;p56">
            <a:extLst>
              <a:ext uri="{FF2B5EF4-FFF2-40B4-BE49-F238E27FC236}">
                <a16:creationId xmlns:a16="http://schemas.microsoft.com/office/drawing/2014/main" id="{8446853B-5743-653A-5980-540530E354A2}"/>
              </a:ext>
            </a:extLst>
          </p:cNvPr>
          <p:cNvSpPr txBox="1">
            <a:spLocks noGrp="1"/>
          </p:cNvSpPr>
          <p:nvPr>
            <p:ph type="title"/>
          </p:nvPr>
        </p:nvSpPr>
        <p:spPr>
          <a:xfrm>
            <a:off x="298453" y="249400"/>
            <a:ext cx="20503200" cy="1427200"/>
          </a:xfrm>
          <a:prstGeom prst="rect">
            <a:avLst/>
          </a:prstGeom>
        </p:spPr>
        <p:txBody>
          <a:bodyPr spcFirstLastPara="1" vert="horz" wrap="square" lIns="243800" tIns="243800" rIns="243800" bIns="243800" rtlCol="0" anchor="t" anchorCtr="0">
            <a:normAutofit/>
          </a:bodyPr>
          <a:lstStyle/>
          <a:p>
            <a:r>
              <a:rPr lang="en"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List Manipulation</a:t>
            </a:r>
            <a:endParaRPr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6" name="Google Shape;451;p59">
            <a:extLst>
              <a:ext uri="{FF2B5EF4-FFF2-40B4-BE49-F238E27FC236}">
                <a16:creationId xmlns:a16="http://schemas.microsoft.com/office/drawing/2014/main" id="{8CE076BE-76AC-8F9F-E468-DADC077F9A5B}"/>
              </a:ext>
            </a:extLst>
          </p:cNvPr>
          <p:cNvSpPr txBox="1">
            <a:spLocks/>
          </p:cNvSpPr>
          <p:nvPr/>
        </p:nvSpPr>
        <p:spPr>
          <a:xfrm>
            <a:off x="3709488" y="5057292"/>
            <a:ext cx="7920376" cy="1596847"/>
          </a:xfrm>
          <a:prstGeom prst="rect">
            <a:avLst/>
          </a:prstGeom>
        </p:spPr>
        <p:txBody>
          <a:bodyPr spcFirstLastPara="1" vert="horz" wrap="square" lIns="243800" tIns="243800" rIns="243800" bIns="243800" rtlCol="0" anchor="t" anchorCtr="0">
            <a:normAutofit/>
          </a:bodyPr>
          <a:lstStyle>
            <a:lvl1pPr marL="1219367" lvl="0" indent="-829848" algn="l" defTabSz="1828800" rtl="0" eaLnBrk="1" latinLnBrk="0" hangingPunct="1">
              <a:lnSpc>
                <a:spcPct val="90000"/>
              </a:lnSpc>
              <a:spcBef>
                <a:spcPts val="0"/>
              </a:spcBef>
              <a:spcAft>
                <a:spcPts val="0"/>
              </a:spcAft>
              <a:buSzPts val="1300"/>
              <a:buFont typeface="Arial" panose="020B0604020202020204" pitchFamily="34" charset="0"/>
              <a:buChar char="●"/>
              <a:defRPr sz="5600" kern="1200">
                <a:solidFill>
                  <a:schemeClr val="tx1"/>
                </a:solidFill>
                <a:latin typeface="+mn-lt"/>
                <a:ea typeface="+mn-ea"/>
                <a:cs typeface="+mn-cs"/>
              </a:defRPr>
            </a:lvl1pPr>
            <a:lvl2pPr marL="2438734" lvl="1" indent="-795975" algn="l" defTabSz="1828800" rtl="0" eaLnBrk="1" latinLnBrk="0" hangingPunct="1">
              <a:lnSpc>
                <a:spcPct val="90000"/>
              </a:lnSpc>
              <a:spcBef>
                <a:spcPts val="0"/>
              </a:spcBef>
              <a:spcAft>
                <a:spcPts val="0"/>
              </a:spcAft>
              <a:buSzPts val="1100"/>
              <a:buFont typeface="Arial" panose="020B0604020202020204" pitchFamily="34" charset="0"/>
              <a:buChar char="○"/>
              <a:defRPr sz="4800" kern="1200">
                <a:solidFill>
                  <a:schemeClr val="tx1"/>
                </a:solidFill>
                <a:latin typeface="+mn-lt"/>
                <a:ea typeface="+mn-ea"/>
                <a:cs typeface="+mn-cs"/>
              </a:defRPr>
            </a:lvl2pPr>
            <a:lvl3pPr marL="3658102" lvl="2" indent="-795975" algn="l" defTabSz="1828800" rtl="0" eaLnBrk="1" latinLnBrk="0" hangingPunct="1">
              <a:lnSpc>
                <a:spcPct val="90000"/>
              </a:lnSpc>
              <a:spcBef>
                <a:spcPts val="0"/>
              </a:spcBef>
              <a:spcAft>
                <a:spcPts val="0"/>
              </a:spcAft>
              <a:buSzPts val="1100"/>
              <a:buFont typeface="Arial" panose="020B0604020202020204" pitchFamily="34" charset="0"/>
              <a:buChar char="■"/>
              <a:defRPr sz="4000" kern="1200">
                <a:solidFill>
                  <a:schemeClr val="tx1"/>
                </a:solidFill>
                <a:latin typeface="+mn-lt"/>
                <a:ea typeface="+mn-ea"/>
                <a:cs typeface="+mn-cs"/>
              </a:defRPr>
            </a:lvl3pPr>
            <a:lvl4pPr marL="4877472" lvl="3"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4pPr>
            <a:lvl5pPr marL="6096839" lvl="4"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5pPr>
            <a:lvl6pPr marL="7316206" lvl="5"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6pPr>
            <a:lvl7pPr marL="8535573" lvl="6"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7pPr>
            <a:lvl8pPr marL="9754941" lvl="7"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8pPr>
            <a:lvl9pPr marL="10974311" lvl="8"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9pPr>
          </a:lstStyle>
          <a:p>
            <a:pPr marL="237099" indent="0">
              <a:buSzPts val="2200"/>
              <a:buFont typeface="Arial" panose="020B0604020202020204" pitchFamily="34" charset="0"/>
              <a:buNone/>
            </a:pPr>
            <a:r>
              <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List Operations</a:t>
            </a:r>
          </a:p>
        </p:txBody>
      </p:sp>
      <p:sp>
        <p:nvSpPr>
          <p:cNvPr id="7" name="Google Shape;451;p59">
            <a:extLst>
              <a:ext uri="{FF2B5EF4-FFF2-40B4-BE49-F238E27FC236}">
                <a16:creationId xmlns:a16="http://schemas.microsoft.com/office/drawing/2014/main" id="{A4714A5F-CB5E-27CF-27F0-46324343A062}"/>
              </a:ext>
            </a:extLst>
          </p:cNvPr>
          <p:cNvSpPr txBox="1">
            <a:spLocks/>
          </p:cNvSpPr>
          <p:nvPr/>
        </p:nvSpPr>
        <p:spPr>
          <a:xfrm>
            <a:off x="3709488" y="6032659"/>
            <a:ext cx="5282109" cy="1596847"/>
          </a:xfrm>
          <a:prstGeom prst="rect">
            <a:avLst/>
          </a:prstGeom>
        </p:spPr>
        <p:txBody>
          <a:bodyPr spcFirstLastPara="1" vert="horz" wrap="square" lIns="243800" tIns="243800" rIns="243800" bIns="243800" rtlCol="0" anchor="t" anchorCtr="0">
            <a:normAutofit/>
          </a:bodyPr>
          <a:lstStyle>
            <a:lvl1pPr marL="1219367" lvl="0" indent="-829848" algn="l" defTabSz="1828800" rtl="0" eaLnBrk="1" latinLnBrk="0" hangingPunct="1">
              <a:lnSpc>
                <a:spcPct val="90000"/>
              </a:lnSpc>
              <a:spcBef>
                <a:spcPts val="0"/>
              </a:spcBef>
              <a:spcAft>
                <a:spcPts val="0"/>
              </a:spcAft>
              <a:buSzPts val="1300"/>
              <a:buFont typeface="Arial" panose="020B0604020202020204" pitchFamily="34" charset="0"/>
              <a:buChar char="●"/>
              <a:defRPr sz="5600" kern="1200">
                <a:solidFill>
                  <a:schemeClr val="tx1"/>
                </a:solidFill>
                <a:latin typeface="+mn-lt"/>
                <a:ea typeface="+mn-ea"/>
                <a:cs typeface="+mn-cs"/>
              </a:defRPr>
            </a:lvl1pPr>
            <a:lvl2pPr marL="2438734" lvl="1" indent="-795975" algn="l" defTabSz="1828800" rtl="0" eaLnBrk="1" latinLnBrk="0" hangingPunct="1">
              <a:lnSpc>
                <a:spcPct val="90000"/>
              </a:lnSpc>
              <a:spcBef>
                <a:spcPts val="0"/>
              </a:spcBef>
              <a:spcAft>
                <a:spcPts val="0"/>
              </a:spcAft>
              <a:buSzPts val="1100"/>
              <a:buFont typeface="Arial" panose="020B0604020202020204" pitchFamily="34" charset="0"/>
              <a:buChar char="○"/>
              <a:defRPr sz="4800" kern="1200">
                <a:solidFill>
                  <a:schemeClr val="tx1"/>
                </a:solidFill>
                <a:latin typeface="+mn-lt"/>
                <a:ea typeface="+mn-ea"/>
                <a:cs typeface="+mn-cs"/>
              </a:defRPr>
            </a:lvl2pPr>
            <a:lvl3pPr marL="3658102" lvl="2" indent="-795975" algn="l" defTabSz="1828800" rtl="0" eaLnBrk="1" latinLnBrk="0" hangingPunct="1">
              <a:lnSpc>
                <a:spcPct val="90000"/>
              </a:lnSpc>
              <a:spcBef>
                <a:spcPts val="0"/>
              </a:spcBef>
              <a:spcAft>
                <a:spcPts val="0"/>
              </a:spcAft>
              <a:buSzPts val="1100"/>
              <a:buFont typeface="Arial" panose="020B0604020202020204" pitchFamily="34" charset="0"/>
              <a:buChar char="■"/>
              <a:defRPr sz="4000" kern="1200">
                <a:solidFill>
                  <a:schemeClr val="tx1"/>
                </a:solidFill>
                <a:latin typeface="+mn-lt"/>
                <a:ea typeface="+mn-ea"/>
                <a:cs typeface="+mn-cs"/>
              </a:defRPr>
            </a:lvl3pPr>
            <a:lvl4pPr marL="4877472" lvl="3"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4pPr>
            <a:lvl5pPr marL="6096839" lvl="4"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5pPr>
            <a:lvl6pPr marL="7316206" lvl="5"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6pPr>
            <a:lvl7pPr marL="8535573" lvl="6"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7pPr>
            <a:lvl8pPr marL="9754941" lvl="7"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8pPr>
            <a:lvl9pPr marL="10974311" lvl="8"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9pPr>
          </a:lstStyle>
          <a:p>
            <a:pPr marL="237099" indent="0">
              <a:buSzPts val="2200"/>
              <a:buFont typeface="Arial" panose="020B0604020202020204" pitchFamily="34" charset="0"/>
              <a:buNone/>
            </a:pPr>
            <a:r>
              <a:rPr lang="en-US" sz="6000" b="1" dirty="0" err="1">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Listcomp</a:t>
            </a:r>
            <a:endPar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8" name="Google Shape;451;p59">
            <a:extLst>
              <a:ext uri="{FF2B5EF4-FFF2-40B4-BE49-F238E27FC236}">
                <a16:creationId xmlns:a16="http://schemas.microsoft.com/office/drawing/2014/main" id="{978B8A83-BC46-4FAE-BB7F-3CEB87E5468D}"/>
              </a:ext>
            </a:extLst>
          </p:cNvPr>
          <p:cNvSpPr txBox="1">
            <a:spLocks/>
          </p:cNvSpPr>
          <p:nvPr/>
        </p:nvSpPr>
        <p:spPr>
          <a:xfrm>
            <a:off x="3709488" y="6980982"/>
            <a:ext cx="8085269" cy="2030752"/>
          </a:xfrm>
          <a:prstGeom prst="rect">
            <a:avLst/>
          </a:prstGeom>
        </p:spPr>
        <p:txBody>
          <a:bodyPr spcFirstLastPara="1" vert="horz" wrap="square" lIns="243800" tIns="243800" rIns="243800" bIns="243800" rtlCol="0" anchor="t" anchorCtr="0">
            <a:normAutofit/>
          </a:bodyPr>
          <a:lstStyle>
            <a:lvl1pPr marL="1219367" lvl="0" indent="-829848" algn="l" defTabSz="1828800" rtl="0" eaLnBrk="1" latinLnBrk="0" hangingPunct="1">
              <a:lnSpc>
                <a:spcPct val="90000"/>
              </a:lnSpc>
              <a:spcBef>
                <a:spcPts val="0"/>
              </a:spcBef>
              <a:spcAft>
                <a:spcPts val="0"/>
              </a:spcAft>
              <a:buSzPts val="1300"/>
              <a:buFont typeface="Arial" panose="020B0604020202020204" pitchFamily="34" charset="0"/>
              <a:buChar char="●"/>
              <a:defRPr sz="5600" kern="1200">
                <a:solidFill>
                  <a:schemeClr val="tx1"/>
                </a:solidFill>
                <a:latin typeface="+mn-lt"/>
                <a:ea typeface="+mn-ea"/>
                <a:cs typeface="+mn-cs"/>
              </a:defRPr>
            </a:lvl1pPr>
            <a:lvl2pPr marL="2438734" lvl="1" indent="-795975" algn="l" defTabSz="1828800" rtl="0" eaLnBrk="1" latinLnBrk="0" hangingPunct="1">
              <a:lnSpc>
                <a:spcPct val="90000"/>
              </a:lnSpc>
              <a:spcBef>
                <a:spcPts val="0"/>
              </a:spcBef>
              <a:spcAft>
                <a:spcPts val="0"/>
              </a:spcAft>
              <a:buSzPts val="1100"/>
              <a:buFont typeface="Arial" panose="020B0604020202020204" pitchFamily="34" charset="0"/>
              <a:buChar char="○"/>
              <a:defRPr sz="4800" kern="1200">
                <a:solidFill>
                  <a:schemeClr val="tx1"/>
                </a:solidFill>
                <a:latin typeface="+mn-lt"/>
                <a:ea typeface="+mn-ea"/>
                <a:cs typeface="+mn-cs"/>
              </a:defRPr>
            </a:lvl2pPr>
            <a:lvl3pPr marL="3658102" lvl="2" indent="-795975" algn="l" defTabSz="1828800" rtl="0" eaLnBrk="1" latinLnBrk="0" hangingPunct="1">
              <a:lnSpc>
                <a:spcPct val="90000"/>
              </a:lnSpc>
              <a:spcBef>
                <a:spcPts val="0"/>
              </a:spcBef>
              <a:spcAft>
                <a:spcPts val="0"/>
              </a:spcAft>
              <a:buSzPts val="1100"/>
              <a:buFont typeface="Arial" panose="020B0604020202020204" pitchFamily="34" charset="0"/>
              <a:buChar char="■"/>
              <a:defRPr sz="4000" kern="1200">
                <a:solidFill>
                  <a:schemeClr val="tx1"/>
                </a:solidFill>
                <a:latin typeface="+mn-lt"/>
                <a:ea typeface="+mn-ea"/>
                <a:cs typeface="+mn-cs"/>
              </a:defRPr>
            </a:lvl3pPr>
            <a:lvl4pPr marL="4877472" lvl="3"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4pPr>
            <a:lvl5pPr marL="6096839" lvl="4"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5pPr>
            <a:lvl6pPr marL="7316206" lvl="5"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6pPr>
            <a:lvl7pPr marL="8535573" lvl="6"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7pPr>
            <a:lvl8pPr marL="9754941" lvl="7"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8pPr>
            <a:lvl9pPr marL="10974311" lvl="8"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9pPr>
          </a:lstStyle>
          <a:p>
            <a:pPr marL="237099" indent="0">
              <a:buSzPts val="2200"/>
              <a:buFont typeface="Arial" panose="020B0604020202020204" pitchFamily="34" charset="0"/>
              <a:buNone/>
            </a:pPr>
            <a:r>
              <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String/list Interop</a:t>
            </a:r>
          </a:p>
        </p:txBody>
      </p:sp>
      <p:sp>
        <p:nvSpPr>
          <p:cNvPr id="9" name="Google Shape;451;p59">
            <a:extLst>
              <a:ext uri="{FF2B5EF4-FFF2-40B4-BE49-F238E27FC236}">
                <a16:creationId xmlns:a16="http://schemas.microsoft.com/office/drawing/2014/main" id="{FC3D5995-997E-7F6D-45EE-173AA45E0427}"/>
              </a:ext>
            </a:extLst>
          </p:cNvPr>
          <p:cNvSpPr txBox="1">
            <a:spLocks/>
          </p:cNvSpPr>
          <p:nvPr/>
        </p:nvSpPr>
        <p:spPr>
          <a:xfrm>
            <a:off x="3709488" y="7956349"/>
            <a:ext cx="9578717" cy="1775476"/>
          </a:xfrm>
          <a:prstGeom prst="rect">
            <a:avLst/>
          </a:prstGeom>
        </p:spPr>
        <p:txBody>
          <a:bodyPr spcFirstLastPara="1" vert="horz" wrap="square" lIns="243800" tIns="243800" rIns="243800" bIns="243800" rtlCol="0" anchor="t" anchorCtr="0">
            <a:normAutofit/>
          </a:bodyPr>
          <a:lstStyle>
            <a:lvl1pPr marL="1219367" lvl="0" indent="-829848" algn="l" defTabSz="1828800" rtl="0" eaLnBrk="1" latinLnBrk="0" hangingPunct="1">
              <a:lnSpc>
                <a:spcPct val="90000"/>
              </a:lnSpc>
              <a:spcBef>
                <a:spcPts val="0"/>
              </a:spcBef>
              <a:spcAft>
                <a:spcPts val="0"/>
              </a:spcAft>
              <a:buSzPts val="1300"/>
              <a:buFont typeface="Arial" panose="020B0604020202020204" pitchFamily="34" charset="0"/>
              <a:buChar char="●"/>
              <a:defRPr sz="5600" kern="1200">
                <a:solidFill>
                  <a:schemeClr val="tx1"/>
                </a:solidFill>
                <a:latin typeface="+mn-lt"/>
                <a:ea typeface="+mn-ea"/>
                <a:cs typeface="+mn-cs"/>
              </a:defRPr>
            </a:lvl1pPr>
            <a:lvl2pPr marL="2438734" lvl="1" indent="-795975" algn="l" defTabSz="1828800" rtl="0" eaLnBrk="1" latinLnBrk="0" hangingPunct="1">
              <a:lnSpc>
                <a:spcPct val="90000"/>
              </a:lnSpc>
              <a:spcBef>
                <a:spcPts val="0"/>
              </a:spcBef>
              <a:spcAft>
                <a:spcPts val="0"/>
              </a:spcAft>
              <a:buSzPts val="1100"/>
              <a:buFont typeface="Arial" panose="020B0604020202020204" pitchFamily="34" charset="0"/>
              <a:buChar char="○"/>
              <a:defRPr sz="4800" kern="1200">
                <a:solidFill>
                  <a:schemeClr val="tx1"/>
                </a:solidFill>
                <a:latin typeface="+mn-lt"/>
                <a:ea typeface="+mn-ea"/>
                <a:cs typeface="+mn-cs"/>
              </a:defRPr>
            </a:lvl2pPr>
            <a:lvl3pPr marL="3658102" lvl="2" indent="-795975" algn="l" defTabSz="1828800" rtl="0" eaLnBrk="1" latinLnBrk="0" hangingPunct="1">
              <a:lnSpc>
                <a:spcPct val="90000"/>
              </a:lnSpc>
              <a:spcBef>
                <a:spcPts val="0"/>
              </a:spcBef>
              <a:spcAft>
                <a:spcPts val="0"/>
              </a:spcAft>
              <a:buSzPts val="1100"/>
              <a:buFont typeface="Arial" panose="020B0604020202020204" pitchFamily="34" charset="0"/>
              <a:buChar char="■"/>
              <a:defRPr sz="4000" kern="1200">
                <a:solidFill>
                  <a:schemeClr val="tx1"/>
                </a:solidFill>
                <a:latin typeface="+mn-lt"/>
                <a:ea typeface="+mn-ea"/>
                <a:cs typeface="+mn-cs"/>
              </a:defRPr>
            </a:lvl3pPr>
            <a:lvl4pPr marL="4877472" lvl="3"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4pPr>
            <a:lvl5pPr marL="6096839" lvl="4"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5pPr>
            <a:lvl6pPr marL="7316206" lvl="5"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6pPr>
            <a:lvl7pPr marL="8535573" lvl="6"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7pPr>
            <a:lvl8pPr marL="9754941" lvl="7"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8pPr>
            <a:lvl9pPr marL="10974311" lvl="8"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9pPr>
          </a:lstStyle>
          <a:p>
            <a:pPr marL="237099" indent="0">
              <a:buSzPts val="2200"/>
              <a:buFont typeface="Arial" panose="020B0604020202020204" pitchFamily="34" charset="0"/>
              <a:buNone/>
            </a:pPr>
            <a:r>
              <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Multidimensional Lists</a:t>
            </a:r>
          </a:p>
        </p:txBody>
      </p:sp>
    </p:spTree>
    <p:extLst>
      <p:ext uri="{BB962C8B-B14F-4D97-AF65-F5344CB8AC3E}">
        <p14:creationId xmlns:p14="http://schemas.microsoft.com/office/powerpoint/2010/main" val="14666283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sp>
        <p:nvSpPr>
          <p:cNvPr id="489" name="Google Shape;489;p62"/>
          <p:cNvSpPr txBox="1">
            <a:spLocks noGrp="1"/>
          </p:cNvSpPr>
          <p:nvPr>
            <p:ph type="body" idx="1"/>
          </p:nvPr>
        </p:nvSpPr>
        <p:spPr>
          <a:xfrm>
            <a:off x="4645072" y="3238101"/>
            <a:ext cx="15097030" cy="1427200"/>
          </a:xfrm>
          <a:prstGeom prst="rect">
            <a:avLst/>
          </a:prstGeom>
        </p:spPr>
        <p:txBody>
          <a:bodyPr spcFirstLastPara="1" vert="horz" wrap="square" lIns="243800" tIns="243800" rIns="243800" bIns="243800" rtlCol="0" anchor="t" anchorCtr="0">
            <a:noAutofit/>
          </a:bodyPr>
          <a:lstStyle/>
          <a:p>
            <a:pPr marL="389519" indent="0">
              <a:lnSpc>
                <a:spcPct val="135714"/>
              </a:lnSpc>
              <a:buNone/>
            </a:pPr>
            <a:r>
              <a:rPr lang="en" sz="3200" u="sng" dirty="0">
                <a:solidFill>
                  <a:schemeClr val="hlink"/>
                </a:solidFill>
                <a:highlight>
                  <a:srgbClr val="FFFFFE"/>
                </a:highlight>
                <a:latin typeface="Courier New"/>
                <a:ea typeface="Courier New"/>
                <a:cs typeface="Courier New"/>
                <a:sym typeface="Courier New"/>
                <a:hlinkClick r:id="rId3"/>
              </a:rPr>
              <a:t>https://docs.python.org/3/tutorial/datastructures.html</a:t>
            </a:r>
          </a:p>
        </p:txBody>
      </p:sp>
      <p:sp>
        <p:nvSpPr>
          <p:cNvPr id="2" name="Google Shape;412;p56">
            <a:extLst>
              <a:ext uri="{FF2B5EF4-FFF2-40B4-BE49-F238E27FC236}">
                <a16:creationId xmlns:a16="http://schemas.microsoft.com/office/drawing/2014/main" id="{4E5DC0DC-DCEB-F4EA-FA06-D349E1D17C1C}"/>
              </a:ext>
            </a:extLst>
          </p:cNvPr>
          <p:cNvSpPr txBox="1">
            <a:spLocks/>
          </p:cNvSpPr>
          <p:nvPr/>
        </p:nvSpPr>
        <p:spPr>
          <a:xfrm>
            <a:off x="298453" y="249400"/>
            <a:ext cx="20503200" cy="1427200"/>
          </a:xfrm>
          <a:prstGeom prst="rect">
            <a:avLst/>
          </a:prstGeom>
        </p:spPr>
        <p:txBody>
          <a:bodyPr spcFirstLastPara="1" vert="horz" wrap="square" lIns="243800" tIns="243800" rIns="243800" bIns="243800" rtlCol="0" anchor="t" anchorCtr="0">
            <a:normAutofit/>
          </a:bodyPr>
          <a:lstStyle>
            <a:lvl1pPr lvl="0" algn="l" defTabSz="1828800" rtl="0" eaLnBrk="1" latinLnBrk="0" hangingPunct="1">
              <a:lnSpc>
                <a:spcPct val="90000"/>
              </a:lnSpc>
              <a:spcBef>
                <a:spcPts val="0"/>
              </a:spcBef>
              <a:spcAft>
                <a:spcPts val="0"/>
              </a:spcAft>
              <a:buSzPts val="2600"/>
              <a:buNone/>
              <a:defRPr sz="6933" kern="1200">
                <a:solidFill>
                  <a:schemeClr val="tx1"/>
                </a:solidFill>
                <a:latin typeface="+mj-lt"/>
                <a:ea typeface="+mj-ea"/>
                <a:cs typeface="+mj-cs"/>
              </a:defRPr>
            </a:lvl1pPr>
            <a:lvl2pPr lvl="1" rtl="0">
              <a:spcBef>
                <a:spcPts val="0"/>
              </a:spcBef>
              <a:spcAft>
                <a:spcPts val="0"/>
              </a:spcAft>
              <a:buSzPts val="2600"/>
              <a:buNone/>
              <a:defRPr sz="6933"/>
            </a:lvl2pPr>
            <a:lvl3pPr lvl="2" rtl="0">
              <a:spcBef>
                <a:spcPts val="0"/>
              </a:spcBef>
              <a:spcAft>
                <a:spcPts val="0"/>
              </a:spcAft>
              <a:buSzPts val="2600"/>
              <a:buNone/>
              <a:defRPr sz="6933"/>
            </a:lvl3pPr>
            <a:lvl4pPr lvl="3" rtl="0">
              <a:spcBef>
                <a:spcPts val="0"/>
              </a:spcBef>
              <a:spcAft>
                <a:spcPts val="0"/>
              </a:spcAft>
              <a:buSzPts val="2600"/>
              <a:buNone/>
              <a:defRPr sz="6933"/>
            </a:lvl4pPr>
            <a:lvl5pPr lvl="4" rtl="0">
              <a:spcBef>
                <a:spcPts val="0"/>
              </a:spcBef>
              <a:spcAft>
                <a:spcPts val="0"/>
              </a:spcAft>
              <a:buSzPts val="2600"/>
              <a:buNone/>
              <a:defRPr sz="6933"/>
            </a:lvl5pPr>
            <a:lvl6pPr lvl="5" rtl="0">
              <a:spcBef>
                <a:spcPts val="0"/>
              </a:spcBef>
              <a:spcAft>
                <a:spcPts val="0"/>
              </a:spcAft>
              <a:buSzPts val="2600"/>
              <a:buNone/>
              <a:defRPr sz="6933"/>
            </a:lvl6pPr>
            <a:lvl7pPr lvl="6" rtl="0">
              <a:spcBef>
                <a:spcPts val="0"/>
              </a:spcBef>
              <a:spcAft>
                <a:spcPts val="0"/>
              </a:spcAft>
              <a:buSzPts val="2600"/>
              <a:buNone/>
              <a:defRPr sz="6933"/>
            </a:lvl7pPr>
            <a:lvl8pPr lvl="7" rtl="0">
              <a:spcBef>
                <a:spcPts val="0"/>
              </a:spcBef>
              <a:spcAft>
                <a:spcPts val="0"/>
              </a:spcAft>
              <a:buSzPts val="2600"/>
              <a:buNone/>
              <a:defRPr sz="6933"/>
            </a:lvl8pPr>
            <a:lvl9pPr lvl="8" rtl="0">
              <a:spcBef>
                <a:spcPts val="0"/>
              </a:spcBef>
              <a:spcAft>
                <a:spcPts val="0"/>
              </a:spcAft>
              <a:buSzPts val="2600"/>
              <a:buNone/>
              <a:defRPr sz="6933"/>
            </a:lvl9pPr>
          </a:lstStyle>
          <a:p>
            <a:r>
              <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List Manipulation</a:t>
            </a:r>
          </a:p>
        </p:txBody>
      </p:sp>
      <p:sp>
        <p:nvSpPr>
          <p:cNvPr id="3" name="Google Shape;412;p56">
            <a:extLst>
              <a:ext uri="{FF2B5EF4-FFF2-40B4-BE49-F238E27FC236}">
                <a16:creationId xmlns:a16="http://schemas.microsoft.com/office/drawing/2014/main" id="{D91AA8B2-6D4C-AEDC-81A7-C8190312A9C2}"/>
              </a:ext>
            </a:extLst>
          </p:cNvPr>
          <p:cNvSpPr txBox="1">
            <a:spLocks/>
          </p:cNvSpPr>
          <p:nvPr/>
        </p:nvSpPr>
        <p:spPr>
          <a:xfrm>
            <a:off x="296105" y="1175521"/>
            <a:ext cx="20503200" cy="1427200"/>
          </a:xfrm>
          <a:prstGeom prst="rect">
            <a:avLst/>
          </a:prstGeom>
        </p:spPr>
        <p:txBody>
          <a:bodyPr spcFirstLastPara="1" vert="horz" wrap="square" lIns="243800" tIns="243800" rIns="243800" bIns="243800" rtlCol="0" anchor="t" anchorCtr="0">
            <a:normAutofit fontScale="97500"/>
          </a:bodyPr>
          <a:lstStyle>
            <a:lvl1pPr lvl="0" algn="l" defTabSz="1828800" rtl="0" eaLnBrk="1" latinLnBrk="0" hangingPunct="1">
              <a:lnSpc>
                <a:spcPct val="90000"/>
              </a:lnSpc>
              <a:spcBef>
                <a:spcPts val="0"/>
              </a:spcBef>
              <a:spcAft>
                <a:spcPts val="0"/>
              </a:spcAft>
              <a:buSzPts val="2600"/>
              <a:buNone/>
              <a:defRPr sz="6933" kern="1200">
                <a:solidFill>
                  <a:schemeClr val="tx1"/>
                </a:solidFill>
                <a:latin typeface="+mj-lt"/>
                <a:ea typeface="+mj-ea"/>
                <a:cs typeface="+mj-cs"/>
              </a:defRPr>
            </a:lvl1pPr>
            <a:lvl2pPr lvl="1" rtl="0">
              <a:spcBef>
                <a:spcPts val="0"/>
              </a:spcBef>
              <a:spcAft>
                <a:spcPts val="0"/>
              </a:spcAft>
              <a:buSzPts val="2600"/>
              <a:buNone/>
              <a:defRPr sz="6933"/>
            </a:lvl2pPr>
            <a:lvl3pPr lvl="2" rtl="0">
              <a:spcBef>
                <a:spcPts val="0"/>
              </a:spcBef>
              <a:spcAft>
                <a:spcPts val="0"/>
              </a:spcAft>
              <a:buSzPts val="2600"/>
              <a:buNone/>
              <a:defRPr sz="6933"/>
            </a:lvl3pPr>
            <a:lvl4pPr lvl="3" rtl="0">
              <a:spcBef>
                <a:spcPts val="0"/>
              </a:spcBef>
              <a:spcAft>
                <a:spcPts val="0"/>
              </a:spcAft>
              <a:buSzPts val="2600"/>
              <a:buNone/>
              <a:defRPr sz="6933"/>
            </a:lvl4pPr>
            <a:lvl5pPr lvl="4" rtl="0">
              <a:spcBef>
                <a:spcPts val="0"/>
              </a:spcBef>
              <a:spcAft>
                <a:spcPts val="0"/>
              </a:spcAft>
              <a:buSzPts val="2600"/>
              <a:buNone/>
              <a:defRPr sz="6933"/>
            </a:lvl5pPr>
            <a:lvl6pPr lvl="5" rtl="0">
              <a:spcBef>
                <a:spcPts val="0"/>
              </a:spcBef>
              <a:spcAft>
                <a:spcPts val="0"/>
              </a:spcAft>
              <a:buSzPts val="2600"/>
              <a:buNone/>
              <a:defRPr sz="6933"/>
            </a:lvl6pPr>
            <a:lvl7pPr lvl="6" rtl="0">
              <a:spcBef>
                <a:spcPts val="0"/>
              </a:spcBef>
              <a:spcAft>
                <a:spcPts val="0"/>
              </a:spcAft>
              <a:buSzPts val="2600"/>
              <a:buNone/>
              <a:defRPr sz="6933"/>
            </a:lvl7pPr>
            <a:lvl8pPr lvl="7" rtl="0">
              <a:spcBef>
                <a:spcPts val="0"/>
              </a:spcBef>
              <a:spcAft>
                <a:spcPts val="0"/>
              </a:spcAft>
              <a:buSzPts val="2600"/>
              <a:buNone/>
              <a:defRPr sz="6933"/>
            </a:lvl8pPr>
            <a:lvl9pPr lvl="8" rtl="0">
              <a:spcBef>
                <a:spcPts val="0"/>
              </a:spcBef>
              <a:spcAft>
                <a:spcPts val="0"/>
              </a:spcAft>
              <a:buSzPts val="2600"/>
              <a:buNone/>
              <a:defRPr sz="6933"/>
            </a:lvl9pPr>
          </a:lstStyle>
          <a:p>
            <a:r>
              <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List Operations</a:t>
            </a:r>
          </a:p>
        </p:txBody>
      </p:sp>
      <p:pic>
        <p:nvPicPr>
          <p:cNvPr id="6" name="Picture 5">
            <a:extLst>
              <a:ext uri="{FF2B5EF4-FFF2-40B4-BE49-F238E27FC236}">
                <a16:creationId xmlns:a16="http://schemas.microsoft.com/office/drawing/2014/main" id="{E76FDFED-0053-1E52-2CDD-32322356E895}"/>
              </a:ext>
            </a:extLst>
          </p:cNvPr>
          <p:cNvPicPr>
            <a:picLocks noChangeAspect="1"/>
          </p:cNvPicPr>
          <p:nvPr/>
        </p:nvPicPr>
        <p:blipFill>
          <a:blip r:embed="rId4"/>
          <a:stretch>
            <a:fillRect/>
          </a:stretch>
        </p:blipFill>
        <p:spPr>
          <a:xfrm>
            <a:off x="2371283" y="5876096"/>
            <a:ext cx="11712046" cy="1703569"/>
          </a:xfrm>
          <a:prstGeom prst="rect">
            <a:avLst/>
          </a:prstGeom>
        </p:spPr>
      </p:pic>
      <p:sp>
        <p:nvSpPr>
          <p:cNvPr id="7" name="Oval 6">
            <a:extLst>
              <a:ext uri="{FF2B5EF4-FFF2-40B4-BE49-F238E27FC236}">
                <a16:creationId xmlns:a16="http://schemas.microsoft.com/office/drawing/2014/main" id="{5E855FD7-0055-9666-3341-26B0A56BAD9D}"/>
              </a:ext>
            </a:extLst>
          </p:cNvPr>
          <p:cNvSpPr/>
          <p:nvPr/>
        </p:nvSpPr>
        <p:spPr>
          <a:xfrm>
            <a:off x="2773180" y="4665301"/>
            <a:ext cx="914400" cy="914400"/>
          </a:xfrm>
          <a:prstGeom prst="ellipse">
            <a:avLst/>
          </a:prstGeom>
          <a:noFill/>
          <a:ln w="38100">
            <a:solidFill>
              <a:srgbClr val="006B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0" dirty="0">
                <a:solidFill>
                  <a:srgbClr val="006B64"/>
                </a:solidFill>
              </a:rPr>
              <a:t>1</a:t>
            </a:r>
            <a:endParaRPr lang="en-US" dirty="0">
              <a:solidFill>
                <a:srgbClr val="006B64"/>
              </a:solidFill>
            </a:endParaRPr>
          </a:p>
        </p:txBody>
      </p:sp>
      <p:pic>
        <p:nvPicPr>
          <p:cNvPr id="8" name="Picture 7">
            <a:extLst>
              <a:ext uri="{FF2B5EF4-FFF2-40B4-BE49-F238E27FC236}">
                <a16:creationId xmlns:a16="http://schemas.microsoft.com/office/drawing/2014/main" id="{BFED5939-DF18-B627-B307-1FFA8E759980}"/>
              </a:ext>
            </a:extLst>
          </p:cNvPr>
          <p:cNvPicPr>
            <a:picLocks noChangeAspect="1"/>
          </p:cNvPicPr>
          <p:nvPr/>
        </p:nvPicPr>
        <p:blipFill>
          <a:blip r:embed="rId5"/>
          <a:stretch>
            <a:fillRect/>
          </a:stretch>
        </p:blipFill>
        <p:spPr>
          <a:xfrm>
            <a:off x="2371283" y="9041729"/>
            <a:ext cx="13872952" cy="3498749"/>
          </a:xfrm>
          <a:prstGeom prst="rect">
            <a:avLst/>
          </a:prstGeom>
        </p:spPr>
      </p:pic>
      <p:sp>
        <p:nvSpPr>
          <p:cNvPr id="9" name="Oval 8">
            <a:extLst>
              <a:ext uri="{FF2B5EF4-FFF2-40B4-BE49-F238E27FC236}">
                <a16:creationId xmlns:a16="http://schemas.microsoft.com/office/drawing/2014/main" id="{36E56565-D2AB-4320-DE7E-A1A6690480B0}"/>
              </a:ext>
            </a:extLst>
          </p:cNvPr>
          <p:cNvSpPr/>
          <p:nvPr/>
        </p:nvSpPr>
        <p:spPr>
          <a:xfrm>
            <a:off x="2773180" y="7853497"/>
            <a:ext cx="914400" cy="914400"/>
          </a:xfrm>
          <a:prstGeom prst="ellipse">
            <a:avLst/>
          </a:prstGeom>
          <a:noFill/>
          <a:ln w="38100">
            <a:solidFill>
              <a:srgbClr val="006B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0" dirty="0">
                <a:solidFill>
                  <a:srgbClr val="006B64"/>
                </a:solidFill>
              </a:rPr>
              <a:t>2</a:t>
            </a:r>
            <a:endParaRPr lang="en-US" dirty="0">
              <a:solidFill>
                <a:srgbClr val="006B64"/>
              </a:solidFill>
            </a:endParaRP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8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9" grpId="0" build="p"/>
      <p:bldP spid="7" grpId="0" animBg="1"/>
      <p:bldP spid="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sp>
        <p:nvSpPr>
          <p:cNvPr id="2" name="Google Shape;412;p56">
            <a:extLst>
              <a:ext uri="{FF2B5EF4-FFF2-40B4-BE49-F238E27FC236}">
                <a16:creationId xmlns:a16="http://schemas.microsoft.com/office/drawing/2014/main" id="{4E5DC0DC-DCEB-F4EA-FA06-D349E1D17C1C}"/>
              </a:ext>
            </a:extLst>
          </p:cNvPr>
          <p:cNvSpPr txBox="1">
            <a:spLocks/>
          </p:cNvSpPr>
          <p:nvPr/>
        </p:nvSpPr>
        <p:spPr>
          <a:xfrm>
            <a:off x="298453" y="249400"/>
            <a:ext cx="20503200" cy="1427200"/>
          </a:xfrm>
          <a:prstGeom prst="rect">
            <a:avLst/>
          </a:prstGeom>
        </p:spPr>
        <p:txBody>
          <a:bodyPr spcFirstLastPara="1" vert="horz" wrap="square" lIns="243800" tIns="243800" rIns="243800" bIns="243800" rtlCol="0" anchor="t" anchorCtr="0">
            <a:normAutofit/>
          </a:bodyPr>
          <a:lstStyle>
            <a:lvl1pPr lvl="0" algn="l" defTabSz="1828800" rtl="0" eaLnBrk="1" latinLnBrk="0" hangingPunct="1">
              <a:lnSpc>
                <a:spcPct val="90000"/>
              </a:lnSpc>
              <a:spcBef>
                <a:spcPts val="0"/>
              </a:spcBef>
              <a:spcAft>
                <a:spcPts val="0"/>
              </a:spcAft>
              <a:buSzPts val="2600"/>
              <a:buNone/>
              <a:defRPr sz="6933" kern="1200">
                <a:solidFill>
                  <a:schemeClr val="tx1"/>
                </a:solidFill>
                <a:latin typeface="+mj-lt"/>
                <a:ea typeface="+mj-ea"/>
                <a:cs typeface="+mj-cs"/>
              </a:defRPr>
            </a:lvl1pPr>
            <a:lvl2pPr lvl="1" rtl="0">
              <a:spcBef>
                <a:spcPts val="0"/>
              </a:spcBef>
              <a:spcAft>
                <a:spcPts val="0"/>
              </a:spcAft>
              <a:buSzPts val="2600"/>
              <a:buNone/>
              <a:defRPr sz="6933"/>
            </a:lvl2pPr>
            <a:lvl3pPr lvl="2" rtl="0">
              <a:spcBef>
                <a:spcPts val="0"/>
              </a:spcBef>
              <a:spcAft>
                <a:spcPts val="0"/>
              </a:spcAft>
              <a:buSzPts val="2600"/>
              <a:buNone/>
              <a:defRPr sz="6933"/>
            </a:lvl3pPr>
            <a:lvl4pPr lvl="3" rtl="0">
              <a:spcBef>
                <a:spcPts val="0"/>
              </a:spcBef>
              <a:spcAft>
                <a:spcPts val="0"/>
              </a:spcAft>
              <a:buSzPts val="2600"/>
              <a:buNone/>
              <a:defRPr sz="6933"/>
            </a:lvl4pPr>
            <a:lvl5pPr lvl="4" rtl="0">
              <a:spcBef>
                <a:spcPts val="0"/>
              </a:spcBef>
              <a:spcAft>
                <a:spcPts val="0"/>
              </a:spcAft>
              <a:buSzPts val="2600"/>
              <a:buNone/>
              <a:defRPr sz="6933"/>
            </a:lvl5pPr>
            <a:lvl6pPr lvl="5" rtl="0">
              <a:spcBef>
                <a:spcPts val="0"/>
              </a:spcBef>
              <a:spcAft>
                <a:spcPts val="0"/>
              </a:spcAft>
              <a:buSzPts val="2600"/>
              <a:buNone/>
              <a:defRPr sz="6933"/>
            </a:lvl6pPr>
            <a:lvl7pPr lvl="6" rtl="0">
              <a:spcBef>
                <a:spcPts val="0"/>
              </a:spcBef>
              <a:spcAft>
                <a:spcPts val="0"/>
              </a:spcAft>
              <a:buSzPts val="2600"/>
              <a:buNone/>
              <a:defRPr sz="6933"/>
            </a:lvl7pPr>
            <a:lvl8pPr lvl="7" rtl="0">
              <a:spcBef>
                <a:spcPts val="0"/>
              </a:spcBef>
              <a:spcAft>
                <a:spcPts val="0"/>
              </a:spcAft>
              <a:buSzPts val="2600"/>
              <a:buNone/>
              <a:defRPr sz="6933"/>
            </a:lvl8pPr>
            <a:lvl9pPr lvl="8" rtl="0">
              <a:spcBef>
                <a:spcPts val="0"/>
              </a:spcBef>
              <a:spcAft>
                <a:spcPts val="0"/>
              </a:spcAft>
              <a:buSzPts val="2600"/>
              <a:buNone/>
              <a:defRPr sz="6933"/>
            </a:lvl9pPr>
          </a:lstStyle>
          <a:p>
            <a:r>
              <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List Manipulation</a:t>
            </a:r>
          </a:p>
        </p:txBody>
      </p:sp>
      <p:sp>
        <p:nvSpPr>
          <p:cNvPr id="3" name="Google Shape;412;p56">
            <a:extLst>
              <a:ext uri="{FF2B5EF4-FFF2-40B4-BE49-F238E27FC236}">
                <a16:creationId xmlns:a16="http://schemas.microsoft.com/office/drawing/2014/main" id="{D91AA8B2-6D4C-AEDC-81A7-C8190312A9C2}"/>
              </a:ext>
            </a:extLst>
          </p:cNvPr>
          <p:cNvSpPr txBox="1">
            <a:spLocks/>
          </p:cNvSpPr>
          <p:nvPr/>
        </p:nvSpPr>
        <p:spPr>
          <a:xfrm>
            <a:off x="296105" y="1175521"/>
            <a:ext cx="20503200" cy="1427200"/>
          </a:xfrm>
          <a:prstGeom prst="rect">
            <a:avLst/>
          </a:prstGeom>
        </p:spPr>
        <p:txBody>
          <a:bodyPr spcFirstLastPara="1" vert="horz" wrap="square" lIns="243800" tIns="243800" rIns="243800" bIns="243800" rtlCol="0" anchor="t" anchorCtr="0">
            <a:normAutofit fontScale="97500"/>
          </a:bodyPr>
          <a:lstStyle>
            <a:lvl1pPr lvl="0" algn="l" defTabSz="1828800" rtl="0" eaLnBrk="1" latinLnBrk="0" hangingPunct="1">
              <a:lnSpc>
                <a:spcPct val="90000"/>
              </a:lnSpc>
              <a:spcBef>
                <a:spcPts val="0"/>
              </a:spcBef>
              <a:spcAft>
                <a:spcPts val="0"/>
              </a:spcAft>
              <a:buSzPts val="2600"/>
              <a:buNone/>
              <a:defRPr sz="6933" kern="1200">
                <a:solidFill>
                  <a:schemeClr val="tx1"/>
                </a:solidFill>
                <a:latin typeface="+mj-lt"/>
                <a:ea typeface="+mj-ea"/>
                <a:cs typeface="+mj-cs"/>
              </a:defRPr>
            </a:lvl1pPr>
            <a:lvl2pPr lvl="1" rtl="0">
              <a:spcBef>
                <a:spcPts val="0"/>
              </a:spcBef>
              <a:spcAft>
                <a:spcPts val="0"/>
              </a:spcAft>
              <a:buSzPts val="2600"/>
              <a:buNone/>
              <a:defRPr sz="6933"/>
            </a:lvl2pPr>
            <a:lvl3pPr lvl="2" rtl="0">
              <a:spcBef>
                <a:spcPts val="0"/>
              </a:spcBef>
              <a:spcAft>
                <a:spcPts val="0"/>
              </a:spcAft>
              <a:buSzPts val="2600"/>
              <a:buNone/>
              <a:defRPr sz="6933"/>
            </a:lvl3pPr>
            <a:lvl4pPr lvl="3" rtl="0">
              <a:spcBef>
                <a:spcPts val="0"/>
              </a:spcBef>
              <a:spcAft>
                <a:spcPts val="0"/>
              </a:spcAft>
              <a:buSzPts val="2600"/>
              <a:buNone/>
              <a:defRPr sz="6933"/>
            </a:lvl4pPr>
            <a:lvl5pPr lvl="4" rtl="0">
              <a:spcBef>
                <a:spcPts val="0"/>
              </a:spcBef>
              <a:spcAft>
                <a:spcPts val="0"/>
              </a:spcAft>
              <a:buSzPts val="2600"/>
              <a:buNone/>
              <a:defRPr sz="6933"/>
            </a:lvl5pPr>
            <a:lvl6pPr lvl="5" rtl="0">
              <a:spcBef>
                <a:spcPts val="0"/>
              </a:spcBef>
              <a:spcAft>
                <a:spcPts val="0"/>
              </a:spcAft>
              <a:buSzPts val="2600"/>
              <a:buNone/>
              <a:defRPr sz="6933"/>
            </a:lvl6pPr>
            <a:lvl7pPr lvl="6" rtl="0">
              <a:spcBef>
                <a:spcPts val="0"/>
              </a:spcBef>
              <a:spcAft>
                <a:spcPts val="0"/>
              </a:spcAft>
              <a:buSzPts val="2600"/>
              <a:buNone/>
              <a:defRPr sz="6933"/>
            </a:lvl7pPr>
            <a:lvl8pPr lvl="7" rtl="0">
              <a:spcBef>
                <a:spcPts val="0"/>
              </a:spcBef>
              <a:spcAft>
                <a:spcPts val="0"/>
              </a:spcAft>
              <a:buSzPts val="2600"/>
              <a:buNone/>
              <a:defRPr sz="6933"/>
            </a:lvl8pPr>
            <a:lvl9pPr lvl="8" rtl="0">
              <a:spcBef>
                <a:spcPts val="0"/>
              </a:spcBef>
              <a:spcAft>
                <a:spcPts val="0"/>
              </a:spcAft>
              <a:buSzPts val="2600"/>
              <a:buNone/>
              <a:defRPr sz="6933"/>
            </a:lvl9pPr>
          </a:lstStyle>
          <a:p>
            <a:r>
              <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List Operations</a:t>
            </a:r>
          </a:p>
        </p:txBody>
      </p:sp>
      <p:sp>
        <p:nvSpPr>
          <p:cNvPr id="4" name="TextBox 3">
            <a:extLst>
              <a:ext uri="{FF2B5EF4-FFF2-40B4-BE49-F238E27FC236}">
                <a16:creationId xmlns:a16="http://schemas.microsoft.com/office/drawing/2014/main" id="{71A1C36E-F1E9-B5FD-DB37-15E6F5B94578}"/>
              </a:ext>
            </a:extLst>
          </p:cNvPr>
          <p:cNvSpPr txBox="1"/>
          <p:nvPr/>
        </p:nvSpPr>
        <p:spPr>
          <a:xfrm>
            <a:off x="5206296" y="4439799"/>
            <a:ext cx="4747173" cy="1015663"/>
          </a:xfrm>
          <a:prstGeom prst="rect">
            <a:avLst/>
          </a:prstGeom>
          <a:noFill/>
        </p:spPr>
        <p:txBody>
          <a:bodyPr wrap="square">
            <a:spAutoFit/>
          </a:bodyPr>
          <a:lstStyle/>
          <a:p>
            <a:r>
              <a:rPr lang="en-US" sz="6000" b="0" dirty="0" err="1">
                <a:solidFill>
                  <a:srgbClr val="000000"/>
                </a:solidFill>
                <a:effectLst/>
                <a:latin typeface="Courier New" panose="02070309020205020404" pitchFamily="49" charset="0"/>
              </a:rPr>
              <a:t>my_list</a:t>
            </a:r>
            <a:r>
              <a:rPr lang="en-US" sz="6000" b="0" dirty="0">
                <a:solidFill>
                  <a:srgbClr val="000000"/>
                </a:solidFill>
                <a:effectLst/>
                <a:latin typeface="Courier New" panose="02070309020205020404" pitchFamily="49" charset="0"/>
              </a:rPr>
              <a:t> = </a:t>
            </a:r>
          </a:p>
        </p:txBody>
      </p:sp>
      <p:sp>
        <p:nvSpPr>
          <p:cNvPr id="5" name="TextBox 4">
            <a:extLst>
              <a:ext uri="{FF2B5EF4-FFF2-40B4-BE49-F238E27FC236}">
                <a16:creationId xmlns:a16="http://schemas.microsoft.com/office/drawing/2014/main" id="{23D2AF6E-98DF-7AB2-562E-22300C92B195}"/>
              </a:ext>
            </a:extLst>
          </p:cNvPr>
          <p:cNvSpPr txBox="1"/>
          <p:nvPr/>
        </p:nvSpPr>
        <p:spPr>
          <a:xfrm>
            <a:off x="9778067" y="4439799"/>
            <a:ext cx="7715456" cy="1015663"/>
          </a:xfrm>
          <a:prstGeom prst="rect">
            <a:avLst/>
          </a:prstGeom>
          <a:noFill/>
        </p:spPr>
        <p:txBody>
          <a:bodyPr wrap="square">
            <a:spAutoFit/>
          </a:bodyPr>
          <a:lstStyle/>
          <a:p>
            <a:r>
              <a:rPr lang="en-US" sz="6000" b="0" dirty="0">
                <a:solidFill>
                  <a:srgbClr val="000000"/>
                </a:solidFill>
                <a:effectLst/>
                <a:latin typeface="Courier New" panose="02070309020205020404" pitchFamily="49" charset="0"/>
              </a:rPr>
              <a:t>[</a:t>
            </a:r>
            <a:r>
              <a:rPr lang="en-US" sz="6000" b="0" dirty="0">
                <a:solidFill>
                  <a:srgbClr val="098156"/>
                </a:solidFill>
                <a:effectLst/>
                <a:latin typeface="Courier New" panose="02070309020205020404" pitchFamily="49" charset="0"/>
              </a:rPr>
              <a:t>3</a:t>
            </a:r>
            <a:r>
              <a:rPr lang="en-US" sz="6000" b="0" dirty="0">
                <a:solidFill>
                  <a:srgbClr val="000000"/>
                </a:solidFill>
                <a:effectLst/>
                <a:latin typeface="Courier New" panose="02070309020205020404" pitchFamily="49" charset="0"/>
              </a:rPr>
              <a:t>, </a:t>
            </a:r>
            <a:r>
              <a:rPr lang="en-US" sz="6000" b="0" dirty="0">
                <a:solidFill>
                  <a:srgbClr val="098156"/>
                </a:solidFill>
                <a:effectLst/>
                <a:latin typeface="Courier New" panose="02070309020205020404" pitchFamily="49" charset="0"/>
              </a:rPr>
              <a:t>14</a:t>
            </a:r>
            <a:r>
              <a:rPr lang="en-US" sz="6000" b="0" dirty="0">
                <a:solidFill>
                  <a:srgbClr val="000000"/>
                </a:solidFill>
                <a:effectLst/>
                <a:latin typeface="Courier New" panose="02070309020205020404" pitchFamily="49" charset="0"/>
              </a:rPr>
              <a:t>, </a:t>
            </a:r>
            <a:r>
              <a:rPr lang="en-US" sz="6000" b="0" dirty="0">
                <a:solidFill>
                  <a:srgbClr val="098156"/>
                </a:solidFill>
                <a:effectLst/>
                <a:latin typeface="Courier New" panose="02070309020205020404" pitchFamily="49" charset="0"/>
              </a:rPr>
              <a:t>0</a:t>
            </a:r>
            <a:r>
              <a:rPr lang="en-US" sz="6000" b="0" dirty="0">
                <a:solidFill>
                  <a:srgbClr val="000000"/>
                </a:solidFill>
                <a:effectLst/>
                <a:latin typeface="Courier New" panose="02070309020205020404" pitchFamily="49" charset="0"/>
              </a:rPr>
              <a:t>, </a:t>
            </a:r>
            <a:r>
              <a:rPr lang="en-US" sz="6000" b="0" dirty="0">
                <a:solidFill>
                  <a:srgbClr val="098156"/>
                </a:solidFill>
                <a:effectLst/>
                <a:latin typeface="Courier New" panose="02070309020205020404" pitchFamily="49" charset="0"/>
              </a:rPr>
              <a:t>-2</a:t>
            </a:r>
            <a:r>
              <a:rPr lang="en-US" sz="6000" b="0" dirty="0">
                <a:solidFill>
                  <a:srgbClr val="000000"/>
                </a:solidFill>
                <a:effectLst/>
                <a:latin typeface="Courier New" panose="02070309020205020404" pitchFamily="49" charset="0"/>
              </a:rPr>
              <a:t>, </a:t>
            </a:r>
            <a:r>
              <a:rPr lang="en-US" sz="6000" b="0" dirty="0">
                <a:solidFill>
                  <a:srgbClr val="098156"/>
                </a:solidFill>
                <a:effectLst/>
                <a:latin typeface="Courier New" panose="02070309020205020404" pitchFamily="49" charset="0"/>
              </a:rPr>
              <a:t>5</a:t>
            </a:r>
            <a:endParaRPr lang="en-US" sz="6000" b="0" dirty="0">
              <a:solidFill>
                <a:srgbClr val="000000"/>
              </a:solidFill>
              <a:effectLst/>
              <a:latin typeface="Courier New" panose="02070309020205020404" pitchFamily="49" charset="0"/>
            </a:endParaRPr>
          </a:p>
        </p:txBody>
      </p:sp>
      <p:sp>
        <p:nvSpPr>
          <p:cNvPr id="6" name="TextBox 5">
            <a:extLst>
              <a:ext uri="{FF2B5EF4-FFF2-40B4-BE49-F238E27FC236}">
                <a16:creationId xmlns:a16="http://schemas.microsoft.com/office/drawing/2014/main" id="{7FB56834-223E-3396-1197-41F6F039EE95}"/>
              </a:ext>
            </a:extLst>
          </p:cNvPr>
          <p:cNvSpPr txBox="1"/>
          <p:nvPr/>
        </p:nvSpPr>
        <p:spPr>
          <a:xfrm>
            <a:off x="17080775" y="4441725"/>
            <a:ext cx="667580" cy="1015663"/>
          </a:xfrm>
          <a:prstGeom prst="rect">
            <a:avLst/>
          </a:prstGeom>
          <a:noFill/>
        </p:spPr>
        <p:txBody>
          <a:bodyPr wrap="square">
            <a:spAutoFit/>
          </a:bodyPr>
          <a:lstStyle/>
          <a:p>
            <a:r>
              <a:rPr lang="en-US" sz="6000" b="0" dirty="0">
                <a:solidFill>
                  <a:srgbClr val="000000"/>
                </a:solidFill>
                <a:effectLst/>
                <a:latin typeface="Courier New" panose="02070309020205020404" pitchFamily="49" charset="0"/>
              </a:rPr>
              <a:t>]</a:t>
            </a:r>
          </a:p>
        </p:txBody>
      </p:sp>
    </p:spTree>
    <p:extLst>
      <p:ext uri="{BB962C8B-B14F-4D97-AF65-F5344CB8AC3E}">
        <p14:creationId xmlns:p14="http://schemas.microsoft.com/office/powerpoint/2010/main" val="260042053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sp>
        <p:nvSpPr>
          <p:cNvPr id="2" name="Google Shape;412;p56">
            <a:extLst>
              <a:ext uri="{FF2B5EF4-FFF2-40B4-BE49-F238E27FC236}">
                <a16:creationId xmlns:a16="http://schemas.microsoft.com/office/drawing/2014/main" id="{4E5DC0DC-DCEB-F4EA-FA06-D349E1D17C1C}"/>
              </a:ext>
            </a:extLst>
          </p:cNvPr>
          <p:cNvSpPr txBox="1">
            <a:spLocks/>
          </p:cNvSpPr>
          <p:nvPr/>
        </p:nvSpPr>
        <p:spPr>
          <a:xfrm>
            <a:off x="298453" y="249400"/>
            <a:ext cx="20503200" cy="1427200"/>
          </a:xfrm>
          <a:prstGeom prst="rect">
            <a:avLst/>
          </a:prstGeom>
        </p:spPr>
        <p:txBody>
          <a:bodyPr spcFirstLastPara="1" vert="horz" wrap="square" lIns="243800" tIns="243800" rIns="243800" bIns="243800" rtlCol="0" anchor="t" anchorCtr="0">
            <a:normAutofit/>
          </a:bodyPr>
          <a:lstStyle>
            <a:lvl1pPr lvl="0" algn="l" defTabSz="1828800" rtl="0" eaLnBrk="1" latinLnBrk="0" hangingPunct="1">
              <a:lnSpc>
                <a:spcPct val="90000"/>
              </a:lnSpc>
              <a:spcBef>
                <a:spcPts val="0"/>
              </a:spcBef>
              <a:spcAft>
                <a:spcPts val="0"/>
              </a:spcAft>
              <a:buSzPts val="2600"/>
              <a:buNone/>
              <a:defRPr sz="6933" kern="1200">
                <a:solidFill>
                  <a:schemeClr val="tx1"/>
                </a:solidFill>
                <a:latin typeface="+mj-lt"/>
                <a:ea typeface="+mj-ea"/>
                <a:cs typeface="+mj-cs"/>
              </a:defRPr>
            </a:lvl1pPr>
            <a:lvl2pPr lvl="1" rtl="0">
              <a:spcBef>
                <a:spcPts val="0"/>
              </a:spcBef>
              <a:spcAft>
                <a:spcPts val="0"/>
              </a:spcAft>
              <a:buSzPts val="2600"/>
              <a:buNone/>
              <a:defRPr sz="6933"/>
            </a:lvl2pPr>
            <a:lvl3pPr lvl="2" rtl="0">
              <a:spcBef>
                <a:spcPts val="0"/>
              </a:spcBef>
              <a:spcAft>
                <a:spcPts val="0"/>
              </a:spcAft>
              <a:buSzPts val="2600"/>
              <a:buNone/>
              <a:defRPr sz="6933"/>
            </a:lvl3pPr>
            <a:lvl4pPr lvl="3" rtl="0">
              <a:spcBef>
                <a:spcPts val="0"/>
              </a:spcBef>
              <a:spcAft>
                <a:spcPts val="0"/>
              </a:spcAft>
              <a:buSzPts val="2600"/>
              <a:buNone/>
              <a:defRPr sz="6933"/>
            </a:lvl4pPr>
            <a:lvl5pPr lvl="4" rtl="0">
              <a:spcBef>
                <a:spcPts val="0"/>
              </a:spcBef>
              <a:spcAft>
                <a:spcPts val="0"/>
              </a:spcAft>
              <a:buSzPts val="2600"/>
              <a:buNone/>
              <a:defRPr sz="6933"/>
            </a:lvl5pPr>
            <a:lvl6pPr lvl="5" rtl="0">
              <a:spcBef>
                <a:spcPts val="0"/>
              </a:spcBef>
              <a:spcAft>
                <a:spcPts val="0"/>
              </a:spcAft>
              <a:buSzPts val="2600"/>
              <a:buNone/>
              <a:defRPr sz="6933"/>
            </a:lvl6pPr>
            <a:lvl7pPr lvl="6" rtl="0">
              <a:spcBef>
                <a:spcPts val="0"/>
              </a:spcBef>
              <a:spcAft>
                <a:spcPts val="0"/>
              </a:spcAft>
              <a:buSzPts val="2600"/>
              <a:buNone/>
              <a:defRPr sz="6933"/>
            </a:lvl7pPr>
            <a:lvl8pPr lvl="7" rtl="0">
              <a:spcBef>
                <a:spcPts val="0"/>
              </a:spcBef>
              <a:spcAft>
                <a:spcPts val="0"/>
              </a:spcAft>
              <a:buSzPts val="2600"/>
              <a:buNone/>
              <a:defRPr sz="6933"/>
            </a:lvl8pPr>
            <a:lvl9pPr lvl="8" rtl="0">
              <a:spcBef>
                <a:spcPts val="0"/>
              </a:spcBef>
              <a:spcAft>
                <a:spcPts val="0"/>
              </a:spcAft>
              <a:buSzPts val="2600"/>
              <a:buNone/>
              <a:defRPr sz="6933"/>
            </a:lvl9pPr>
          </a:lstStyle>
          <a:p>
            <a:r>
              <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List Manipulation</a:t>
            </a:r>
          </a:p>
        </p:txBody>
      </p:sp>
      <p:sp>
        <p:nvSpPr>
          <p:cNvPr id="3" name="Google Shape;412;p56">
            <a:extLst>
              <a:ext uri="{FF2B5EF4-FFF2-40B4-BE49-F238E27FC236}">
                <a16:creationId xmlns:a16="http://schemas.microsoft.com/office/drawing/2014/main" id="{D91AA8B2-6D4C-AEDC-81A7-C8190312A9C2}"/>
              </a:ext>
            </a:extLst>
          </p:cNvPr>
          <p:cNvSpPr txBox="1">
            <a:spLocks/>
          </p:cNvSpPr>
          <p:nvPr/>
        </p:nvSpPr>
        <p:spPr>
          <a:xfrm>
            <a:off x="296105" y="1175521"/>
            <a:ext cx="20503200" cy="1427200"/>
          </a:xfrm>
          <a:prstGeom prst="rect">
            <a:avLst/>
          </a:prstGeom>
        </p:spPr>
        <p:txBody>
          <a:bodyPr spcFirstLastPara="1" vert="horz" wrap="square" lIns="243800" tIns="243800" rIns="243800" bIns="243800" rtlCol="0" anchor="t" anchorCtr="0">
            <a:normAutofit fontScale="97500"/>
          </a:bodyPr>
          <a:lstStyle>
            <a:lvl1pPr lvl="0" algn="l" defTabSz="1828800" rtl="0" eaLnBrk="1" latinLnBrk="0" hangingPunct="1">
              <a:lnSpc>
                <a:spcPct val="90000"/>
              </a:lnSpc>
              <a:spcBef>
                <a:spcPts val="0"/>
              </a:spcBef>
              <a:spcAft>
                <a:spcPts val="0"/>
              </a:spcAft>
              <a:buSzPts val="2600"/>
              <a:buNone/>
              <a:defRPr sz="6933" kern="1200">
                <a:solidFill>
                  <a:schemeClr val="tx1"/>
                </a:solidFill>
                <a:latin typeface="+mj-lt"/>
                <a:ea typeface="+mj-ea"/>
                <a:cs typeface="+mj-cs"/>
              </a:defRPr>
            </a:lvl1pPr>
            <a:lvl2pPr lvl="1" rtl="0">
              <a:spcBef>
                <a:spcPts val="0"/>
              </a:spcBef>
              <a:spcAft>
                <a:spcPts val="0"/>
              </a:spcAft>
              <a:buSzPts val="2600"/>
              <a:buNone/>
              <a:defRPr sz="6933"/>
            </a:lvl2pPr>
            <a:lvl3pPr lvl="2" rtl="0">
              <a:spcBef>
                <a:spcPts val="0"/>
              </a:spcBef>
              <a:spcAft>
                <a:spcPts val="0"/>
              </a:spcAft>
              <a:buSzPts val="2600"/>
              <a:buNone/>
              <a:defRPr sz="6933"/>
            </a:lvl3pPr>
            <a:lvl4pPr lvl="3" rtl="0">
              <a:spcBef>
                <a:spcPts val="0"/>
              </a:spcBef>
              <a:spcAft>
                <a:spcPts val="0"/>
              </a:spcAft>
              <a:buSzPts val="2600"/>
              <a:buNone/>
              <a:defRPr sz="6933"/>
            </a:lvl4pPr>
            <a:lvl5pPr lvl="4" rtl="0">
              <a:spcBef>
                <a:spcPts val="0"/>
              </a:spcBef>
              <a:spcAft>
                <a:spcPts val="0"/>
              </a:spcAft>
              <a:buSzPts val="2600"/>
              <a:buNone/>
              <a:defRPr sz="6933"/>
            </a:lvl5pPr>
            <a:lvl6pPr lvl="5" rtl="0">
              <a:spcBef>
                <a:spcPts val="0"/>
              </a:spcBef>
              <a:spcAft>
                <a:spcPts val="0"/>
              </a:spcAft>
              <a:buSzPts val="2600"/>
              <a:buNone/>
              <a:defRPr sz="6933"/>
            </a:lvl6pPr>
            <a:lvl7pPr lvl="6" rtl="0">
              <a:spcBef>
                <a:spcPts val="0"/>
              </a:spcBef>
              <a:spcAft>
                <a:spcPts val="0"/>
              </a:spcAft>
              <a:buSzPts val="2600"/>
              <a:buNone/>
              <a:defRPr sz="6933"/>
            </a:lvl7pPr>
            <a:lvl8pPr lvl="7" rtl="0">
              <a:spcBef>
                <a:spcPts val="0"/>
              </a:spcBef>
              <a:spcAft>
                <a:spcPts val="0"/>
              </a:spcAft>
              <a:buSzPts val="2600"/>
              <a:buNone/>
              <a:defRPr sz="6933"/>
            </a:lvl8pPr>
            <a:lvl9pPr lvl="8" rtl="0">
              <a:spcBef>
                <a:spcPts val="0"/>
              </a:spcBef>
              <a:spcAft>
                <a:spcPts val="0"/>
              </a:spcAft>
              <a:buSzPts val="2600"/>
              <a:buNone/>
              <a:defRPr sz="6933"/>
            </a:lvl9pPr>
          </a:lstStyle>
          <a:p>
            <a:r>
              <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List Operations</a:t>
            </a:r>
          </a:p>
        </p:txBody>
      </p:sp>
      <p:sp>
        <p:nvSpPr>
          <p:cNvPr id="7" name="Google Shape;412;p56">
            <a:extLst>
              <a:ext uri="{FF2B5EF4-FFF2-40B4-BE49-F238E27FC236}">
                <a16:creationId xmlns:a16="http://schemas.microsoft.com/office/drawing/2014/main" id="{1DF98835-E352-EAD3-E001-8739AE1A0C64}"/>
              </a:ext>
            </a:extLst>
          </p:cNvPr>
          <p:cNvSpPr txBox="1">
            <a:spLocks/>
          </p:cNvSpPr>
          <p:nvPr/>
        </p:nvSpPr>
        <p:spPr>
          <a:xfrm>
            <a:off x="298605" y="2092419"/>
            <a:ext cx="20503200" cy="1427200"/>
          </a:xfrm>
          <a:prstGeom prst="rect">
            <a:avLst/>
          </a:prstGeom>
        </p:spPr>
        <p:txBody>
          <a:bodyPr spcFirstLastPara="1" vert="horz" wrap="square" lIns="243800" tIns="243800" rIns="243800" bIns="243800" rtlCol="0" anchor="t" anchorCtr="0">
            <a:normAutofit fontScale="97500"/>
          </a:bodyPr>
          <a:lstStyle>
            <a:lvl1pPr lvl="0" algn="l" defTabSz="1828800" rtl="0" eaLnBrk="1" latinLnBrk="0" hangingPunct="1">
              <a:lnSpc>
                <a:spcPct val="90000"/>
              </a:lnSpc>
              <a:spcBef>
                <a:spcPts val="0"/>
              </a:spcBef>
              <a:spcAft>
                <a:spcPts val="0"/>
              </a:spcAft>
              <a:buSzPts val="2600"/>
              <a:buNone/>
              <a:defRPr sz="6933" kern="1200">
                <a:solidFill>
                  <a:schemeClr val="tx1"/>
                </a:solidFill>
                <a:latin typeface="+mj-lt"/>
                <a:ea typeface="+mj-ea"/>
                <a:cs typeface="+mj-cs"/>
              </a:defRPr>
            </a:lvl1pPr>
            <a:lvl2pPr lvl="1" rtl="0">
              <a:spcBef>
                <a:spcPts val="0"/>
              </a:spcBef>
              <a:spcAft>
                <a:spcPts val="0"/>
              </a:spcAft>
              <a:buSzPts val="2600"/>
              <a:buNone/>
              <a:defRPr sz="6933"/>
            </a:lvl2pPr>
            <a:lvl3pPr lvl="2" rtl="0">
              <a:spcBef>
                <a:spcPts val="0"/>
              </a:spcBef>
              <a:spcAft>
                <a:spcPts val="0"/>
              </a:spcAft>
              <a:buSzPts val="2600"/>
              <a:buNone/>
              <a:defRPr sz="6933"/>
            </a:lvl3pPr>
            <a:lvl4pPr lvl="3" rtl="0">
              <a:spcBef>
                <a:spcPts val="0"/>
              </a:spcBef>
              <a:spcAft>
                <a:spcPts val="0"/>
              </a:spcAft>
              <a:buSzPts val="2600"/>
              <a:buNone/>
              <a:defRPr sz="6933"/>
            </a:lvl4pPr>
            <a:lvl5pPr lvl="4" rtl="0">
              <a:spcBef>
                <a:spcPts val="0"/>
              </a:spcBef>
              <a:spcAft>
                <a:spcPts val="0"/>
              </a:spcAft>
              <a:buSzPts val="2600"/>
              <a:buNone/>
              <a:defRPr sz="6933"/>
            </a:lvl5pPr>
            <a:lvl6pPr lvl="5" rtl="0">
              <a:spcBef>
                <a:spcPts val="0"/>
              </a:spcBef>
              <a:spcAft>
                <a:spcPts val="0"/>
              </a:spcAft>
              <a:buSzPts val="2600"/>
              <a:buNone/>
              <a:defRPr sz="6933"/>
            </a:lvl6pPr>
            <a:lvl7pPr lvl="6" rtl="0">
              <a:spcBef>
                <a:spcPts val="0"/>
              </a:spcBef>
              <a:spcAft>
                <a:spcPts val="0"/>
              </a:spcAft>
              <a:buSzPts val="2600"/>
              <a:buNone/>
              <a:defRPr sz="6933"/>
            </a:lvl7pPr>
            <a:lvl8pPr lvl="7" rtl="0">
              <a:spcBef>
                <a:spcPts val="0"/>
              </a:spcBef>
              <a:spcAft>
                <a:spcPts val="0"/>
              </a:spcAft>
              <a:buSzPts val="2600"/>
              <a:buNone/>
              <a:defRPr sz="6933"/>
            </a:lvl8pPr>
            <a:lvl9pPr lvl="8" rtl="0">
              <a:spcBef>
                <a:spcPts val="0"/>
              </a:spcBef>
              <a:spcAft>
                <a:spcPts val="0"/>
              </a:spcAft>
              <a:buSzPts val="2600"/>
              <a:buNone/>
              <a:defRPr sz="6933"/>
            </a:lvl9pPr>
          </a:lstStyle>
          <a:p>
            <a:r>
              <a:rPr lang="en-US" sz="6000" b="1" dirty="0">
                <a:solidFill>
                  <a:srgbClr val="006B64"/>
                </a:solidFill>
                <a:latin typeface="Helvetica Neue" panose="02000503000000020004" pitchFamily="2" charset="0"/>
                <a:ea typeface="Helvetica Neue" panose="02000503000000020004" pitchFamily="2" charset="0"/>
                <a:cs typeface="Helvetica Neue" panose="02000503000000020004" pitchFamily="2" charset="0"/>
              </a:rPr>
              <a:t>append()</a:t>
            </a:r>
          </a:p>
        </p:txBody>
      </p:sp>
      <p:sp>
        <p:nvSpPr>
          <p:cNvPr id="4" name="TextBox 3">
            <a:extLst>
              <a:ext uri="{FF2B5EF4-FFF2-40B4-BE49-F238E27FC236}">
                <a16:creationId xmlns:a16="http://schemas.microsoft.com/office/drawing/2014/main" id="{19754269-0EEE-2071-55E4-EEA65C0E1965}"/>
              </a:ext>
            </a:extLst>
          </p:cNvPr>
          <p:cNvSpPr txBox="1"/>
          <p:nvPr/>
        </p:nvSpPr>
        <p:spPr>
          <a:xfrm>
            <a:off x="4846300" y="3602955"/>
            <a:ext cx="7715456" cy="1015663"/>
          </a:xfrm>
          <a:prstGeom prst="rect">
            <a:avLst/>
          </a:prstGeom>
          <a:noFill/>
        </p:spPr>
        <p:txBody>
          <a:bodyPr wrap="square">
            <a:spAutoFit/>
          </a:bodyPr>
          <a:lstStyle/>
          <a:p>
            <a:r>
              <a:rPr lang="en-US" sz="6000" b="0" dirty="0">
                <a:solidFill>
                  <a:srgbClr val="000000"/>
                </a:solidFill>
                <a:effectLst/>
                <a:latin typeface="Courier New" panose="02070309020205020404" pitchFamily="49" charset="0"/>
              </a:rPr>
              <a:t>[</a:t>
            </a:r>
            <a:r>
              <a:rPr lang="en-US" sz="6000" b="0" dirty="0">
                <a:solidFill>
                  <a:srgbClr val="098156"/>
                </a:solidFill>
                <a:effectLst/>
                <a:latin typeface="Courier New" panose="02070309020205020404" pitchFamily="49" charset="0"/>
              </a:rPr>
              <a:t>3</a:t>
            </a:r>
            <a:r>
              <a:rPr lang="en-US" sz="6000" b="0" dirty="0">
                <a:solidFill>
                  <a:srgbClr val="000000"/>
                </a:solidFill>
                <a:effectLst/>
                <a:latin typeface="Courier New" panose="02070309020205020404" pitchFamily="49" charset="0"/>
              </a:rPr>
              <a:t>, </a:t>
            </a:r>
            <a:r>
              <a:rPr lang="en-US" sz="6000" b="0" dirty="0">
                <a:solidFill>
                  <a:srgbClr val="098156"/>
                </a:solidFill>
                <a:effectLst/>
                <a:latin typeface="Courier New" panose="02070309020205020404" pitchFamily="49" charset="0"/>
              </a:rPr>
              <a:t>14</a:t>
            </a:r>
            <a:r>
              <a:rPr lang="en-US" sz="6000" b="0" dirty="0">
                <a:solidFill>
                  <a:srgbClr val="000000"/>
                </a:solidFill>
                <a:effectLst/>
                <a:latin typeface="Courier New" panose="02070309020205020404" pitchFamily="49" charset="0"/>
              </a:rPr>
              <a:t>, </a:t>
            </a:r>
            <a:r>
              <a:rPr lang="en-US" sz="6000" b="0" dirty="0">
                <a:solidFill>
                  <a:srgbClr val="098156"/>
                </a:solidFill>
                <a:effectLst/>
                <a:latin typeface="Courier New" panose="02070309020205020404" pitchFamily="49" charset="0"/>
              </a:rPr>
              <a:t>0</a:t>
            </a:r>
            <a:r>
              <a:rPr lang="en-US" sz="6000" b="0" dirty="0">
                <a:solidFill>
                  <a:srgbClr val="000000"/>
                </a:solidFill>
                <a:effectLst/>
                <a:latin typeface="Courier New" panose="02070309020205020404" pitchFamily="49" charset="0"/>
              </a:rPr>
              <a:t>, </a:t>
            </a:r>
            <a:r>
              <a:rPr lang="en-US" sz="6000" b="0" dirty="0">
                <a:solidFill>
                  <a:srgbClr val="098156"/>
                </a:solidFill>
                <a:effectLst/>
                <a:latin typeface="Courier New" panose="02070309020205020404" pitchFamily="49" charset="0"/>
              </a:rPr>
              <a:t>-2</a:t>
            </a:r>
            <a:r>
              <a:rPr lang="en-US" sz="6000" b="0" dirty="0">
                <a:solidFill>
                  <a:srgbClr val="000000"/>
                </a:solidFill>
                <a:effectLst/>
                <a:latin typeface="Courier New" panose="02070309020205020404" pitchFamily="49" charset="0"/>
              </a:rPr>
              <a:t>, </a:t>
            </a:r>
            <a:r>
              <a:rPr lang="en-US" sz="6000" b="0" dirty="0">
                <a:solidFill>
                  <a:srgbClr val="098156"/>
                </a:solidFill>
                <a:effectLst/>
                <a:latin typeface="Courier New" panose="02070309020205020404" pitchFamily="49" charset="0"/>
              </a:rPr>
              <a:t>5</a:t>
            </a:r>
            <a:endParaRPr lang="en-US" sz="6000" b="0" dirty="0">
              <a:solidFill>
                <a:srgbClr val="000000"/>
              </a:solidFill>
              <a:effectLst/>
              <a:latin typeface="Courier New" panose="02070309020205020404" pitchFamily="49" charset="0"/>
            </a:endParaRPr>
          </a:p>
        </p:txBody>
      </p:sp>
      <p:sp>
        <p:nvSpPr>
          <p:cNvPr id="5" name="TextBox 4">
            <a:extLst>
              <a:ext uri="{FF2B5EF4-FFF2-40B4-BE49-F238E27FC236}">
                <a16:creationId xmlns:a16="http://schemas.microsoft.com/office/drawing/2014/main" id="{D49B65A9-43B0-66AF-907A-814C921AB066}"/>
              </a:ext>
            </a:extLst>
          </p:cNvPr>
          <p:cNvSpPr txBox="1"/>
          <p:nvPr/>
        </p:nvSpPr>
        <p:spPr>
          <a:xfrm>
            <a:off x="12149008" y="3604881"/>
            <a:ext cx="667580" cy="1015663"/>
          </a:xfrm>
          <a:prstGeom prst="rect">
            <a:avLst/>
          </a:prstGeom>
          <a:noFill/>
        </p:spPr>
        <p:txBody>
          <a:bodyPr wrap="square">
            <a:spAutoFit/>
          </a:bodyPr>
          <a:lstStyle/>
          <a:p>
            <a:r>
              <a:rPr lang="en-US" sz="6000" b="0" dirty="0">
                <a:solidFill>
                  <a:srgbClr val="000000"/>
                </a:solidFill>
                <a:effectLst/>
                <a:latin typeface="Courier New" panose="02070309020205020404" pitchFamily="49" charset="0"/>
              </a:rPr>
              <a:t>]</a:t>
            </a:r>
          </a:p>
        </p:txBody>
      </p:sp>
      <p:sp>
        <p:nvSpPr>
          <p:cNvPr id="14" name="TextBox 13">
            <a:extLst>
              <a:ext uri="{FF2B5EF4-FFF2-40B4-BE49-F238E27FC236}">
                <a16:creationId xmlns:a16="http://schemas.microsoft.com/office/drawing/2014/main" id="{1A3BA4A9-8861-937A-0441-50F6CD992C76}"/>
              </a:ext>
            </a:extLst>
          </p:cNvPr>
          <p:cNvSpPr txBox="1"/>
          <p:nvPr/>
        </p:nvSpPr>
        <p:spPr>
          <a:xfrm>
            <a:off x="1270417" y="5953806"/>
            <a:ext cx="12194498" cy="1015663"/>
          </a:xfrm>
          <a:prstGeom prst="rect">
            <a:avLst/>
          </a:prstGeom>
          <a:noFill/>
        </p:spPr>
        <p:txBody>
          <a:bodyPr wrap="square">
            <a:spAutoFit/>
          </a:bodyPr>
          <a:lstStyle/>
          <a:p>
            <a:r>
              <a:rPr lang="en-US" sz="6000" b="0" dirty="0" err="1">
                <a:solidFill>
                  <a:srgbClr val="000000"/>
                </a:solidFill>
                <a:effectLst/>
                <a:latin typeface="Courier New" panose="02070309020205020404" pitchFamily="49" charset="0"/>
              </a:rPr>
              <a:t>my_list.append</a:t>
            </a:r>
            <a:r>
              <a:rPr lang="en-US" sz="6000" b="0" dirty="0">
                <a:solidFill>
                  <a:srgbClr val="000000"/>
                </a:solidFill>
                <a:effectLst/>
                <a:latin typeface="Courier New" panose="02070309020205020404" pitchFamily="49" charset="0"/>
              </a:rPr>
              <a:t>(</a:t>
            </a:r>
            <a:r>
              <a:rPr lang="en-US" sz="6000" b="0" dirty="0">
                <a:solidFill>
                  <a:srgbClr val="098156"/>
                </a:solidFill>
                <a:effectLst/>
                <a:latin typeface="Courier New" panose="02070309020205020404" pitchFamily="49" charset="0"/>
              </a:rPr>
              <a:t>19</a:t>
            </a:r>
            <a:r>
              <a:rPr lang="en-US" sz="6000" b="0" dirty="0">
                <a:solidFill>
                  <a:srgbClr val="000000"/>
                </a:solidFill>
                <a:effectLst/>
                <a:latin typeface="Courier New" panose="02070309020205020404" pitchFamily="49" charset="0"/>
              </a:rPr>
              <a:t>)</a:t>
            </a:r>
          </a:p>
        </p:txBody>
      </p:sp>
      <p:sp>
        <p:nvSpPr>
          <p:cNvPr id="15" name="TextBox 14">
            <a:extLst>
              <a:ext uri="{FF2B5EF4-FFF2-40B4-BE49-F238E27FC236}">
                <a16:creationId xmlns:a16="http://schemas.microsoft.com/office/drawing/2014/main" id="{70804955-0C73-A7E5-E4BA-7A7FBE051EA5}"/>
              </a:ext>
            </a:extLst>
          </p:cNvPr>
          <p:cNvSpPr txBox="1"/>
          <p:nvPr/>
        </p:nvSpPr>
        <p:spPr>
          <a:xfrm>
            <a:off x="8126282" y="5953806"/>
            <a:ext cx="1185472" cy="1015663"/>
          </a:xfrm>
          <a:prstGeom prst="rect">
            <a:avLst/>
          </a:prstGeom>
          <a:noFill/>
        </p:spPr>
        <p:txBody>
          <a:bodyPr wrap="square">
            <a:spAutoFit/>
          </a:bodyPr>
          <a:lstStyle/>
          <a:p>
            <a:r>
              <a:rPr lang="en-US" sz="6000" b="0" dirty="0">
                <a:solidFill>
                  <a:srgbClr val="098156"/>
                </a:solidFill>
                <a:effectLst/>
                <a:latin typeface="Courier New" panose="02070309020205020404" pitchFamily="49" charset="0"/>
              </a:rPr>
              <a:t>19</a:t>
            </a:r>
            <a:endParaRPr lang="en-US" sz="6000" b="0" dirty="0">
              <a:solidFill>
                <a:srgbClr val="000000"/>
              </a:solidFill>
              <a:effectLst/>
              <a:latin typeface="Courier New" panose="02070309020205020404" pitchFamily="49" charset="0"/>
            </a:endParaRPr>
          </a:p>
        </p:txBody>
      </p:sp>
    </p:spTree>
    <p:extLst>
      <p:ext uri="{BB962C8B-B14F-4D97-AF65-F5344CB8AC3E}">
        <p14:creationId xmlns:p14="http://schemas.microsoft.com/office/powerpoint/2010/main" val="111843506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sp>
        <p:nvSpPr>
          <p:cNvPr id="11" name="TextBox 10">
            <a:extLst>
              <a:ext uri="{FF2B5EF4-FFF2-40B4-BE49-F238E27FC236}">
                <a16:creationId xmlns:a16="http://schemas.microsoft.com/office/drawing/2014/main" id="{7F6FC790-766F-5D3C-AA8F-07E50510D69B}"/>
              </a:ext>
            </a:extLst>
          </p:cNvPr>
          <p:cNvSpPr txBox="1"/>
          <p:nvPr/>
        </p:nvSpPr>
        <p:spPr>
          <a:xfrm>
            <a:off x="4846300" y="3602955"/>
            <a:ext cx="7715456" cy="1015663"/>
          </a:xfrm>
          <a:prstGeom prst="rect">
            <a:avLst/>
          </a:prstGeom>
          <a:noFill/>
        </p:spPr>
        <p:txBody>
          <a:bodyPr wrap="square">
            <a:spAutoFit/>
          </a:bodyPr>
          <a:lstStyle/>
          <a:p>
            <a:r>
              <a:rPr lang="en-US" sz="6000" b="0" dirty="0">
                <a:solidFill>
                  <a:srgbClr val="000000"/>
                </a:solidFill>
                <a:effectLst/>
                <a:latin typeface="Courier New" panose="02070309020205020404" pitchFamily="49" charset="0"/>
              </a:rPr>
              <a:t>[</a:t>
            </a:r>
            <a:r>
              <a:rPr lang="en-US" sz="6000" b="0" dirty="0">
                <a:solidFill>
                  <a:srgbClr val="098156"/>
                </a:solidFill>
                <a:effectLst/>
                <a:latin typeface="Courier New" panose="02070309020205020404" pitchFamily="49" charset="0"/>
              </a:rPr>
              <a:t>3</a:t>
            </a:r>
            <a:r>
              <a:rPr lang="en-US" sz="6000" b="0" dirty="0">
                <a:solidFill>
                  <a:srgbClr val="000000"/>
                </a:solidFill>
                <a:effectLst/>
                <a:latin typeface="Courier New" panose="02070309020205020404" pitchFamily="49" charset="0"/>
              </a:rPr>
              <a:t>, </a:t>
            </a:r>
            <a:r>
              <a:rPr lang="en-US" sz="6000" b="0" dirty="0">
                <a:solidFill>
                  <a:srgbClr val="098156"/>
                </a:solidFill>
                <a:effectLst/>
                <a:latin typeface="Courier New" panose="02070309020205020404" pitchFamily="49" charset="0"/>
              </a:rPr>
              <a:t>14</a:t>
            </a:r>
            <a:r>
              <a:rPr lang="en-US" sz="6000" b="0" dirty="0">
                <a:solidFill>
                  <a:srgbClr val="000000"/>
                </a:solidFill>
                <a:effectLst/>
                <a:latin typeface="Courier New" panose="02070309020205020404" pitchFamily="49" charset="0"/>
              </a:rPr>
              <a:t>, </a:t>
            </a:r>
            <a:r>
              <a:rPr lang="en-US" sz="6000" b="0" dirty="0">
                <a:solidFill>
                  <a:srgbClr val="098156"/>
                </a:solidFill>
                <a:effectLst/>
                <a:latin typeface="Courier New" panose="02070309020205020404" pitchFamily="49" charset="0"/>
              </a:rPr>
              <a:t>0</a:t>
            </a:r>
            <a:r>
              <a:rPr lang="en-US" sz="6000" b="0" dirty="0">
                <a:solidFill>
                  <a:srgbClr val="000000"/>
                </a:solidFill>
                <a:effectLst/>
                <a:latin typeface="Courier New" panose="02070309020205020404" pitchFamily="49" charset="0"/>
              </a:rPr>
              <a:t>, </a:t>
            </a:r>
            <a:r>
              <a:rPr lang="en-US" sz="6000" b="0" dirty="0">
                <a:solidFill>
                  <a:srgbClr val="098156"/>
                </a:solidFill>
                <a:effectLst/>
                <a:latin typeface="Courier New" panose="02070309020205020404" pitchFamily="49" charset="0"/>
              </a:rPr>
              <a:t>-2</a:t>
            </a:r>
            <a:r>
              <a:rPr lang="en-US" sz="6000" b="0" dirty="0">
                <a:solidFill>
                  <a:srgbClr val="000000"/>
                </a:solidFill>
                <a:effectLst/>
                <a:latin typeface="Courier New" panose="02070309020205020404" pitchFamily="49" charset="0"/>
              </a:rPr>
              <a:t>, </a:t>
            </a:r>
            <a:r>
              <a:rPr lang="en-US" sz="6000" b="0" dirty="0">
                <a:solidFill>
                  <a:srgbClr val="098156"/>
                </a:solidFill>
                <a:effectLst/>
                <a:latin typeface="Courier New" panose="02070309020205020404" pitchFamily="49" charset="0"/>
              </a:rPr>
              <a:t>5</a:t>
            </a:r>
            <a:endParaRPr lang="en-US" sz="6000" b="0" dirty="0">
              <a:solidFill>
                <a:srgbClr val="000000"/>
              </a:solidFill>
              <a:effectLst/>
              <a:latin typeface="Courier New" panose="02070309020205020404" pitchFamily="49" charset="0"/>
            </a:endParaRPr>
          </a:p>
        </p:txBody>
      </p:sp>
      <p:sp>
        <p:nvSpPr>
          <p:cNvPr id="15" name="TextBox 14">
            <a:extLst>
              <a:ext uri="{FF2B5EF4-FFF2-40B4-BE49-F238E27FC236}">
                <a16:creationId xmlns:a16="http://schemas.microsoft.com/office/drawing/2014/main" id="{5AF4029B-07CA-D11F-FE15-B3174E2F14F7}"/>
              </a:ext>
            </a:extLst>
          </p:cNvPr>
          <p:cNvSpPr txBox="1"/>
          <p:nvPr/>
        </p:nvSpPr>
        <p:spPr>
          <a:xfrm>
            <a:off x="4846300" y="3599285"/>
            <a:ext cx="9754116" cy="1015663"/>
          </a:xfrm>
          <a:prstGeom prst="rect">
            <a:avLst/>
          </a:prstGeom>
          <a:noFill/>
        </p:spPr>
        <p:txBody>
          <a:bodyPr wrap="square">
            <a:spAutoFit/>
          </a:bodyPr>
          <a:lstStyle/>
          <a:p>
            <a:r>
              <a:rPr lang="en-US" sz="6000" b="0" dirty="0">
                <a:solidFill>
                  <a:srgbClr val="000000"/>
                </a:solidFill>
                <a:effectLst/>
                <a:latin typeface="Courier New" panose="02070309020205020404" pitchFamily="49" charset="0"/>
              </a:rPr>
              <a:t>[</a:t>
            </a:r>
            <a:r>
              <a:rPr lang="en-US" sz="6000" b="0" dirty="0">
                <a:solidFill>
                  <a:srgbClr val="098156"/>
                </a:solidFill>
                <a:effectLst/>
                <a:latin typeface="Courier New" panose="02070309020205020404" pitchFamily="49" charset="0"/>
              </a:rPr>
              <a:t>3</a:t>
            </a:r>
            <a:r>
              <a:rPr lang="en-US" sz="6000" b="0" dirty="0">
                <a:solidFill>
                  <a:srgbClr val="000000"/>
                </a:solidFill>
                <a:effectLst/>
                <a:latin typeface="Courier New" panose="02070309020205020404" pitchFamily="49" charset="0"/>
              </a:rPr>
              <a:t>, </a:t>
            </a:r>
            <a:r>
              <a:rPr lang="en-US" sz="6000" b="0" dirty="0">
                <a:solidFill>
                  <a:srgbClr val="098156"/>
                </a:solidFill>
                <a:effectLst/>
                <a:latin typeface="Courier New" panose="02070309020205020404" pitchFamily="49" charset="0"/>
              </a:rPr>
              <a:t>14</a:t>
            </a:r>
            <a:r>
              <a:rPr lang="en-US" sz="6000" b="0" dirty="0">
                <a:solidFill>
                  <a:srgbClr val="000000"/>
                </a:solidFill>
                <a:effectLst/>
                <a:latin typeface="Courier New" panose="02070309020205020404" pitchFamily="49" charset="0"/>
              </a:rPr>
              <a:t>, </a:t>
            </a:r>
            <a:r>
              <a:rPr lang="en-US" sz="6000" b="0" dirty="0">
                <a:solidFill>
                  <a:srgbClr val="098156"/>
                </a:solidFill>
                <a:effectLst/>
                <a:latin typeface="Courier New" panose="02070309020205020404" pitchFamily="49" charset="0"/>
              </a:rPr>
              <a:t>0</a:t>
            </a:r>
            <a:r>
              <a:rPr lang="en-US" sz="6000" b="0" dirty="0">
                <a:solidFill>
                  <a:srgbClr val="000000"/>
                </a:solidFill>
                <a:effectLst/>
                <a:latin typeface="Courier New" panose="02070309020205020404" pitchFamily="49" charset="0"/>
              </a:rPr>
              <a:t>, </a:t>
            </a:r>
            <a:r>
              <a:rPr lang="en-US" sz="6000" b="0" dirty="0">
                <a:solidFill>
                  <a:srgbClr val="098156"/>
                </a:solidFill>
                <a:effectLst/>
                <a:latin typeface="Courier New" panose="02070309020205020404" pitchFamily="49" charset="0"/>
              </a:rPr>
              <a:t>-2</a:t>
            </a:r>
            <a:r>
              <a:rPr lang="en-US" sz="6000" b="0" dirty="0">
                <a:solidFill>
                  <a:srgbClr val="000000"/>
                </a:solidFill>
                <a:effectLst/>
                <a:latin typeface="Courier New" panose="02070309020205020404" pitchFamily="49" charset="0"/>
              </a:rPr>
              <a:t>, </a:t>
            </a:r>
            <a:r>
              <a:rPr lang="en-US" sz="6000" b="0" dirty="0">
                <a:solidFill>
                  <a:srgbClr val="098156"/>
                </a:solidFill>
                <a:effectLst/>
                <a:latin typeface="Courier New" panose="02070309020205020404" pitchFamily="49" charset="0"/>
              </a:rPr>
              <a:t>5</a:t>
            </a:r>
            <a:r>
              <a:rPr lang="en-US" sz="6000" b="0" dirty="0">
                <a:effectLst/>
                <a:latin typeface="Courier New" panose="02070309020205020404" pitchFamily="49" charset="0"/>
              </a:rPr>
              <a:t>,</a:t>
            </a:r>
            <a:r>
              <a:rPr lang="en-US" sz="6000" b="0" dirty="0">
                <a:solidFill>
                  <a:srgbClr val="098156"/>
                </a:solidFill>
                <a:effectLst/>
                <a:latin typeface="Courier New" panose="02070309020205020404" pitchFamily="49" charset="0"/>
              </a:rPr>
              <a:t> 19</a:t>
            </a:r>
            <a:endParaRPr lang="en-US" sz="6000" b="0" dirty="0">
              <a:solidFill>
                <a:srgbClr val="000000"/>
              </a:solidFill>
              <a:effectLst/>
              <a:latin typeface="Courier New" panose="02070309020205020404" pitchFamily="49" charset="0"/>
            </a:endParaRPr>
          </a:p>
        </p:txBody>
      </p:sp>
      <p:sp>
        <p:nvSpPr>
          <p:cNvPr id="14" name="TextBox 13">
            <a:extLst>
              <a:ext uri="{FF2B5EF4-FFF2-40B4-BE49-F238E27FC236}">
                <a16:creationId xmlns:a16="http://schemas.microsoft.com/office/drawing/2014/main" id="{1A3BA4A9-8861-937A-0441-50F6CD992C76}"/>
              </a:ext>
            </a:extLst>
          </p:cNvPr>
          <p:cNvSpPr txBox="1"/>
          <p:nvPr/>
        </p:nvSpPr>
        <p:spPr>
          <a:xfrm>
            <a:off x="1270417" y="5953806"/>
            <a:ext cx="12194498" cy="1015663"/>
          </a:xfrm>
          <a:prstGeom prst="rect">
            <a:avLst/>
          </a:prstGeom>
          <a:noFill/>
        </p:spPr>
        <p:txBody>
          <a:bodyPr wrap="square">
            <a:spAutoFit/>
          </a:bodyPr>
          <a:lstStyle/>
          <a:p>
            <a:r>
              <a:rPr lang="en-US" sz="6000" b="0" dirty="0" err="1">
                <a:solidFill>
                  <a:srgbClr val="000000"/>
                </a:solidFill>
                <a:effectLst/>
                <a:latin typeface="Courier New" panose="02070309020205020404" pitchFamily="49" charset="0"/>
              </a:rPr>
              <a:t>my_list.append</a:t>
            </a:r>
            <a:r>
              <a:rPr lang="en-US" sz="6000" b="0" dirty="0">
                <a:solidFill>
                  <a:srgbClr val="000000"/>
                </a:solidFill>
                <a:effectLst/>
                <a:latin typeface="Courier New" panose="02070309020205020404" pitchFamily="49" charset="0"/>
              </a:rPr>
              <a:t>(</a:t>
            </a:r>
            <a:r>
              <a:rPr lang="en-US" sz="6000" b="0" dirty="0">
                <a:solidFill>
                  <a:srgbClr val="098156"/>
                </a:solidFill>
                <a:effectLst/>
                <a:latin typeface="Courier New" panose="02070309020205020404" pitchFamily="49" charset="0"/>
              </a:rPr>
              <a:t>19</a:t>
            </a:r>
            <a:r>
              <a:rPr lang="en-US" sz="6000" b="0" dirty="0">
                <a:solidFill>
                  <a:srgbClr val="000000"/>
                </a:solidFill>
                <a:effectLst/>
                <a:latin typeface="Courier New" panose="02070309020205020404" pitchFamily="49" charset="0"/>
              </a:rPr>
              <a:t>)</a:t>
            </a:r>
          </a:p>
        </p:txBody>
      </p:sp>
      <p:sp>
        <p:nvSpPr>
          <p:cNvPr id="2" name="Google Shape;412;p56">
            <a:extLst>
              <a:ext uri="{FF2B5EF4-FFF2-40B4-BE49-F238E27FC236}">
                <a16:creationId xmlns:a16="http://schemas.microsoft.com/office/drawing/2014/main" id="{4E5DC0DC-DCEB-F4EA-FA06-D349E1D17C1C}"/>
              </a:ext>
            </a:extLst>
          </p:cNvPr>
          <p:cNvSpPr txBox="1">
            <a:spLocks/>
          </p:cNvSpPr>
          <p:nvPr/>
        </p:nvSpPr>
        <p:spPr>
          <a:xfrm>
            <a:off x="298453" y="249400"/>
            <a:ext cx="20503200" cy="1427200"/>
          </a:xfrm>
          <a:prstGeom prst="rect">
            <a:avLst/>
          </a:prstGeom>
        </p:spPr>
        <p:txBody>
          <a:bodyPr spcFirstLastPara="1" vert="horz" wrap="square" lIns="243800" tIns="243800" rIns="243800" bIns="243800" rtlCol="0" anchor="t" anchorCtr="0">
            <a:normAutofit/>
          </a:bodyPr>
          <a:lstStyle>
            <a:lvl1pPr lvl="0" algn="l" defTabSz="1828800" rtl="0" eaLnBrk="1" latinLnBrk="0" hangingPunct="1">
              <a:lnSpc>
                <a:spcPct val="90000"/>
              </a:lnSpc>
              <a:spcBef>
                <a:spcPts val="0"/>
              </a:spcBef>
              <a:spcAft>
                <a:spcPts val="0"/>
              </a:spcAft>
              <a:buSzPts val="2600"/>
              <a:buNone/>
              <a:defRPr sz="6933" kern="1200">
                <a:solidFill>
                  <a:schemeClr val="tx1"/>
                </a:solidFill>
                <a:latin typeface="+mj-lt"/>
                <a:ea typeface="+mj-ea"/>
                <a:cs typeface="+mj-cs"/>
              </a:defRPr>
            </a:lvl1pPr>
            <a:lvl2pPr lvl="1" rtl="0">
              <a:spcBef>
                <a:spcPts val="0"/>
              </a:spcBef>
              <a:spcAft>
                <a:spcPts val="0"/>
              </a:spcAft>
              <a:buSzPts val="2600"/>
              <a:buNone/>
              <a:defRPr sz="6933"/>
            </a:lvl2pPr>
            <a:lvl3pPr lvl="2" rtl="0">
              <a:spcBef>
                <a:spcPts val="0"/>
              </a:spcBef>
              <a:spcAft>
                <a:spcPts val="0"/>
              </a:spcAft>
              <a:buSzPts val="2600"/>
              <a:buNone/>
              <a:defRPr sz="6933"/>
            </a:lvl3pPr>
            <a:lvl4pPr lvl="3" rtl="0">
              <a:spcBef>
                <a:spcPts val="0"/>
              </a:spcBef>
              <a:spcAft>
                <a:spcPts val="0"/>
              </a:spcAft>
              <a:buSzPts val="2600"/>
              <a:buNone/>
              <a:defRPr sz="6933"/>
            </a:lvl4pPr>
            <a:lvl5pPr lvl="4" rtl="0">
              <a:spcBef>
                <a:spcPts val="0"/>
              </a:spcBef>
              <a:spcAft>
                <a:spcPts val="0"/>
              </a:spcAft>
              <a:buSzPts val="2600"/>
              <a:buNone/>
              <a:defRPr sz="6933"/>
            </a:lvl5pPr>
            <a:lvl6pPr lvl="5" rtl="0">
              <a:spcBef>
                <a:spcPts val="0"/>
              </a:spcBef>
              <a:spcAft>
                <a:spcPts val="0"/>
              </a:spcAft>
              <a:buSzPts val="2600"/>
              <a:buNone/>
              <a:defRPr sz="6933"/>
            </a:lvl6pPr>
            <a:lvl7pPr lvl="6" rtl="0">
              <a:spcBef>
                <a:spcPts val="0"/>
              </a:spcBef>
              <a:spcAft>
                <a:spcPts val="0"/>
              </a:spcAft>
              <a:buSzPts val="2600"/>
              <a:buNone/>
              <a:defRPr sz="6933"/>
            </a:lvl7pPr>
            <a:lvl8pPr lvl="7" rtl="0">
              <a:spcBef>
                <a:spcPts val="0"/>
              </a:spcBef>
              <a:spcAft>
                <a:spcPts val="0"/>
              </a:spcAft>
              <a:buSzPts val="2600"/>
              <a:buNone/>
              <a:defRPr sz="6933"/>
            </a:lvl8pPr>
            <a:lvl9pPr lvl="8" rtl="0">
              <a:spcBef>
                <a:spcPts val="0"/>
              </a:spcBef>
              <a:spcAft>
                <a:spcPts val="0"/>
              </a:spcAft>
              <a:buSzPts val="2600"/>
              <a:buNone/>
              <a:defRPr sz="6933"/>
            </a:lvl9pPr>
          </a:lstStyle>
          <a:p>
            <a:r>
              <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List Manipulation</a:t>
            </a:r>
          </a:p>
        </p:txBody>
      </p:sp>
      <p:sp>
        <p:nvSpPr>
          <p:cNvPr id="3" name="Google Shape;412;p56">
            <a:extLst>
              <a:ext uri="{FF2B5EF4-FFF2-40B4-BE49-F238E27FC236}">
                <a16:creationId xmlns:a16="http://schemas.microsoft.com/office/drawing/2014/main" id="{D91AA8B2-6D4C-AEDC-81A7-C8190312A9C2}"/>
              </a:ext>
            </a:extLst>
          </p:cNvPr>
          <p:cNvSpPr txBox="1">
            <a:spLocks/>
          </p:cNvSpPr>
          <p:nvPr/>
        </p:nvSpPr>
        <p:spPr>
          <a:xfrm>
            <a:off x="296105" y="1175521"/>
            <a:ext cx="20503200" cy="1427200"/>
          </a:xfrm>
          <a:prstGeom prst="rect">
            <a:avLst/>
          </a:prstGeom>
        </p:spPr>
        <p:txBody>
          <a:bodyPr spcFirstLastPara="1" vert="horz" wrap="square" lIns="243800" tIns="243800" rIns="243800" bIns="243800" rtlCol="0" anchor="t" anchorCtr="0">
            <a:normAutofit fontScale="97500"/>
          </a:bodyPr>
          <a:lstStyle>
            <a:lvl1pPr lvl="0" algn="l" defTabSz="1828800" rtl="0" eaLnBrk="1" latinLnBrk="0" hangingPunct="1">
              <a:lnSpc>
                <a:spcPct val="90000"/>
              </a:lnSpc>
              <a:spcBef>
                <a:spcPts val="0"/>
              </a:spcBef>
              <a:spcAft>
                <a:spcPts val="0"/>
              </a:spcAft>
              <a:buSzPts val="2600"/>
              <a:buNone/>
              <a:defRPr sz="6933" kern="1200">
                <a:solidFill>
                  <a:schemeClr val="tx1"/>
                </a:solidFill>
                <a:latin typeface="+mj-lt"/>
                <a:ea typeface="+mj-ea"/>
                <a:cs typeface="+mj-cs"/>
              </a:defRPr>
            </a:lvl1pPr>
            <a:lvl2pPr lvl="1" rtl="0">
              <a:spcBef>
                <a:spcPts val="0"/>
              </a:spcBef>
              <a:spcAft>
                <a:spcPts val="0"/>
              </a:spcAft>
              <a:buSzPts val="2600"/>
              <a:buNone/>
              <a:defRPr sz="6933"/>
            </a:lvl2pPr>
            <a:lvl3pPr lvl="2" rtl="0">
              <a:spcBef>
                <a:spcPts val="0"/>
              </a:spcBef>
              <a:spcAft>
                <a:spcPts val="0"/>
              </a:spcAft>
              <a:buSzPts val="2600"/>
              <a:buNone/>
              <a:defRPr sz="6933"/>
            </a:lvl3pPr>
            <a:lvl4pPr lvl="3" rtl="0">
              <a:spcBef>
                <a:spcPts val="0"/>
              </a:spcBef>
              <a:spcAft>
                <a:spcPts val="0"/>
              </a:spcAft>
              <a:buSzPts val="2600"/>
              <a:buNone/>
              <a:defRPr sz="6933"/>
            </a:lvl4pPr>
            <a:lvl5pPr lvl="4" rtl="0">
              <a:spcBef>
                <a:spcPts val="0"/>
              </a:spcBef>
              <a:spcAft>
                <a:spcPts val="0"/>
              </a:spcAft>
              <a:buSzPts val="2600"/>
              <a:buNone/>
              <a:defRPr sz="6933"/>
            </a:lvl5pPr>
            <a:lvl6pPr lvl="5" rtl="0">
              <a:spcBef>
                <a:spcPts val="0"/>
              </a:spcBef>
              <a:spcAft>
                <a:spcPts val="0"/>
              </a:spcAft>
              <a:buSzPts val="2600"/>
              <a:buNone/>
              <a:defRPr sz="6933"/>
            </a:lvl6pPr>
            <a:lvl7pPr lvl="6" rtl="0">
              <a:spcBef>
                <a:spcPts val="0"/>
              </a:spcBef>
              <a:spcAft>
                <a:spcPts val="0"/>
              </a:spcAft>
              <a:buSzPts val="2600"/>
              <a:buNone/>
              <a:defRPr sz="6933"/>
            </a:lvl7pPr>
            <a:lvl8pPr lvl="7" rtl="0">
              <a:spcBef>
                <a:spcPts val="0"/>
              </a:spcBef>
              <a:spcAft>
                <a:spcPts val="0"/>
              </a:spcAft>
              <a:buSzPts val="2600"/>
              <a:buNone/>
              <a:defRPr sz="6933"/>
            </a:lvl8pPr>
            <a:lvl9pPr lvl="8" rtl="0">
              <a:spcBef>
                <a:spcPts val="0"/>
              </a:spcBef>
              <a:spcAft>
                <a:spcPts val="0"/>
              </a:spcAft>
              <a:buSzPts val="2600"/>
              <a:buNone/>
              <a:defRPr sz="6933"/>
            </a:lvl9pPr>
          </a:lstStyle>
          <a:p>
            <a:r>
              <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List Operations</a:t>
            </a:r>
          </a:p>
        </p:txBody>
      </p:sp>
      <p:sp>
        <p:nvSpPr>
          <p:cNvPr id="7" name="Google Shape;412;p56">
            <a:extLst>
              <a:ext uri="{FF2B5EF4-FFF2-40B4-BE49-F238E27FC236}">
                <a16:creationId xmlns:a16="http://schemas.microsoft.com/office/drawing/2014/main" id="{1DF98835-E352-EAD3-E001-8739AE1A0C64}"/>
              </a:ext>
            </a:extLst>
          </p:cNvPr>
          <p:cNvSpPr txBox="1">
            <a:spLocks/>
          </p:cNvSpPr>
          <p:nvPr/>
        </p:nvSpPr>
        <p:spPr>
          <a:xfrm>
            <a:off x="298605" y="2092419"/>
            <a:ext cx="20503200" cy="1427200"/>
          </a:xfrm>
          <a:prstGeom prst="rect">
            <a:avLst/>
          </a:prstGeom>
        </p:spPr>
        <p:txBody>
          <a:bodyPr spcFirstLastPara="1" vert="horz" wrap="square" lIns="243800" tIns="243800" rIns="243800" bIns="243800" rtlCol="0" anchor="t" anchorCtr="0">
            <a:normAutofit fontScale="97500"/>
          </a:bodyPr>
          <a:lstStyle>
            <a:lvl1pPr lvl="0" algn="l" defTabSz="1828800" rtl="0" eaLnBrk="1" latinLnBrk="0" hangingPunct="1">
              <a:lnSpc>
                <a:spcPct val="90000"/>
              </a:lnSpc>
              <a:spcBef>
                <a:spcPts val="0"/>
              </a:spcBef>
              <a:spcAft>
                <a:spcPts val="0"/>
              </a:spcAft>
              <a:buSzPts val="2600"/>
              <a:buNone/>
              <a:defRPr sz="6933" kern="1200">
                <a:solidFill>
                  <a:schemeClr val="tx1"/>
                </a:solidFill>
                <a:latin typeface="+mj-lt"/>
                <a:ea typeface="+mj-ea"/>
                <a:cs typeface="+mj-cs"/>
              </a:defRPr>
            </a:lvl1pPr>
            <a:lvl2pPr lvl="1" rtl="0">
              <a:spcBef>
                <a:spcPts val="0"/>
              </a:spcBef>
              <a:spcAft>
                <a:spcPts val="0"/>
              </a:spcAft>
              <a:buSzPts val="2600"/>
              <a:buNone/>
              <a:defRPr sz="6933"/>
            </a:lvl2pPr>
            <a:lvl3pPr lvl="2" rtl="0">
              <a:spcBef>
                <a:spcPts val="0"/>
              </a:spcBef>
              <a:spcAft>
                <a:spcPts val="0"/>
              </a:spcAft>
              <a:buSzPts val="2600"/>
              <a:buNone/>
              <a:defRPr sz="6933"/>
            </a:lvl3pPr>
            <a:lvl4pPr lvl="3" rtl="0">
              <a:spcBef>
                <a:spcPts val="0"/>
              </a:spcBef>
              <a:spcAft>
                <a:spcPts val="0"/>
              </a:spcAft>
              <a:buSzPts val="2600"/>
              <a:buNone/>
              <a:defRPr sz="6933"/>
            </a:lvl4pPr>
            <a:lvl5pPr lvl="4" rtl="0">
              <a:spcBef>
                <a:spcPts val="0"/>
              </a:spcBef>
              <a:spcAft>
                <a:spcPts val="0"/>
              </a:spcAft>
              <a:buSzPts val="2600"/>
              <a:buNone/>
              <a:defRPr sz="6933"/>
            </a:lvl5pPr>
            <a:lvl6pPr lvl="5" rtl="0">
              <a:spcBef>
                <a:spcPts val="0"/>
              </a:spcBef>
              <a:spcAft>
                <a:spcPts val="0"/>
              </a:spcAft>
              <a:buSzPts val="2600"/>
              <a:buNone/>
              <a:defRPr sz="6933"/>
            </a:lvl6pPr>
            <a:lvl7pPr lvl="6" rtl="0">
              <a:spcBef>
                <a:spcPts val="0"/>
              </a:spcBef>
              <a:spcAft>
                <a:spcPts val="0"/>
              </a:spcAft>
              <a:buSzPts val="2600"/>
              <a:buNone/>
              <a:defRPr sz="6933"/>
            </a:lvl7pPr>
            <a:lvl8pPr lvl="7" rtl="0">
              <a:spcBef>
                <a:spcPts val="0"/>
              </a:spcBef>
              <a:spcAft>
                <a:spcPts val="0"/>
              </a:spcAft>
              <a:buSzPts val="2600"/>
              <a:buNone/>
              <a:defRPr sz="6933"/>
            </a:lvl8pPr>
            <a:lvl9pPr lvl="8" rtl="0">
              <a:spcBef>
                <a:spcPts val="0"/>
              </a:spcBef>
              <a:spcAft>
                <a:spcPts val="0"/>
              </a:spcAft>
              <a:buSzPts val="2600"/>
              <a:buNone/>
              <a:defRPr sz="6933"/>
            </a:lvl9pPr>
          </a:lstStyle>
          <a:p>
            <a:r>
              <a:rPr lang="en-US" sz="6000" b="1" dirty="0">
                <a:solidFill>
                  <a:srgbClr val="006B64"/>
                </a:solidFill>
                <a:latin typeface="Helvetica Neue" panose="02000503000000020004" pitchFamily="2" charset="0"/>
                <a:ea typeface="Helvetica Neue" panose="02000503000000020004" pitchFamily="2" charset="0"/>
                <a:cs typeface="Helvetica Neue" panose="02000503000000020004" pitchFamily="2" charset="0"/>
              </a:rPr>
              <a:t>append()</a:t>
            </a:r>
          </a:p>
        </p:txBody>
      </p:sp>
      <p:sp>
        <p:nvSpPr>
          <p:cNvPr id="8" name="TextBox 7">
            <a:extLst>
              <a:ext uri="{FF2B5EF4-FFF2-40B4-BE49-F238E27FC236}">
                <a16:creationId xmlns:a16="http://schemas.microsoft.com/office/drawing/2014/main" id="{15C02FD6-87B9-C3B8-382B-4D7F80864F34}"/>
              </a:ext>
            </a:extLst>
          </p:cNvPr>
          <p:cNvSpPr txBox="1"/>
          <p:nvPr/>
        </p:nvSpPr>
        <p:spPr>
          <a:xfrm>
            <a:off x="13932836" y="3602955"/>
            <a:ext cx="667580" cy="1015663"/>
          </a:xfrm>
          <a:prstGeom prst="rect">
            <a:avLst/>
          </a:prstGeom>
          <a:noFill/>
        </p:spPr>
        <p:txBody>
          <a:bodyPr wrap="square">
            <a:spAutoFit/>
          </a:bodyPr>
          <a:lstStyle/>
          <a:p>
            <a:r>
              <a:rPr lang="en-US" sz="6000" b="0" dirty="0">
                <a:solidFill>
                  <a:srgbClr val="000000"/>
                </a:solidFill>
                <a:effectLst/>
                <a:latin typeface="Courier New" panose="02070309020205020404" pitchFamily="49" charset="0"/>
              </a:rPr>
              <a:t>]</a:t>
            </a:r>
          </a:p>
        </p:txBody>
      </p:sp>
      <p:sp>
        <p:nvSpPr>
          <p:cNvPr id="9" name="TextBox 8">
            <a:extLst>
              <a:ext uri="{FF2B5EF4-FFF2-40B4-BE49-F238E27FC236}">
                <a16:creationId xmlns:a16="http://schemas.microsoft.com/office/drawing/2014/main" id="{920B9231-9460-E554-BEDF-337FD60EBEB4}"/>
              </a:ext>
            </a:extLst>
          </p:cNvPr>
          <p:cNvSpPr txBox="1"/>
          <p:nvPr/>
        </p:nvSpPr>
        <p:spPr>
          <a:xfrm>
            <a:off x="13081154" y="3602954"/>
            <a:ext cx="1185472" cy="1015663"/>
          </a:xfrm>
          <a:prstGeom prst="rect">
            <a:avLst/>
          </a:prstGeom>
          <a:noFill/>
        </p:spPr>
        <p:txBody>
          <a:bodyPr wrap="square">
            <a:spAutoFit/>
          </a:bodyPr>
          <a:lstStyle/>
          <a:p>
            <a:r>
              <a:rPr lang="en-US" sz="6000" b="0" dirty="0">
                <a:solidFill>
                  <a:srgbClr val="098156"/>
                </a:solidFill>
                <a:effectLst/>
                <a:latin typeface="Courier New" panose="02070309020205020404" pitchFamily="49" charset="0"/>
              </a:rPr>
              <a:t>19</a:t>
            </a:r>
            <a:endParaRPr lang="en-US" sz="6000" b="0" dirty="0">
              <a:solidFill>
                <a:srgbClr val="000000"/>
              </a:solidFill>
              <a:effectLst/>
              <a:latin typeface="Courier New" panose="02070309020205020404" pitchFamily="49" charset="0"/>
            </a:endParaRPr>
          </a:p>
        </p:txBody>
      </p:sp>
      <p:sp>
        <p:nvSpPr>
          <p:cNvPr id="10" name="TextBox 9">
            <a:extLst>
              <a:ext uri="{FF2B5EF4-FFF2-40B4-BE49-F238E27FC236}">
                <a16:creationId xmlns:a16="http://schemas.microsoft.com/office/drawing/2014/main" id="{AD890839-B71F-6C1A-902D-E8C65408337A}"/>
              </a:ext>
            </a:extLst>
          </p:cNvPr>
          <p:cNvSpPr txBox="1"/>
          <p:nvPr/>
        </p:nvSpPr>
        <p:spPr>
          <a:xfrm>
            <a:off x="12154734" y="3602954"/>
            <a:ext cx="667580" cy="1015663"/>
          </a:xfrm>
          <a:prstGeom prst="rect">
            <a:avLst/>
          </a:prstGeom>
          <a:noFill/>
        </p:spPr>
        <p:txBody>
          <a:bodyPr wrap="square">
            <a:spAutoFit/>
          </a:bodyPr>
          <a:lstStyle/>
          <a:p>
            <a:r>
              <a:rPr lang="en-US" sz="6000" b="0" dirty="0">
                <a:effectLst/>
                <a:latin typeface="Courier New" panose="02070309020205020404" pitchFamily="49" charset="0"/>
              </a:rPr>
              <a:t>,</a:t>
            </a:r>
            <a:r>
              <a:rPr lang="en-US" sz="6000" b="0" dirty="0">
                <a:solidFill>
                  <a:srgbClr val="098156"/>
                </a:solidFill>
                <a:effectLst/>
                <a:latin typeface="Courier New" panose="02070309020205020404" pitchFamily="49" charset="0"/>
              </a:rPr>
              <a:t> </a:t>
            </a:r>
            <a:endParaRPr lang="en-US" sz="6000" b="0" dirty="0">
              <a:solidFill>
                <a:srgbClr val="000000"/>
              </a:solidFill>
              <a:effectLst/>
              <a:latin typeface="Courier New" panose="02070309020205020404" pitchFamily="49" charset="0"/>
            </a:endParaRPr>
          </a:p>
        </p:txBody>
      </p:sp>
      <p:sp>
        <p:nvSpPr>
          <p:cNvPr id="12" name="TextBox 11">
            <a:extLst>
              <a:ext uri="{FF2B5EF4-FFF2-40B4-BE49-F238E27FC236}">
                <a16:creationId xmlns:a16="http://schemas.microsoft.com/office/drawing/2014/main" id="{F6DCEDED-0156-0E7A-8FDC-34BD37B8AF25}"/>
              </a:ext>
            </a:extLst>
          </p:cNvPr>
          <p:cNvSpPr txBox="1"/>
          <p:nvPr/>
        </p:nvSpPr>
        <p:spPr>
          <a:xfrm>
            <a:off x="1270417" y="6969469"/>
            <a:ext cx="12194498" cy="1015663"/>
          </a:xfrm>
          <a:prstGeom prst="rect">
            <a:avLst/>
          </a:prstGeom>
          <a:noFill/>
        </p:spPr>
        <p:txBody>
          <a:bodyPr wrap="square">
            <a:spAutoFit/>
          </a:bodyPr>
          <a:lstStyle/>
          <a:p>
            <a:r>
              <a:rPr lang="en-US" sz="6000" b="0" dirty="0" err="1">
                <a:solidFill>
                  <a:srgbClr val="000000"/>
                </a:solidFill>
                <a:effectLst/>
                <a:latin typeface="Courier New" panose="02070309020205020404" pitchFamily="49" charset="0"/>
              </a:rPr>
              <a:t>my_list.append</a:t>
            </a:r>
            <a:r>
              <a:rPr lang="en-US" sz="6000" b="0" dirty="0">
                <a:solidFill>
                  <a:srgbClr val="000000"/>
                </a:solidFill>
                <a:effectLst/>
                <a:latin typeface="Courier New" panose="02070309020205020404" pitchFamily="49" charset="0"/>
              </a:rPr>
              <a:t>(</a:t>
            </a:r>
            <a:r>
              <a:rPr lang="en-US" sz="6000" dirty="0">
                <a:solidFill>
                  <a:srgbClr val="098156"/>
                </a:solidFill>
                <a:latin typeface="Courier New" panose="02070309020205020404" pitchFamily="49" charset="0"/>
              </a:rPr>
              <a:t> </a:t>
            </a:r>
            <a:r>
              <a:rPr lang="en-US" sz="6000" b="0" dirty="0">
                <a:solidFill>
                  <a:srgbClr val="000000"/>
                </a:solidFill>
                <a:effectLst/>
                <a:latin typeface="Courier New" panose="02070309020205020404" pitchFamily="49" charset="0"/>
              </a:rPr>
              <a:t>)</a:t>
            </a:r>
          </a:p>
        </p:txBody>
      </p:sp>
      <p:sp>
        <p:nvSpPr>
          <p:cNvPr id="16" name="TextBox 15">
            <a:extLst>
              <a:ext uri="{FF2B5EF4-FFF2-40B4-BE49-F238E27FC236}">
                <a16:creationId xmlns:a16="http://schemas.microsoft.com/office/drawing/2014/main" id="{420BABD2-9434-8DF3-A5BB-520DCF8FD3FB}"/>
              </a:ext>
            </a:extLst>
          </p:cNvPr>
          <p:cNvSpPr txBox="1"/>
          <p:nvPr/>
        </p:nvSpPr>
        <p:spPr>
          <a:xfrm>
            <a:off x="8119407" y="6969468"/>
            <a:ext cx="667580" cy="1015663"/>
          </a:xfrm>
          <a:prstGeom prst="rect">
            <a:avLst/>
          </a:prstGeom>
          <a:noFill/>
        </p:spPr>
        <p:txBody>
          <a:bodyPr wrap="square">
            <a:spAutoFit/>
          </a:bodyPr>
          <a:lstStyle/>
          <a:p>
            <a:r>
              <a:rPr lang="en-US" sz="6000" b="0" dirty="0">
                <a:solidFill>
                  <a:srgbClr val="098156"/>
                </a:solidFill>
                <a:effectLst/>
                <a:latin typeface="Courier New" panose="02070309020205020404" pitchFamily="49" charset="0"/>
              </a:rPr>
              <a:t>8</a:t>
            </a:r>
            <a:endParaRPr lang="en-US" sz="6000" b="0" dirty="0">
              <a:solidFill>
                <a:srgbClr val="000000"/>
              </a:solidFill>
              <a:effectLst/>
              <a:latin typeface="Courier New" panose="02070309020205020404" pitchFamily="49" charset="0"/>
            </a:endParaRPr>
          </a:p>
        </p:txBody>
      </p:sp>
      <p:sp>
        <p:nvSpPr>
          <p:cNvPr id="17" name="TextBox 16">
            <a:extLst>
              <a:ext uri="{FF2B5EF4-FFF2-40B4-BE49-F238E27FC236}">
                <a16:creationId xmlns:a16="http://schemas.microsoft.com/office/drawing/2014/main" id="{BB1A8530-D4FB-FDFB-2EDA-8C144738F8A3}"/>
              </a:ext>
            </a:extLst>
          </p:cNvPr>
          <p:cNvSpPr txBox="1"/>
          <p:nvPr/>
        </p:nvSpPr>
        <p:spPr>
          <a:xfrm>
            <a:off x="1270417" y="6969558"/>
            <a:ext cx="12194498" cy="1015663"/>
          </a:xfrm>
          <a:prstGeom prst="rect">
            <a:avLst/>
          </a:prstGeom>
          <a:noFill/>
        </p:spPr>
        <p:txBody>
          <a:bodyPr wrap="square">
            <a:spAutoFit/>
          </a:bodyPr>
          <a:lstStyle/>
          <a:p>
            <a:r>
              <a:rPr lang="en-US" sz="6000" b="0" dirty="0" err="1">
                <a:solidFill>
                  <a:srgbClr val="000000"/>
                </a:solidFill>
                <a:effectLst/>
                <a:latin typeface="Courier New" panose="02070309020205020404" pitchFamily="49" charset="0"/>
              </a:rPr>
              <a:t>my_list.append</a:t>
            </a:r>
            <a:r>
              <a:rPr lang="en-US" sz="6000" b="0" dirty="0">
                <a:solidFill>
                  <a:srgbClr val="000000"/>
                </a:solidFill>
                <a:effectLst/>
                <a:latin typeface="Courier New" panose="02070309020205020404" pitchFamily="49" charset="0"/>
              </a:rPr>
              <a:t>(</a:t>
            </a:r>
            <a:r>
              <a:rPr lang="en-US" sz="6000" dirty="0">
                <a:solidFill>
                  <a:srgbClr val="098156"/>
                </a:solidFill>
                <a:latin typeface="Courier New" panose="02070309020205020404" pitchFamily="49" charset="0"/>
              </a:rPr>
              <a:t>8</a:t>
            </a:r>
            <a:r>
              <a:rPr lang="en-US" sz="6000" b="0" dirty="0">
                <a:solidFill>
                  <a:srgbClr val="000000"/>
                </a:solidFill>
                <a:effectLst/>
                <a:latin typeface="Courier New" panose="02070309020205020404" pitchFamily="49" charset="0"/>
              </a:rPr>
              <a:t>)</a:t>
            </a:r>
          </a:p>
        </p:txBody>
      </p:sp>
    </p:spTree>
    <p:extLst>
      <p:ext uri="{BB962C8B-B14F-4D97-AF65-F5344CB8AC3E}">
        <p14:creationId xmlns:p14="http://schemas.microsoft.com/office/powerpoint/2010/main" val="189707597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xit"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hidden"/>
                                      </p:to>
                                    </p:set>
                                  </p:childTnLst>
                                </p:cTn>
                              </p:par>
                              <p:par>
                                <p:cTn id="11" presetID="1" presetClass="exit"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hidden"/>
                                      </p:to>
                                    </p:set>
                                  </p:childTnLst>
                                </p:cTn>
                              </p:par>
                              <p:par>
                                <p:cTn id="13" presetID="1" presetClass="exit"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5" grpId="0"/>
      <p:bldP spid="9" grpId="0"/>
      <p:bldP spid="10" grpId="0"/>
      <p:bldP spid="12" grpId="0"/>
      <p:bldP spid="16" grpId="0"/>
      <p:bldP spid="1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sp>
        <p:nvSpPr>
          <p:cNvPr id="15" name="TextBox 14">
            <a:extLst>
              <a:ext uri="{FF2B5EF4-FFF2-40B4-BE49-F238E27FC236}">
                <a16:creationId xmlns:a16="http://schemas.microsoft.com/office/drawing/2014/main" id="{5AF4029B-07CA-D11F-FE15-B3174E2F14F7}"/>
              </a:ext>
            </a:extLst>
          </p:cNvPr>
          <p:cNvSpPr txBox="1"/>
          <p:nvPr/>
        </p:nvSpPr>
        <p:spPr>
          <a:xfrm>
            <a:off x="4846300" y="3599285"/>
            <a:ext cx="9586719" cy="1015663"/>
          </a:xfrm>
          <a:prstGeom prst="rect">
            <a:avLst/>
          </a:prstGeom>
          <a:noFill/>
        </p:spPr>
        <p:txBody>
          <a:bodyPr wrap="square">
            <a:spAutoFit/>
          </a:bodyPr>
          <a:lstStyle/>
          <a:p>
            <a:r>
              <a:rPr lang="en-US" sz="6000" b="0" dirty="0">
                <a:solidFill>
                  <a:srgbClr val="000000"/>
                </a:solidFill>
                <a:effectLst/>
                <a:latin typeface="Courier New" panose="02070309020205020404" pitchFamily="49" charset="0"/>
              </a:rPr>
              <a:t>[</a:t>
            </a:r>
            <a:r>
              <a:rPr lang="en-US" sz="6000" b="0" dirty="0">
                <a:solidFill>
                  <a:srgbClr val="098156"/>
                </a:solidFill>
                <a:effectLst/>
                <a:latin typeface="Courier New" panose="02070309020205020404" pitchFamily="49" charset="0"/>
              </a:rPr>
              <a:t>3</a:t>
            </a:r>
            <a:r>
              <a:rPr lang="en-US" sz="6000" b="0" dirty="0">
                <a:solidFill>
                  <a:srgbClr val="000000"/>
                </a:solidFill>
                <a:effectLst/>
                <a:latin typeface="Courier New" panose="02070309020205020404" pitchFamily="49" charset="0"/>
              </a:rPr>
              <a:t>, </a:t>
            </a:r>
            <a:r>
              <a:rPr lang="en-US" sz="6000" b="0" dirty="0">
                <a:solidFill>
                  <a:srgbClr val="098156"/>
                </a:solidFill>
                <a:effectLst/>
                <a:latin typeface="Courier New" panose="02070309020205020404" pitchFamily="49" charset="0"/>
              </a:rPr>
              <a:t>14</a:t>
            </a:r>
            <a:r>
              <a:rPr lang="en-US" sz="6000" b="0" dirty="0">
                <a:solidFill>
                  <a:srgbClr val="000000"/>
                </a:solidFill>
                <a:effectLst/>
                <a:latin typeface="Courier New" panose="02070309020205020404" pitchFamily="49" charset="0"/>
              </a:rPr>
              <a:t>, </a:t>
            </a:r>
            <a:r>
              <a:rPr lang="en-US" sz="6000" b="0" dirty="0">
                <a:solidFill>
                  <a:srgbClr val="098156"/>
                </a:solidFill>
                <a:effectLst/>
                <a:latin typeface="Courier New" panose="02070309020205020404" pitchFamily="49" charset="0"/>
              </a:rPr>
              <a:t>0</a:t>
            </a:r>
            <a:r>
              <a:rPr lang="en-US" sz="6000" b="0" dirty="0">
                <a:solidFill>
                  <a:srgbClr val="000000"/>
                </a:solidFill>
                <a:effectLst/>
                <a:latin typeface="Courier New" panose="02070309020205020404" pitchFamily="49" charset="0"/>
              </a:rPr>
              <a:t>, </a:t>
            </a:r>
            <a:r>
              <a:rPr lang="en-US" sz="6000" b="0" dirty="0">
                <a:solidFill>
                  <a:srgbClr val="098156"/>
                </a:solidFill>
                <a:effectLst/>
                <a:latin typeface="Courier New" panose="02070309020205020404" pitchFamily="49" charset="0"/>
              </a:rPr>
              <a:t>-2</a:t>
            </a:r>
            <a:r>
              <a:rPr lang="en-US" sz="6000" b="0" dirty="0">
                <a:solidFill>
                  <a:srgbClr val="000000"/>
                </a:solidFill>
                <a:effectLst/>
                <a:latin typeface="Courier New" panose="02070309020205020404" pitchFamily="49" charset="0"/>
              </a:rPr>
              <a:t>, </a:t>
            </a:r>
            <a:r>
              <a:rPr lang="en-US" sz="6000" b="0" dirty="0">
                <a:solidFill>
                  <a:srgbClr val="098156"/>
                </a:solidFill>
                <a:effectLst/>
                <a:latin typeface="Courier New" panose="02070309020205020404" pitchFamily="49" charset="0"/>
              </a:rPr>
              <a:t>5</a:t>
            </a:r>
            <a:r>
              <a:rPr lang="en-US" sz="6000" b="0" dirty="0">
                <a:effectLst/>
                <a:latin typeface="Courier New" panose="02070309020205020404" pitchFamily="49" charset="0"/>
              </a:rPr>
              <a:t>,</a:t>
            </a:r>
            <a:r>
              <a:rPr lang="en-US" sz="6000" b="0" dirty="0">
                <a:solidFill>
                  <a:srgbClr val="098156"/>
                </a:solidFill>
                <a:effectLst/>
                <a:latin typeface="Courier New" panose="02070309020205020404" pitchFamily="49" charset="0"/>
              </a:rPr>
              <a:t> 19</a:t>
            </a:r>
            <a:endParaRPr lang="en-US" sz="6000" b="0" dirty="0">
              <a:solidFill>
                <a:srgbClr val="000000"/>
              </a:solidFill>
              <a:effectLst/>
              <a:latin typeface="Courier New" panose="02070309020205020404" pitchFamily="49" charset="0"/>
            </a:endParaRPr>
          </a:p>
        </p:txBody>
      </p:sp>
      <p:sp>
        <p:nvSpPr>
          <p:cNvPr id="2" name="Google Shape;412;p56">
            <a:extLst>
              <a:ext uri="{FF2B5EF4-FFF2-40B4-BE49-F238E27FC236}">
                <a16:creationId xmlns:a16="http://schemas.microsoft.com/office/drawing/2014/main" id="{4E5DC0DC-DCEB-F4EA-FA06-D349E1D17C1C}"/>
              </a:ext>
            </a:extLst>
          </p:cNvPr>
          <p:cNvSpPr txBox="1">
            <a:spLocks/>
          </p:cNvSpPr>
          <p:nvPr/>
        </p:nvSpPr>
        <p:spPr>
          <a:xfrm>
            <a:off x="298453" y="249400"/>
            <a:ext cx="20503200" cy="1427200"/>
          </a:xfrm>
          <a:prstGeom prst="rect">
            <a:avLst/>
          </a:prstGeom>
        </p:spPr>
        <p:txBody>
          <a:bodyPr spcFirstLastPara="1" vert="horz" wrap="square" lIns="243800" tIns="243800" rIns="243800" bIns="243800" rtlCol="0" anchor="t" anchorCtr="0">
            <a:normAutofit/>
          </a:bodyPr>
          <a:lstStyle>
            <a:lvl1pPr lvl="0" algn="l" defTabSz="1828800" rtl="0" eaLnBrk="1" latinLnBrk="0" hangingPunct="1">
              <a:lnSpc>
                <a:spcPct val="90000"/>
              </a:lnSpc>
              <a:spcBef>
                <a:spcPts val="0"/>
              </a:spcBef>
              <a:spcAft>
                <a:spcPts val="0"/>
              </a:spcAft>
              <a:buSzPts val="2600"/>
              <a:buNone/>
              <a:defRPr sz="6933" kern="1200">
                <a:solidFill>
                  <a:schemeClr val="tx1"/>
                </a:solidFill>
                <a:latin typeface="+mj-lt"/>
                <a:ea typeface="+mj-ea"/>
                <a:cs typeface="+mj-cs"/>
              </a:defRPr>
            </a:lvl1pPr>
            <a:lvl2pPr lvl="1" rtl="0">
              <a:spcBef>
                <a:spcPts val="0"/>
              </a:spcBef>
              <a:spcAft>
                <a:spcPts val="0"/>
              </a:spcAft>
              <a:buSzPts val="2600"/>
              <a:buNone/>
              <a:defRPr sz="6933"/>
            </a:lvl2pPr>
            <a:lvl3pPr lvl="2" rtl="0">
              <a:spcBef>
                <a:spcPts val="0"/>
              </a:spcBef>
              <a:spcAft>
                <a:spcPts val="0"/>
              </a:spcAft>
              <a:buSzPts val="2600"/>
              <a:buNone/>
              <a:defRPr sz="6933"/>
            </a:lvl3pPr>
            <a:lvl4pPr lvl="3" rtl="0">
              <a:spcBef>
                <a:spcPts val="0"/>
              </a:spcBef>
              <a:spcAft>
                <a:spcPts val="0"/>
              </a:spcAft>
              <a:buSzPts val="2600"/>
              <a:buNone/>
              <a:defRPr sz="6933"/>
            </a:lvl4pPr>
            <a:lvl5pPr lvl="4" rtl="0">
              <a:spcBef>
                <a:spcPts val="0"/>
              </a:spcBef>
              <a:spcAft>
                <a:spcPts val="0"/>
              </a:spcAft>
              <a:buSzPts val="2600"/>
              <a:buNone/>
              <a:defRPr sz="6933"/>
            </a:lvl5pPr>
            <a:lvl6pPr lvl="5" rtl="0">
              <a:spcBef>
                <a:spcPts val="0"/>
              </a:spcBef>
              <a:spcAft>
                <a:spcPts val="0"/>
              </a:spcAft>
              <a:buSzPts val="2600"/>
              <a:buNone/>
              <a:defRPr sz="6933"/>
            </a:lvl6pPr>
            <a:lvl7pPr lvl="6" rtl="0">
              <a:spcBef>
                <a:spcPts val="0"/>
              </a:spcBef>
              <a:spcAft>
                <a:spcPts val="0"/>
              </a:spcAft>
              <a:buSzPts val="2600"/>
              <a:buNone/>
              <a:defRPr sz="6933"/>
            </a:lvl7pPr>
            <a:lvl8pPr lvl="7" rtl="0">
              <a:spcBef>
                <a:spcPts val="0"/>
              </a:spcBef>
              <a:spcAft>
                <a:spcPts val="0"/>
              </a:spcAft>
              <a:buSzPts val="2600"/>
              <a:buNone/>
              <a:defRPr sz="6933"/>
            </a:lvl8pPr>
            <a:lvl9pPr lvl="8" rtl="0">
              <a:spcBef>
                <a:spcPts val="0"/>
              </a:spcBef>
              <a:spcAft>
                <a:spcPts val="0"/>
              </a:spcAft>
              <a:buSzPts val="2600"/>
              <a:buNone/>
              <a:defRPr sz="6933"/>
            </a:lvl9pPr>
          </a:lstStyle>
          <a:p>
            <a:r>
              <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List Manipulation</a:t>
            </a:r>
          </a:p>
        </p:txBody>
      </p:sp>
      <p:sp>
        <p:nvSpPr>
          <p:cNvPr id="3" name="Google Shape;412;p56">
            <a:extLst>
              <a:ext uri="{FF2B5EF4-FFF2-40B4-BE49-F238E27FC236}">
                <a16:creationId xmlns:a16="http://schemas.microsoft.com/office/drawing/2014/main" id="{D91AA8B2-6D4C-AEDC-81A7-C8190312A9C2}"/>
              </a:ext>
            </a:extLst>
          </p:cNvPr>
          <p:cNvSpPr txBox="1">
            <a:spLocks/>
          </p:cNvSpPr>
          <p:nvPr/>
        </p:nvSpPr>
        <p:spPr>
          <a:xfrm>
            <a:off x="296105" y="1175521"/>
            <a:ext cx="20503200" cy="1427200"/>
          </a:xfrm>
          <a:prstGeom prst="rect">
            <a:avLst/>
          </a:prstGeom>
        </p:spPr>
        <p:txBody>
          <a:bodyPr spcFirstLastPara="1" vert="horz" wrap="square" lIns="243800" tIns="243800" rIns="243800" bIns="243800" rtlCol="0" anchor="t" anchorCtr="0">
            <a:normAutofit fontScale="97500"/>
          </a:bodyPr>
          <a:lstStyle>
            <a:lvl1pPr lvl="0" algn="l" defTabSz="1828800" rtl="0" eaLnBrk="1" latinLnBrk="0" hangingPunct="1">
              <a:lnSpc>
                <a:spcPct val="90000"/>
              </a:lnSpc>
              <a:spcBef>
                <a:spcPts val="0"/>
              </a:spcBef>
              <a:spcAft>
                <a:spcPts val="0"/>
              </a:spcAft>
              <a:buSzPts val="2600"/>
              <a:buNone/>
              <a:defRPr sz="6933" kern="1200">
                <a:solidFill>
                  <a:schemeClr val="tx1"/>
                </a:solidFill>
                <a:latin typeface="+mj-lt"/>
                <a:ea typeface="+mj-ea"/>
                <a:cs typeface="+mj-cs"/>
              </a:defRPr>
            </a:lvl1pPr>
            <a:lvl2pPr lvl="1" rtl="0">
              <a:spcBef>
                <a:spcPts val="0"/>
              </a:spcBef>
              <a:spcAft>
                <a:spcPts val="0"/>
              </a:spcAft>
              <a:buSzPts val="2600"/>
              <a:buNone/>
              <a:defRPr sz="6933"/>
            </a:lvl2pPr>
            <a:lvl3pPr lvl="2" rtl="0">
              <a:spcBef>
                <a:spcPts val="0"/>
              </a:spcBef>
              <a:spcAft>
                <a:spcPts val="0"/>
              </a:spcAft>
              <a:buSzPts val="2600"/>
              <a:buNone/>
              <a:defRPr sz="6933"/>
            </a:lvl3pPr>
            <a:lvl4pPr lvl="3" rtl="0">
              <a:spcBef>
                <a:spcPts val="0"/>
              </a:spcBef>
              <a:spcAft>
                <a:spcPts val="0"/>
              </a:spcAft>
              <a:buSzPts val="2600"/>
              <a:buNone/>
              <a:defRPr sz="6933"/>
            </a:lvl4pPr>
            <a:lvl5pPr lvl="4" rtl="0">
              <a:spcBef>
                <a:spcPts val="0"/>
              </a:spcBef>
              <a:spcAft>
                <a:spcPts val="0"/>
              </a:spcAft>
              <a:buSzPts val="2600"/>
              <a:buNone/>
              <a:defRPr sz="6933"/>
            </a:lvl5pPr>
            <a:lvl6pPr lvl="5" rtl="0">
              <a:spcBef>
                <a:spcPts val="0"/>
              </a:spcBef>
              <a:spcAft>
                <a:spcPts val="0"/>
              </a:spcAft>
              <a:buSzPts val="2600"/>
              <a:buNone/>
              <a:defRPr sz="6933"/>
            </a:lvl6pPr>
            <a:lvl7pPr lvl="6" rtl="0">
              <a:spcBef>
                <a:spcPts val="0"/>
              </a:spcBef>
              <a:spcAft>
                <a:spcPts val="0"/>
              </a:spcAft>
              <a:buSzPts val="2600"/>
              <a:buNone/>
              <a:defRPr sz="6933"/>
            </a:lvl7pPr>
            <a:lvl8pPr lvl="7" rtl="0">
              <a:spcBef>
                <a:spcPts val="0"/>
              </a:spcBef>
              <a:spcAft>
                <a:spcPts val="0"/>
              </a:spcAft>
              <a:buSzPts val="2600"/>
              <a:buNone/>
              <a:defRPr sz="6933"/>
            </a:lvl8pPr>
            <a:lvl9pPr lvl="8" rtl="0">
              <a:spcBef>
                <a:spcPts val="0"/>
              </a:spcBef>
              <a:spcAft>
                <a:spcPts val="0"/>
              </a:spcAft>
              <a:buSzPts val="2600"/>
              <a:buNone/>
              <a:defRPr sz="6933"/>
            </a:lvl9pPr>
          </a:lstStyle>
          <a:p>
            <a:r>
              <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List Operations</a:t>
            </a:r>
          </a:p>
        </p:txBody>
      </p:sp>
      <p:sp>
        <p:nvSpPr>
          <p:cNvPr id="7" name="Google Shape;412;p56">
            <a:extLst>
              <a:ext uri="{FF2B5EF4-FFF2-40B4-BE49-F238E27FC236}">
                <a16:creationId xmlns:a16="http://schemas.microsoft.com/office/drawing/2014/main" id="{1DF98835-E352-EAD3-E001-8739AE1A0C64}"/>
              </a:ext>
            </a:extLst>
          </p:cNvPr>
          <p:cNvSpPr txBox="1">
            <a:spLocks/>
          </p:cNvSpPr>
          <p:nvPr/>
        </p:nvSpPr>
        <p:spPr>
          <a:xfrm>
            <a:off x="298605" y="2092419"/>
            <a:ext cx="20503200" cy="1427200"/>
          </a:xfrm>
          <a:prstGeom prst="rect">
            <a:avLst/>
          </a:prstGeom>
        </p:spPr>
        <p:txBody>
          <a:bodyPr spcFirstLastPara="1" vert="horz" wrap="square" lIns="243800" tIns="243800" rIns="243800" bIns="243800" rtlCol="0" anchor="t" anchorCtr="0">
            <a:normAutofit fontScale="97500"/>
          </a:bodyPr>
          <a:lstStyle>
            <a:lvl1pPr lvl="0" algn="l" defTabSz="1828800" rtl="0" eaLnBrk="1" latinLnBrk="0" hangingPunct="1">
              <a:lnSpc>
                <a:spcPct val="90000"/>
              </a:lnSpc>
              <a:spcBef>
                <a:spcPts val="0"/>
              </a:spcBef>
              <a:spcAft>
                <a:spcPts val="0"/>
              </a:spcAft>
              <a:buSzPts val="2600"/>
              <a:buNone/>
              <a:defRPr sz="6933" kern="1200">
                <a:solidFill>
                  <a:schemeClr val="tx1"/>
                </a:solidFill>
                <a:latin typeface="+mj-lt"/>
                <a:ea typeface="+mj-ea"/>
                <a:cs typeface="+mj-cs"/>
              </a:defRPr>
            </a:lvl1pPr>
            <a:lvl2pPr lvl="1" rtl="0">
              <a:spcBef>
                <a:spcPts val="0"/>
              </a:spcBef>
              <a:spcAft>
                <a:spcPts val="0"/>
              </a:spcAft>
              <a:buSzPts val="2600"/>
              <a:buNone/>
              <a:defRPr sz="6933"/>
            </a:lvl2pPr>
            <a:lvl3pPr lvl="2" rtl="0">
              <a:spcBef>
                <a:spcPts val="0"/>
              </a:spcBef>
              <a:spcAft>
                <a:spcPts val="0"/>
              </a:spcAft>
              <a:buSzPts val="2600"/>
              <a:buNone/>
              <a:defRPr sz="6933"/>
            </a:lvl3pPr>
            <a:lvl4pPr lvl="3" rtl="0">
              <a:spcBef>
                <a:spcPts val="0"/>
              </a:spcBef>
              <a:spcAft>
                <a:spcPts val="0"/>
              </a:spcAft>
              <a:buSzPts val="2600"/>
              <a:buNone/>
              <a:defRPr sz="6933"/>
            </a:lvl4pPr>
            <a:lvl5pPr lvl="4" rtl="0">
              <a:spcBef>
                <a:spcPts val="0"/>
              </a:spcBef>
              <a:spcAft>
                <a:spcPts val="0"/>
              </a:spcAft>
              <a:buSzPts val="2600"/>
              <a:buNone/>
              <a:defRPr sz="6933"/>
            </a:lvl5pPr>
            <a:lvl6pPr lvl="5" rtl="0">
              <a:spcBef>
                <a:spcPts val="0"/>
              </a:spcBef>
              <a:spcAft>
                <a:spcPts val="0"/>
              </a:spcAft>
              <a:buSzPts val="2600"/>
              <a:buNone/>
              <a:defRPr sz="6933"/>
            </a:lvl6pPr>
            <a:lvl7pPr lvl="6" rtl="0">
              <a:spcBef>
                <a:spcPts val="0"/>
              </a:spcBef>
              <a:spcAft>
                <a:spcPts val="0"/>
              </a:spcAft>
              <a:buSzPts val="2600"/>
              <a:buNone/>
              <a:defRPr sz="6933"/>
            </a:lvl7pPr>
            <a:lvl8pPr lvl="7" rtl="0">
              <a:spcBef>
                <a:spcPts val="0"/>
              </a:spcBef>
              <a:spcAft>
                <a:spcPts val="0"/>
              </a:spcAft>
              <a:buSzPts val="2600"/>
              <a:buNone/>
              <a:defRPr sz="6933"/>
            </a:lvl8pPr>
            <a:lvl9pPr lvl="8" rtl="0">
              <a:spcBef>
                <a:spcPts val="0"/>
              </a:spcBef>
              <a:spcAft>
                <a:spcPts val="0"/>
              </a:spcAft>
              <a:buSzPts val="2600"/>
              <a:buNone/>
              <a:defRPr sz="6933"/>
            </a:lvl9pPr>
          </a:lstStyle>
          <a:p>
            <a:r>
              <a:rPr lang="en-US" sz="6000" b="1" dirty="0">
                <a:solidFill>
                  <a:srgbClr val="006B64"/>
                </a:solidFill>
                <a:latin typeface="Helvetica Neue" panose="02000503000000020004" pitchFamily="2" charset="0"/>
                <a:ea typeface="Helvetica Neue" panose="02000503000000020004" pitchFamily="2" charset="0"/>
                <a:cs typeface="Helvetica Neue" panose="02000503000000020004" pitchFamily="2" charset="0"/>
              </a:rPr>
              <a:t>append()</a:t>
            </a:r>
          </a:p>
        </p:txBody>
      </p:sp>
      <p:sp>
        <p:nvSpPr>
          <p:cNvPr id="14" name="TextBox 13">
            <a:extLst>
              <a:ext uri="{FF2B5EF4-FFF2-40B4-BE49-F238E27FC236}">
                <a16:creationId xmlns:a16="http://schemas.microsoft.com/office/drawing/2014/main" id="{1A3BA4A9-8861-937A-0441-50F6CD992C76}"/>
              </a:ext>
            </a:extLst>
          </p:cNvPr>
          <p:cNvSpPr txBox="1"/>
          <p:nvPr/>
        </p:nvSpPr>
        <p:spPr>
          <a:xfrm>
            <a:off x="1270417" y="5953806"/>
            <a:ext cx="12194498" cy="1015663"/>
          </a:xfrm>
          <a:prstGeom prst="rect">
            <a:avLst/>
          </a:prstGeom>
          <a:noFill/>
        </p:spPr>
        <p:txBody>
          <a:bodyPr wrap="square">
            <a:spAutoFit/>
          </a:bodyPr>
          <a:lstStyle/>
          <a:p>
            <a:r>
              <a:rPr lang="en-US" sz="6000" b="0" dirty="0" err="1">
                <a:solidFill>
                  <a:srgbClr val="000000"/>
                </a:solidFill>
                <a:effectLst/>
                <a:latin typeface="Courier New" panose="02070309020205020404" pitchFamily="49" charset="0"/>
              </a:rPr>
              <a:t>my_list.append</a:t>
            </a:r>
            <a:r>
              <a:rPr lang="en-US" sz="6000" b="0" dirty="0">
                <a:solidFill>
                  <a:srgbClr val="000000"/>
                </a:solidFill>
                <a:effectLst/>
                <a:latin typeface="Courier New" panose="02070309020205020404" pitchFamily="49" charset="0"/>
              </a:rPr>
              <a:t>(</a:t>
            </a:r>
            <a:r>
              <a:rPr lang="en-US" sz="6000" b="0" dirty="0">
                <a:solidFill>
                  <a:srgbClr val="098156"/>
                </a:solidFill>
                <a:effectLst/>
                <a:latin typeface="Courier New" panose="02070309020205020404" pitchFamily="49" charset="0"/>
              </a:rPr>
              <a:t>19</a:t>
            </a:r>
            <a:r>
              <a:rPr lang="en-US" sz="6000" b="0" dirty="0">
                <a:solidFill>
                  <a:srgbClr val="000000"/>
                </a:solidFill>
                <a:effectLst/>
                <a:latin typeface="Courier New" panose="02070309020205020404" pitchFamily="49" charset="0"/>
              </a:rPr>
              <a:t>)</a:t>
            </a:r>
          </a:p>
        </p:txBody>
      </p:sp>
      <p:sp>
        <p:nvSpPr>
          <p:cNvPr id="8" name="TextBox 7">
            <a:extLst>
              <a:ext uri="{FF2B5EF4-FFF2-40B4-BE49-F238E27FC236}">
                <a16:creationId xmlns:a16="http://schemas.microsoft.com/office/drawing/2014/main" id="{15C02FD6-87B9-C3B8-382B-4D7F80864F34}"/>
              </a:ext>
            </a:extLst>
          </p:cNvPr>
          <p:cNvSpPr txBox="1"/>
          <p:nvPr/>
        </p:nvSpPr>
        <p:spPr>
          <a:xfrm>
            <a:off x="15356901" y="3602955"/>
            <a:ext cx="667580" cy="1015663"/>
          </a:xfrm>
          <a:prstGeom prst="rect">
            <a:avLst/>
          </a:prstGeom>
          <a:noFill/>
        </p:spPr>
        <p:txBody>
          <a:bodyPr wrap="square">
            <a:spAutoFit/>
          </a:bodyPr>
          <a:lstStyle/>
          <a:p>
            <a:r>
              <a:rPr lang="en-US" sz="6000" b="0" dirty="0">
                <a:solidFill>
                  <a:srgbClr val="000000"/>
                </a:solidFill>
                <a:effectLst/>
                <a:latin typeface="Courier New" panose="02070309020205020404" pitchFamily="49" charset="0"/>
              </a:rPr>
              <a:t>]</a:t>
            </a:r>
          </a:p>
        </p:txBody>
      </p:sp>
      <p:sp>
        <p:nvSpPr>
          <p:cNvPr id="9" name="TextBox 8">
            <a:extLst>
              <a:ext uri="{FF2B5EF4-FFF2-40B4-BE49-F238E27FC236}">
                <a16:creationId xmlns:a16="http://schemas.microsoft.com/office/drawing/2014/main" id="{920B9231-9460-E554-BEDF-337FD60EBEB4}"/>
              </a:ext>
            </a:extLst>
          </p:cNvPr>
          <p:cNvSpPr txBox="1"/>
          <p:nvPr/>
        </p:nvSpPr>
        <p:spPr>
          <a:xfrm>
            <a:off x="14894960" y="3602954"/>
            <a:ext cx="667580" cy="1015663"/>
          </a:xfrm>
          <a:prstGeom prst="rect">
            <a:avLst/>
          </a:prstGeom>
          <a:noFill/>
        </p:spPr>
        <p:txBody>
          <a:bodyPr wrap="square">
            <a:spAutoFit/>
          </a:bodyPr>
          <a:lstStyle/>
          <a:p>
            <a:r>
              <a:rPr lang="en-US" sz="6000" b="0" dirty="0">
                <a:solidFill>
                  <a:srgbClr val="098156"/>
                </a:solidFill>
                <a:effectLst/>
                <a:latin typeface="Courier New" panose="02070309020205020404" pitchFamily="49" charset="0"/>
              </a:rPr>
              <a:t>8</a:t>
            </a:r>
            <a:endParaRPr lang="en-US" sz="6000" b="0" dirty="0">
              <a:solidFill>
                <a:srgbClr val="000000"/>
              </a:solidFill>
              <a:effectLst/>
              <a:latin typeface="Courier New" panose="02070309020205020404" pitchFamily="49" charset="0"/>
            </a:endParaRPr>
          </a:p>
        </p:txBody>
      </p:sp>
      <p:sp>
        <p:nvSpPr>
          <p:cNvPr id="10" name="TextBox 9">
            <a:extLst>
              <a:ext uri="{FF2B5EF4-FFF2-40B4-BE49-F238E27FC236}">
                <a16:creationId xmlns:a16="http://schemas.microsoft.com/office/drawing/2014/main" id="{AD890839-B71F-6C1A-902D-E8C65408337A}"/>
              </a:ext>
            </a:extLst>
          </p:cNvPr>
          <p:cNvSpPr txBox="1"/>
          <p:nvPr/>
        </p:nvSpPr>
        <p:spPr>
          <a:xfrm>
            <a:off x="13983530" y="3602954"/>
            <a:ext cx="667580" cy="1015663"/>
          </a:xfrm>
          <a:prstGeom prst="rect">
            <a:avLst/>
          </a:prstGeom>
          <a:noFill/>
        </p:spPr>
        <p:txBody>
          <a:bodyPr wrap="square">
            <a:spAutoFit/>
          </a:bodyPr>
          <a:lstStyle/>
          <a:p>
            <a:r>
              <a:rPr lang="en-US" sz="6000" b="0" dirty="0">
                <a:effectLst/>
                <a:latin typeface="Courier New" panose="02070309020205020404" pitchFamily="49" charset="0"/>
              </a:rPr>
              <a:t>,</a:t>
            </a:r>
            <a:r>
              <a:rPr lang="en-US" sz="6000" b="0" dirty="0">
                <a:solidFill>
                  <a:srgbClr val="098156"/>
                </a:solidFill>
                <a:effectLst/>
                <a:latin typeface="Courier New" panose="02070309020205020404" pitchFamily="49" charset="0"/>
              </a:rPr>
              <a:t> </a:t>
            </a:r>
            <a:endParaRPr lang="en-US" sz="6000" b="0" dirty="0">
              <a:solidFill>
                <a:srgbClr val="000000"/>
              </a:solidFill>
              <a:effectLst/>
              <a:latin typeface="Courier New" panose="02070309020205020404" pitchFamily="49" charset="0"/>
            </a:endParaRPr>
          </a:p>
        </p:txBody>
      </p:sp>
      <p:sp>
        <p:nvSpPr>
          <p:cNvPr id="12" name="TextBox 11">
            <a:extLst>
              <a:ext uri="{FF2B5EF4-FFF2-40B4-BE49-F238E27FC236}">
                <a16:creationId xmlns:a16="http://schemas.microsoft.com/office/drawing/2014/main" id="{F6DCEDED-0156-0E7A-8FDC-34BD37B8AF25}"/>
              </a:ext>
            </a:extLst>
          </p:cNvPr>
          <p:cNvSpPr txBox="1"/>
          <p:nvPr/>
        </p:nvSpPr>
        <p:spPr>
          <a:xfrm>
            <a:off x="1270417" y="6969469"/>
            <a:ext cx="12194498" cy="1015663"/>
          </a:xfrm>
          <a:prstGeom prst="rect">
            <a:avLst/>
          </a:prstGeom>
          <a:noFill/>
        </p:spPr>
        <p:txBody>
          <a:bodyPr wrap="square">
            <a:spAutoFit/>
          </a:bodyPr>
          <a:lstStyle/>
          <a:p>
            <a:r>
              <a:rPr lang="en-US" sz="6000" b="0" dirty="0" err="1">
                <a:solidFill>
                  <a:srgbClr val="000000"/>
                </a:solidFill>
                <a:effectLst/>
                <a:latin typeface="Courier New" panose="02070309020205020404" pitchFamily="49" charset="0"/>
              </a:rPr>
              <a:t>my_list.append</a:t>
            </a:r>
            <a:r>
              <a:rPr lang="en-US" sz="6000" b="0" dirty="0">
                <a:solidFill>
                  <a:srgbClr val="000000"/>
                </a:solidFill>
                <a:effectLst/>
                <a:latin typeface="Courier New" panose="02070309020205020404" pitchFamily="49" charset="0"/>
              </a:rPr>
              <a:t>(</a:t>
            </a:r>
            <a:r>
              <a:rPr lang="en-US" sz="6000" dirty="0">
                <a:solidFill>
                  <a:srgbClr val="098156"/>
                </a:solidFill>
                <a:latin typeface="Courier New" panose="02070309020205020404" pitchFamily="49" charset="0"/>
              </a:rPr>
              <a:t>8</a:t>
            </a:r>
            <a:r>
              <a:rPr lang="en-US" sz="6000" b="0" dirty="0">
                <a:solidFill>
                  <a:srgbClr val="000000"/>
                </a:solidFill>
                <a:effectLst/>
                <a:latin typeface="Courier New" panose="02070309020205020404" pitchFamily="49" charset="0"/>
              </a:rPr>
              <a:t>)</a:t>
            </a:r>
          </a:p>
        </p:txBody>
      </p:sp>
      <p:sp>
        <p:nvSpPr>
          <p:cNvPr id="5" name="TextBox 4">
            <a:extLst>
              <a:ext uri="{FF2B5EF4-FFF2-40B4-BE49-F238E27FC236}">
                <a16:creationId xmlns:a16="http://schemas.microsoft.com/office/drawing/2014/main" id="{217FF8BB-90D8-6448-8F16-A7519296AC54}"/>
              </a:ext>
            </a:extLst>
          </p:cNvPr>
          <p:cNvSpPr txBox="1"/>
          <p:nvPr/>
        </p:nvSpPr>
        <p:spPr>
          <a:xfrm>
            <a:off x="4846300" y="3599285"/>
            <a:ext cx="11987654" cy="1015663"/>
          </a:xfrm>
          <a:prstGeom prst="rect">
            <a:avLst/>
          </a:prstGeom>
          <a:noFill/>
        </p:spPr>
        <p:txBody>
          <a:bodyPr wrap="square">
            <a:spAutoFit/>
          </a:bodyPr>
          <a:lstStyle/>
          <a:p>
            <a:r>
              <a:rPr lang="en-US" sz="6000" b="0" dirty="0">
                <a:solidFill>
                  <a:srgbClr val="000000"/>
                </a:solidFill>
                <a:effectLst/>
                <a:latin typeface="Courier New" panose="02070309020205020404" pitchFamily="49" charset="0"/>
              </a:rPr>
              <a:t>[</a:t>
            </a:r>
            <a:r>
              <a:rPr lang="en-US" sz="6000" b="0" dirty="0">
                <a:solidFill>
                  <a:srgbClr val="098156"/>
                </a:solidFill>
                <a:effectLst/>
                <a:latin typeface="Courier New" panose="02070309020205020404" pitchFamily="49" charset="0"/>
              </a:rPr>
              <a:t>3</a:t>
            </a:r>
            <a:r>
              <a:rPr lang="en-US" sz="6000" b="0" dirty="0">
                <a:solidFill>
                  <a:srgbClr val="000000"/>
                </a:solidFill>
                <a:effectLst/>
                <a:latin typeface="Courier New" panose="02070309020205020404" pitchFamily="49" charset="0"/>
              </a:rPr>
              <a:t>, </a:t>
            </a:r>
            <a:r>
              <a:rPr lang="en-US" sz="6000" b="0" dirty="0">
                <a:solidFill>
                  <a:srgbClr val="098156"/>
                </a:solidFill>
                <a:effectLst/>
                <a:latin typeface="Courier New" panose="02070309020205020404" pitchFamily="49" charset="0"/>
              </a:rPr>
              <a:t>14</a:t>
            </a:r>
            <a:r>
              <a:rPr lang="en-US" sz="6000" b="0" dirty="0">
                <a:solidFill>
                  <a:srgbClr val="000000"/>
                </a:solidFill>
                <a:effectLst/>
                <a:latin typeface="Courier New" panose="02070309020205020404" pitchFamily="49" charset="0"/>
              </a:rPr>
              <a:t>, </a:t>
            </a:r>
            <a:r>
              <a:rPr lang="en-US" sz="6000" b="0" dirty="0">
                <a:solidFill>
                  <a:srgbClr val="098156"/>
                </a:solidFill>
                <a:effectLst/>
                <a:latin typeface="Courier New" panose="02070309020205020404" pitchFamily="49" charset="0"/>
              </a:rPr>
              <a:t>0</a:t>
            </a:r>
            <a:r>
              <a:rPr lang="en-US" sz="6000" b="0" dirty="0">
                <a:solidFill>
                  <a:srgbClr val="000000"/>
                </a:solidFill>
                <a:effectLst/>
                <a:latin typeface="Courier New" panose="02070309020205020404" pitchFamily="49" charset="0"/>
              </a:rPr>
              <a:t>, </a:t>
            </a:r>
            <a:r>
              <a:rPr lang="en-US" sz="6000" b="0" dirty="0">
                <a:solidFill>
                  <a:srgbClr val="098156"/>
                </a:solidFill>
                <a:effectLst/>
                <a:latin typeface="Courier New" panose="02070309020205020404" pitchFamily="49" charset="0"/>
              </a:rPr>
              <a:t>-2</a:t>
            </a:r>
            <a:r>
              <a:rPr lang="en-US" sz="6000" b="0" dirty="0">
                <a:solidFill>
                  <a:srgbClr val="000000"/>
                </a:solidFill>
                <a:effectLst/>
                <a:latin typeface="Courier New" panose="02070309020205020404" pitchFamily="49" charset="0"/>
              </a:rPr>
              <a:t>, </a:t>
            </a:r>
            <a:r>
              <a:rPr lang="en-US" sz="6000" b="0" dirty="0">
                <a:solidFill>
                  <a:srgbClr val="098156"/>
                </a:solidFill>
                <a:effectLst/>
                <a:latin typeface="Courier New" panose="02070309020205020404" pitchFamily="49" charset="0"/>
              </a:rPr>
              <a:t>5</a:t>
            </a:r>
            <a:r>
              <a:rPr lang="en-US" sz="6000" b="0" dirty="0">
                <a:effectLst/>
                <a:latin typeface="Courier New" panose="02070309020205020404" pitchFamily="49" charset="0"/>
              </a:rPr>
              <a:t>,</a:t>
            </a:r>
            <a:r>
              <a:rPr lang="en-US" sz="6000" b="0" dirty="0">
                <a:solidFill>
                  <a:srgbClr val="098156"/>
                </a:solidFill>
                <a:effectLst/>
                <a:latin typeface="Courier New" panose="02070309020205020404" pitchFamily="49" charset="0"/>
              </a:rPr>
              <a:t> 19</a:t>
            </a:r>
            <a:r>
              <a:rPr lang="en-US" sz="6000" b="0" dirty="0">
                <a:effectLst/>
                <a:latin typeface="Courier New" panose="02070309020205020404" pitchFamily="49" charset="0"/>
              </a:rPr>
              <a:t>,</a:t>
            </a:r>
            <a:r>
              <a:rPr lang="en-US" sz="6000" b="0" dirty="0">
                <a:solidFill>
                  <a:srgbClr val="098156"/>
                </a:solidFill>
                <a:effectLst/>
                <a:latin typeface="Courier New" panose="02070309020205020404" pitchFamily="49" charset="0"/>
              </a:rPr>
              <a:t> 8</a:t>
            </a:r>
            <a:r>
              <a:rPr lang="en-US" sz="6000" b="0" dirty="0">
                <a:solidFill>
                  <a:srgbClr val="000000"/>
                </a:solidFill>
                <a:effectLst/>
                <a:latin typeface="Courier New" panose="02070309020205020404" pitchFamily="49" charset="0"/>
              </a:rPr>
              <a:t>]</a:t>
            </a:r>
          </a:p>
        </p:txBody>
      </p:sp>
    </p:spTree>
    <p:extLst>
      <p:ext uri="{BB962C8B-B14F-4D97-AF65-F5344CB8AC3E}">
        <p14:creationId xmlns:p14="http://schemas.microsoft.com/office/powerpoint/2010/main" val="270330497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sp>
        <p:nvSpPr>
          <p:cNvPr id="5" name="TextBox 4">
            <a:extLst>
              <a:ext uri="{FF2B5EF4-FFF2-40B4-BE49-F238E27FC236}">
                <a16:creationId xmlns:a16="http://schemas.microsoft.com/office/drawing/2014/main" id="{1D4F2AA8-6BD6-2A46-E88B-E9AFD6D625E3}"/>
              </a:ext>
            </a:extLst>
          </p:cNvPr>
          <p:cNvSpPr txBox="1"/>
          <p:nvPr/>
        </p:nvSpPr>
        <p:spPr>
          <a:xfrm>
            <a:off x="4846300" y="3599285"/>
            <a:ext cx="11987654" cy="1015663"/>
          </a:xfrm>
          <a:prstGeom prst="rect">
            <a:avLst/>
          </a:prstGeom>
          <a:noFill/>
        </p:spPr>
        <p:txBody>
          <a:bodyPr wrap="square">
            <a:spAutoFit/>
          </a:bodyPr>
          <a:lstStyle/>
          <a:p>
            <a:r>
              <a:rPr lang="en-US" sz="6000" b="0" dirty="0">
                <a:solidFill>
                  <a:srgbClr val="000000"/>
                </a:solidFill>
                <a:effectLst/>
                <a:latin typeface="Courier New" panose="02070309020205020404" pitchFamily="49" charset="0"/>
              </a:rPr>
              <a:t>[</a:t>
            </a:r>
            <a:r>
              <a:rPr lang="en-US" sz="6000" b="0" dirty="0">
                <a:solidFill>
                  <a:srgbClr val="098156"/>
                </a:solidFill>
                <a:effectLst/>
                <a:latin typeface="Courier New" panose="02070309020205020404" pitchFamily="49" charset="0"/>
              </a:rPr>
              <a:t>3</a:t>
            </a:r>
            <a:r>
              <a:rPr lang="en-US" sz="6000" b="0" dirty="0">
                <a:solidFill>
                  <a:srgbClr val="000000"/>
                </a:solidFill>
                <a:effectLst/>
                <a:latin typeface="Courier New" panose="02070309020205020404" pitchFamily="49" charset="0"/>
              </a:rPr>
              <a:t>, </a:t>
            </a:r>
            <a:r>
              <a:rPr lang="en-US" sz="6000" b="0" dirty="0">
                <a:solidFill>
                  <a:srgbClr val="098156"/>
                </a:solidFill>
                <a:effectLst/>
                <a:latin typeface="Courier New" panose="02070309020205020404" pitchFamily="49" charset="0"/>
              </a:rPr>
              <a:t>14</a:t>
            </a:r>
            <a:r>
              <a:rPr lang="en-US" sz="6000" b="0" dirty="0">
                <a:solidFill>
                  <a:srgbClr val="000000"/>
                </a:solidFill>
                <a:effectLst/>
                <a:latin typeface="Courier New" panose="02070309020205020404" pitchFamily="49" charset="0"/>
              </a:rPr>
              <a:t>, </a:t>
            </a:r>
            <a:r>
              <a:rPr lang="en-US" sz="6000" b="0" dirty="0">
                <a:solidFill>
                  <a:srgbClr val="098156"/>
                </a:solidFill>
                <a:effectLst/>
                <a:latin typeface="Courier New" panose="02070309020205020404" pitchFamily="49" charset="0"/>
              </a:rPr>
              <a:t>0</a:t>
            </a:r>
            <a:r>
              <a:rPr lang="en-US" sz="6000" b="0" dirty="0">
                <a:solidFill>
                  <a:srgbClr val="000000"/>
                </a:solidFill>
                <a:effectLst/>
                <a:latin typeface="Courier New" panose="02070309020205020404" pitchFamily="49" charset="0"/>
              </a:rPr>
              <a:t>, </a:t>
            </a:r>
            <a:r>
              <a:rPr lang="en-US" sz="6000" b="0" dirty="0">
                <a:solidFill>
                  <a:srgbClr val="098156"/>
                </a:solidFill>
                <a:effectLst/>
                <a:latin typeface="Courier New" panose="02070309020205020404" pitchFamily="49" charset="0"/>
              </a:rPr>
              <a:t>-2</a:t>
            </a:r>
            <a:r>
              <a:rPr lang="en-US" sz="6000" b="0" dirty="0">
                <a:solidFill>
                  <a:srgbClr val="000000"/>
                </a:solidFill>
                <a:effectLst/>
                <a:latin typeface="Courier New" panose="02070309020205020404" pitchFamily="49" charset="0"/>
              </a:rPr>
              <a:t>, </a:t>
            </a:r>
            <a:r>
              <a:rPr lang="en-US" sz="6000" b="0" dirty="0">
                <a:solidFill>
                  <a:srgbClr val="098156"/>
                </a:solidFill>
                <a:effectLst/>
                <a:latin typeface="Courier New" panose="02070309020205020404" pitchFamily="49" charset="0"/>
              </a:rPr>
              <a:t>5</a:t>
            </a:r>
            <a:r>
              <a:rPr lang="en-US" sz="6000" b="0" dirty="0">
                <a:effectLst/>
                <a:latin typeface="Courier New" panose="02070309020205020404" pitchFamily="49" charset="0"/>
              </a:rPr>
              <a:t>,</a:t>
            </a:r>
            <a:r>
              <a:rPr lang="en-US" sz="6000" b="0" dirty="0">
                <a:solidFill>
                  <a:srgbClr val="098156"/>
                </a:solidFill>
                <a:effectLst/>
                <a:latin typeface="Courier New" panose="02070309020205020404" pitchFamily="49" charset="0"/>
              </a:rPr>
              <a:t> 19</a:t>
            </a:r>
            <a:r>
              <a:rPr lang="en-US" sz="6000" b="0" dirty="0">
                <a:effectLst/>
                <a:latin typeface="Courier New" panose="02070309020205020404" pitchFamily="49" charset="0"/>
              </a:rPr>
              <a:t>,</a:t>
            </a:r>
            <a:r>
              <a:rPr lang="en-US" sz="6000" b="0" dirty="0">
                <a:solidFill>
                  <a:srgbClr val="098156"/>
                </a:solidFill>
                <a:effectLst/>
                <a:latin typeface="Courier New" panose="02070309020205020404" pitchFamily="49" charset="0"/>
              </a:rPr>
              <a:t> 8</a:t>
            </a:r>
            <a:r>
              <a:rPr lang="en-US" sz="6000" b="0" dirty="0">
                <a:solidFill>
                  <a:srgbClr val="000000"/>
                </a:solidFill>
                <a:effectLst/>
                <a:latin typeface="Courier New" panose="02070309020205020404" pitchFamily="49" charset="0"/>
              </a:rPr>
              <a:t>]</a:t>
            </a:r>
          </a:p>
        </p:txBody>
      </p:sp>
      <p:sp>
        <p:nvSpPr>
          <p:cNvPr id="9" name="TextBox 8">
            <a:extLst>
              <a:ext uri="{FF2B5EF4-FFF2-40B4-BE49-F238E27FC236}">
                <a16:creationId xmlns:a16="http://schemas.microsoft.com/office/drawing/2014/main" id="{E128FB55-A8BA-21AF-3AD6-99C3D19964E0}"/>
              </a:ext>
            </a:extLst>
          </p:cNvPr>
          <p:cNvSpPr txBox="1"/>
          <p:nvPr/>
        </p:nvSpPr>
        <p:spPr>
          <a:xfrm>
            <a:off x="4846300" y="3599285"/>
            <a:ext cx="5062198" cy="1015663"/>
          </a:xfrm>
          <a:prstGeom prst="rect">
            <a:avLst/>
          </a:prstGeom>
          <a:noFill/>
        </p:spPr>
        <p:txBody>
          <a:bodyPr wrap="square">
            <a:spAutoFit/>
          </a:bodyPr>
          <a:lstStyle/>
          <a:p>
            <a:r>
              <a:rPr lang="en-US" sz="6000" b="0" dirty="0">
                <a:solidFill>
                  <a:srgbClr val="000000"/>
                </a:solidFill>
                <a:effectLst/>
                <a:latin typeface="Courier New" panose="02070309020205020404" pitchFamily="49" charset="0"/>
              </a:rPr>
              <a:t>[</a:t>
            </a:r>
            <a:r>
              <a:rPr lang="en-US" sz="6000" b="0" dirty="0">
                <a:solidFill>
                  <a:srgbClr val="098156"/>
                </a:solidFill>
                <a:effectLst/>
                <a:latin typeface="Courier New" panose="02070309020205020404" pitchFamily="49" charset="0"/>
              </a:rPr>
              <a:t>3</a:t>
            </a:r>
            <a:r>
              <a:rPr lang="en-US" sz="6000" b="0" dirty="0">
                <a:solidFill>
                  <a:srgbClr val="000000"/>
                </a:solidFill>
                <a:effectLst/>
                <a:latin typeface="Courier New" panose="02070309020205020404" pitchFamily="49" charset="0"/>
              </a:rPr>
              <a:t>, </a:t>
            </a:r>
            <a:r>
              <a:rPr lang="en-US" sz="6000" b="0" dirty="0">
                <a:solidFill>
                  <a:srgbClr val="098156"/>
                </a:solidFill>
                <a:effectLst/>
                <a:latin typeface="Courier New" panose="02070309020205020404" pitchFamily="49" charset="0"/>
              </a:rPr>
              <a:t>14</a:t>
            </a:r>
            <a:r>
              <a:rPr lang="en-US" sz="6000" b="0" dirty="0">
                <a:solidFill>
                  <a:srgbClr val="000000"/>
                </a:solidFill>
                <a:effectLst/>
                <a:latin typeface="Courier New" panose="02070309020205020404" pitchFamily="49" charset="0"/>
              </a:rPr>
              <a:t>, </a:t>
            </a:r>
            <a:r>
              <a:rPr lang="en-US" sz="6000" b="0" dirty="0">
                <a:solidFill>
                  <a:srgbClr val="098156"/>
                </a:solidFill>
                <a:effectLst/>
                <a:latin typeface="Courier New" panose="02070309020205020404" pitchFamily="49" charset="0"/>
              </a:rPr>
              <a:t>0</a:t>
            </a:r>
            <a:r>
              <a:rPr lang="en-US" sz="6000" b="0" dirty="0">
                <a:solidFill>
                  <a:srgbClr val="000000"/>
                </a:solidFill>
                <a:effectLst/>
                <a:latin typeface="Courier New" panose="02070309020205020404" pitchFamily="49" charset="0"/>
              </a:rPr>
              <a:t>, </a:t>
            </a:r>
          </a:p>
        </p:txBody>
      </p:sp>
      <p:sp>
        <p:nvSpPr>
          <p:cNvPr id="2" name="Google Shape;412;p56">
            <a:extLst>
              <a:ext uri="{FF2B5EF4-FFF2-40B4-BE49-F238E27FC236}">
                <a16:creationId xmlns:a16="http://schemas.microsoft.com/office/drawing/2014/main" id="{4E5DC0DC-DCEB-F4EA-FA06-D349E1D17C1C}"/>
              </a:ext>
            </a:extLst>
          </p:cNvPr>
          <p:cNvSpPr txBox="1">
            <a:spLocks/>
          </p:cNvSpPr>
          <p:nvPr/>
        </p:nvSpPr>
        <p:spPr>
          <a:xfrm>
            <a:off x="298453" y="249400"/>
            <a:ext cx="20503200" cy="1427200"/>
          </a:xfrm>
          <a:prstGeom prst="rect">
            <a:avLst/>
          </a:prstGeom>
        </p:spPr>
        <p:txBody>
          <a:bodyPr spcFirstLastPara="1" vert="horz" wrap="square" lIns="243800" tIns="243800" rIns="243800" bIns="243800" rtlCol="0" anchor="t" anchorCtr="0">
            <a:normAutofit/>
          </a:bodyPr>
          <a:lstStyle>
            <a:lvl1pPr lvl="0" algn="l" defTabSz="1828800" rtl="0" eaLnBrk="1" latinLnBrk="0" hangingPunct="1">
              <a:lnSpc>
                <a:spcPct val="90000"/>
              </a:lnSpc>
              <a:spcBef>
                <a:spcPts val="0"/>
              </a:spcBef>
              <a:spcAft>
                <a:spcPts val="0"/>
              </a:spcAft>
              <a:buSzPts val="2600"/>
              <a:buNone/>
              <a:defRPr sz="6933" kern="1200">
                <a:solidFill>
                  <a:schemeClr val="tx1"/>
                </a:solidFill>
                <a:latin typeface="+mj-lt"/>
                <a:ea typeface="+mj-ea"/>
                <a:cs typeface="+mj-cs"/>
              </a:defRPr>
            </a:lvl1pPr>
            <a:lvl2pPr lvl="1" rtl="0">
              <a:spcBef>
                <a:spcPts val="0"/>
              </a:spcBef>
              <a:spcAft>
                <a:spcPts val="0"/>
              </a:spcAft>
              <a:buSzPts val="2600"/>
              <a:buNone/>
              <a:defRPr sz="6933"/>
            </a:lvl2pPr>
            <a:lvl3pPr lvl="2" rtl="0">
              <a:spcBef>
                <a:spcPts val="0"/>
              </a:spcBef>
              <a:spcAft>
                <a:spcPts val="0"/>
              </a:spcAft>
              <a:buSzPts val="2600"/>
              <a:buNone/>
              <a:defRPr sz="6933"/>
            </a:lvl3pPr>
            <a:lvl4pPr lvl="3" rtl="0">
              <a:spcBef>
                <a:spcPts val="0"/>
              </a:spcBef>
              <a:spcAft>
                <a:spcPts val="0"/>
              </a:spcAft>
              <a:buSzPts val="2600"/>
              <a:buNone/>
              <a:defRPr sz="6933"/>
            </a:lvl4pPr>
            <a:lvl5pPr lvl="4" rtl="0">
              <a:spcBef>
                <a:spcPts val="0"/>
              </a:spcBef>
              <a:spcAft>
                <a:spcPts val="0"/>
              </a:spcAft>
              <a:buSzPts val="2600"/>
              <a:buNone/>
              <a:defRPr sz="6933"/>
            </a:lvl5pPr>
            <a:lvl6pPr lvl="5" rtl="0">
              <a:spcBef>
                <a:spcPts val="0"/>
              </a:spcBef>
              <a:spcAft>
                <a:spcPts val="0"/>
              </a:spcAft>
              <a:buSzPts val="2600"/>
              <a:buNone/>
              <a:defRPr sz="6933"/>
            </a:lvl6pPr>
            <a:lvl7pPr lvl="6" rtl="0">
              <a:spcBef>
                <a:spcPts val="0"/>
              </a:spcBef>
              <a:spcAft>
                <a:spcPts val="0"/>
              </a:spcAft>
              <a:buSzPts val="2600"/>
              <a:buNone/>
              <a:defRPr sz="6933"/>
            </a:lvl7pPr>
            <a:lvl8pPr lvl="7" rtl="0">
              <a:spcBef>
                <a:spcPts val="0"/>
              </a:spcBef>
              <a:spcAft>
                <a:spcPts val="0"/>
              </a:spcAft>
              <a:buSzPts val="2600"/>
              <a:buNone/>
              <a:defRPr sz="6933"/>
            </a:lvl8pPr>
            <a:lvl9pPr lvl="8" rtl="0">
              <a:spcBef>
                <a:spcPts val="0"/>
              </a:spcBef>
              <a:spcAft>
                <a:spcPts val="0"/>
              </a:spcAft>
              <a:buSzPts val="2600"/>
              <a:buNone/>
              <a:defRPr sz="6933"/>
            </a:lvl9pPr>
          </a:lstStyle>
          <a:p>
            <a:r>
              <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List Manipulation</a:t>
            </a:r>
          </a:p>
        </p:txBody>
      </p:sp>
      <p:sp>
        <p:nvSpPr>
          <p:cNvPr id="3" name="Google Shape;412;p56">
            <a:extLst>
              <a:ext uri="{FF2B5EF4-FFF2-40B4-BE49-F238E27FC236}">
                <a16:creationId xmlns:a16="http://schemas.microsoft.com/office/drawing/2014/main" id="{D91AA8B2-6D4C-AEDC-81A7-C8190312A9C2}"/>
              </a:ext>
            </a:extLst>
          </p:cNvPr>
          <p:cNvSpPr txBox="1">
            <a:spLocks/>
          </p:cNvSpPr>
          <p:nvPr/>
        </p:nvSpPr>
        <p:spPr>
          <a:xfrm>
            <a:off x="296105" y="1175521"/>
            <a:ext cx="20503200" cy="1427200"/>
          </a:xfrm>
          <a:prstGeom prst="rect">
            <a:avLst/>
          </a:prstGeom>
        </p:spPr>
        <p:txBody>
          <a:bodyPr spcFirstLastPara="1" vert="horz" wrap="square" lIns="243800" tIns="243800" rIns="243800" bIns="243800" rtlCol="0" anchor="t" anchorCtr="0">
            <a:normAutofit fontScale="97500"/>
          </a:bodyPr>
          <a:lstStyle>
            <a:lvl1pPr lvl="0" algn="l" defTabSz="1828800" rtl="0" eaLnBrk="1" latinLnBrk="0" hangingPunct="1">
              <a:lnSpc>
                <a:spcPct val="90000"/>
              </a:lnSpc>
              <a:spcBef>
                <a:spcPts val="0"/>
              </a:spcBef>
              <a:spcAft>
                <a:spcPts val="0"/>
              </a:spcAft>
              <a:buSzPts val="2600"/>
              <a:buNone/>
              <a:defRPr sz="6933" kern="1200">
                <a:solidFill>
                  <a:schemeClr val="tx1"/>
                </a:solidFill>
                <a:latin typeface="+mj-lt"/>
                <a:ea typeface="+mj-ea"/>
                <a:cs typeface="+mj-cs"/>
              </a:defRPr>
            </a:lvl1pPr>
            <a:lvl2pPr lvl="1" rtl="0">
              <a:spcBef>
                <a:spcPts val="0"/>
              </a:spcBef>
              <a:spcAft>
                <a:spcPts val="0"/>
              </a:spcAft>
              <a:buSzPts val="2600"/>
              <a:buNone/>
              <a:defRPr sz="6933"/>
            </a:lvl2pPr>
            <a:lvl3pPr lvl="2" rtl="0">
              <a:spcBef>
                <a:spcPts val="0"/>
              </a:spcBef>
              <a:spcAft>
                <a:spcPts val="0"/>
              </a:spcAft>
              <a:buSzPts val="2600"/>
              <a:buNone/>
              <a:defRPr sz="6933"/>
            </a:lvl3pPr>
            <a:lvl4pPr lvl="3" rtl="0">
              <a:spcBef>
                <a:spcPts val="0"/>
              </a:spcBef>
              <a:spcAft>
                <a:spcPts val="0"/>
              </a:spcAft>
              <a:buSzPts val="2600"/>
              <a:buNone/>
              <a:defRPr sz="6933"/>
            </a:lvl4pPr>
            <a:lvl5pPr lvl="4" rtl="0">
              <a:spcBef>
                <a:spcPts val="0"/>
              </a:spcBef>
              <a:spcAft>
                <a:spcPts val="0"/>
              </a:spcAft>
              <a:buSzPts val="2600"/>
              <a:buNone/>
              <a:defRPr sz="6933"/>
            </a:lvl5pPr>
            <a:lvl6pPr lvl="5" rtl="0">
              <a:spcBef>
                <a:spcPts val="0"/>
              </a:spcBef>
              <a:spcAft>
                <a:spcPts val="0"/>
              </a:spcAft>
              <a:buSzPts val="2600"/>
              <a:buNone/>
              <a:defRPr sz="6933"/>
            </a:lvl6pPr>
            <a:lvl7pPr lvl="6" rtl="0">
              <a:spcBef>
                <a:spcPts val="0"/>
              </a:spcBef>
              <a:spcAft>
                <a:spcPts val="0"/>
              </a:spcAft>
              <a:buSzPts val="2600"/>
              <a:buNone/>
              <a:defRPr sz="6933"/>
            </a:lvl7pPr>
            <a:lvl8pPr lvl="7" rtl="0">
              <a:spcBef>
                <a:spcPts val="0"/>
              </a:spcBef>
              <a:spcAft>
                <a:spcPts val="0"/>
              </a:spcAft>
              <a:buSzPts val="2600"/>
              <a:buNone/>
              <a:defRPr sz="6933"/>
            </a:lvl8pPr>
            <a:lvl9pPr lvl="8" rtl="0">
              <a:spcBef>
                <a:spcPts val="0"/>
              </a:spcBef>
              <a:spcAft>
                <a:spcPts val="0"/>
              </a:spcAft>
              <a:buSzPts val="2600"/>
              <a:buNone/>
              <a:defRPr sz="6933"/>
            </a:lvl9pPr>
          </a:lstStyle>
          <a:p>
            <a:r>
              <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List Operations</a:t>
            </a:r>
          </a:p>
        </p:txBody>
      </p:sp>
      <p:sp>
        <p:nvSpPr>
          <p:cNvPr id="7" name="Google Shape;412;p56">
            <a:extLst>
              <a:ext uri="{FF2B5EF4-FFF2-40B4-BE49-F238E27FC236}">
                <a16:creationId xmlns:a16="http://schemas.microsoft.com/office/drawing/2014/main" id="{1DF98835-E352-EAD3-E001-8739AE1A0C64}"/>
              </a:ext>
            </a:extLst>
          </p:cNvPr>
          <p:cNvSpPr txBox="1">
            <a:spLocks/>
          </p:cNvSpPr>
          <p:nvPr/>
        </p:nvSpPr>
        <p:spPr>
          <a:xfrm>
            <a:off x="298605" y="2092419"/>
            <a:ext cx="20503200" cy="1427200"/>
          </a:xfrm>
          <a:prstGeom prst="rect">
            <a:avLst/>
          </a:prstGeom>
        </p:spPr>
        <p:txBody>
          <a:bodyPr spcFirstLastPara="1" vert="horz" wrap="square" lIns="243800" tIns="243800" rIns="243800" bIns="243800" rtlCol="0" anchor="t" anchorCtr="0">
            <a:normAutofit fontScale="97500"/>
          </a:bodyPr>
          <a:lstStyle>
            <a:lvl1pPr lvl="0" algn="l" defTabSz="1828800" rtl="0" eaLnBrk="1" latinLnBrk="0" hangingPunct="1">
              <a:lnSpc>
                <a:spcPct val="90000"/>
              </a:lnSpc>
              <a:spcBef>
                <a:spcPts val="0"/>
              </a:spcBef>
              <a:spcAft>
                <a:spcPts val="0"/>
              </a:spcAft>
              <a:buSzPts val="2600"/>
              <a:buNone/>
              <a:defRPr sz="6933" kern="1200">
                <a:solidFill>
                  <a:schemeClr val="tx1"/>
                </a:solidFill>
                <a:latin typeface="+mj-lt"/>
                <a:ea typeface="+mj-ea"/>
                <a:cs typeface="+mj-cs"/>
              </a:defRPr>
            </a:lvl1pPr>
            <a:lvl2pPr lvl="1" rtl="0">
              <a:spcBef>
                <a:spcPts val="0"/>
              </a:spcBef>
              <a:spcAft>
                <a:spcPts val="0"/>
              </a:spcAft>
              <a:buSzPts val="2600"/>
              <a:buNone/>
              <a:defRPr sz="6933"/>
            </a:lvl2pPr>
            <a:lvl3pPr lvl="2" rtl="0">
              <a:spcBef>
                <a:spcPts val="0"/>
              </a:spcBef>
              <a:spcAft>
                <a:spcPts val="0"/>
              </a:spcAft>
              <a:buSzPts val="2600"/>
              <a:buNone/>
              <a:defRPr sz="6933"/>
            </a:lvl3pPr>
            <a:lvl4pPr lvl="3" rtl="0">
              <a:spcBef>
                <a:spcPts val="0"/>
              </a:spcBef>
              <a:spcAft>
                <a:spcPts val="0"/>
              </a:spcAft>
              <a:buSzPts val="2600"/>
              <a:buNone/>
              <a:defRPr sz="6933"/>
            </a:lvl4pPr>
            <a:lvl5pPr lvl="4" rtl="0">
              <a:spcBef>
                <a:spcPts val="0"/>
              </a:spcBef>
              <a:spcAft>
                <a:spcPts val="0"/>
              </a:spcAft>
              <a:buSzPts val="2600"/>
              <a:buNone/>
              <a:defRPr sz="6933"/>
            </a:lvl5pPr>
            <a:lvl6pPr lvl="5" rtl="0">
              <a:spcBef>
                <a:spcPts val="0"/>
              </a:spcBef>
              <a:spcAft>
                <a:spcPts val="0"/>
              </a:spcAft>
              <a:buSzPts val="2600"/>
              <a:buNone/>
              <a:defRPr sz="6933"/>
            </a:lvl6pPr>
            <a:lvl7pPr lvl="6" rtl="0">
              <a:spcBef>
                <a:spcPts val="0"/>
              </a:spcBef>
              <a:spcAft>
                <a:spcPts val="0"/>
              </a:spcAft>
              <a:buSzPts val="2600"/>
              <a:buNone/>
              <a:defRPr sz="6933"/>
            </a:lvl7pPr>
            <a:lvl8pPr lvl="7" rtl="0">
              <a:spcBef>
                <a:spcPts val="0"/>
              </a:spcBef>
              <a:spcAft>
                <a:spcPts val="0"/>
              </a:spcAft>
              <a:buSzPts val="2600"/>
              <a:buNone/>
              <a:defRPr sz="6933"/>
            </a:lvl8pPr>
            <a:lvl9pPr lvl="8" rtl="0">
              <a:spcBef>
                <a:spcPts val="0"/>
              </a:spcBef>
              <a:spcAft>
                <a:spcPts val="0"/>
              </a:spcAft>
              <a:buSzPts val="2600"/>
              <a:buNone/>
              <a:defRPr sz="6933"/>
            </a:lvl9pPr>
          </a:lstStyle>
          <a:p>
            <a:r>
              <a:rPr lang="en-US" sz="6000" b="1" dirty="0">
                <a:solidFill>
                  <a:srgbClr val="006B64"/>
                </a:solidFill>
                <a:latin typeface="Helvetica Neue" panose="02000503000000020004" pitchFamily="2" charset="0"/>
                <a:ea typeface="Helvetica Neue" panose="02000503000000020004" pitchFamily="2" charset="0"/>
                <a:cs typeface="Helvetica Neue" panose="02000503000000020004" pitchFamily="2" charset="0"/>
              </a:rPr>
              <a:t>remove()</a:t>
            </a:r>
          </a:p>
        </p:txBody>
      </p:sp>
      <p:sp>
        <p:nvSpPr>
          <p:cNvPr id="4" name="TextBox 3">
            <a:extLst>
              <a:ext uri="{FF2B5EF4-FFF2-40B4-BE49-F238E27FC236}">
                <a16:creationId xmlns:a16="http://schemas.microsoft.com/office/drawing/2014/main" id="{7763CCE2-3C63-6936-9DDD-12CD8872DF12}"/>
              </a:ext>
            </a:extLst>
          </p:cNvPr>
          <p:cNvSpPr txBox="1"/>
          <p:nvPr/>
        </p:nvSpPr>
        <p:spPr>
          <a:xfrm>
            <a:off x="1270417" y="5953806"/>
            <a:ext cx="12194498" cy="1015663"/>
          </a:xfrm>
          <a:prstGeom prst="rect">
            <a:avLst/>
          </a:prstGeom>
          <a:noFill/>
        </p:spPr>
        <p:txBody>
          <a:bodyPr wrap="square">
            <a:spAutoFit/>
          </a:bodyPr>
          <a:lstStyle/>
          <a:p>
            <a:r>
              <a:rPr lang="en-US" sz="6000" b="0" dirty="0" err="1">
                <a:solidFill>
                  <a:srgbClr val="000000"/>
                </a:solidFill>
                <a:effectLst/>
                <a:latin typeface="Courier New" panose="02070309020205020404" pitchFamily="49" charset="0"/>
              </a:rPr>
              <a:t>my_list.remove</a:t>
            </a:r>
            <a:r>
              <a:rPr lang="en-US" sz="6000" b="0" dirty="0">
                <a:solidFill>
                  <a:srgbClr val="000000"/>
                </a:solidFill>
                <a:effectLst/>
                <a:latin typeface="Courier New" panose="02070309020205020404" pitchFamily="49" charset="0"/>
              </a:rPr>
              <a:t>(</a:t>
            </a:r>
            <a:r>
              <a:rPr lang="en-US" sz="6000" b="0" dirty="0">
                <a:solidFill>
                  <a:srgbClr val="098156"/>
                </a:solidFill>
                <a:effectLst/>
                <a:latin typeface="Courier New" panose="02070309020205020404" pitchFamily="49" charset="0"/>
              </a:rPr>
              <a:t>-2</a:t>
            </a:r>
            <a:r>
              <a:rPr lang="en-US" sz="6000" b="0" dirty="0">
                <a:solidFill>
                  <a:srgbClr val="000000"/>
                </a:solidFill>
                <a:effectLst/>
                <a:latin typeface="Courier New" panose="02070309020205020404" pitchFamily="49" charset="0"/>
              </a:rPr>
              <a:t>)</a:t>
            </a:r>
          </a:p>
        </p:txBody>
      </p:sp>
      <p:sp>
        <p:nvSpPr>
          <p:cNvPr id="6" name="Rectangle 5">
            <a:extLst>
              <a:ext uri="{FF2B5EF4-FFF2-40B4-BE49-F238E27FC236}">
                <a16:creationId xmlns:a16="http://schemas.microsoft.com/office/drawing/2014/main" id="{1F4BF356-6D5D-2B27-AA3D-B088A0A75F3B}"/>
              </a:ext>
            </a:extLst>
          </p:cNvPr>
          <p:cNvSpPr/>
          <p:nvPr/>
        </p:nvSpPr>
        <p:spPr>
          <a:xfrm>
            <a:off x="5306518" y="3717562"/>
            <a:ext cx="1049312" cy="718956"/>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7CDFF0DB-C37C-C74C-5DFB-726218B44A60}"/>
              </a:ext>
            </a:extLst>
          </p:cNvPr>
          <p:cNvSpPr txBox="1"/>
          <p:nvPr/>
        </p:nvSpPr>
        <p:spPr>
          <a:xfrm>
            <a:off x="11699303" y="3599284"/>
            <a:ext cx="4385143" cy="1015663"/>
          </a:xfrm>
          <a:prstGeom prst="rect">
            <a:avLst/>
          </a:prstGeom>
          <a:noFill/>
        </p:spPr>
        <p:txBody>
          <a:bodyPr wrap="square">
            <a:spAutoFit/>
          </a:bodyPr>
          <a:lstStyle/>
          <a:p>
            <a:r>
              <a:rPr lang="en-US" sz="6000" b="0" dirty="0">
                <a:solidFill>
                  <a:srgbClr val="098156"/>
                </a:solidFill>
                <a:effectLst/>
                <a:latin typeface="Courier New" panose="02070309020205020404" pitchFamily="49" charset="0"/>
              </a:rPr>
              <a:t>5</a:t>
            </a:r>
            <a:r>
              <a:rPr lang="en-US" sz="6000" b="0" dirty="0">
                <a:effectLst/>
                <a:latin typeface="Courier New" panose="02070309020205020404" pitchFamily="49" charset="0"/>
              </a:rPr>
              <a:t>,</a:t>
            </a:r>
            <a:r>
              <a:rPr lang="en-US" sz="6000" b="0" dirty="0">
                <a:solidFill>
                  <a:srgbClr val="098156"/>
                </a:solidFill>
                <a:effectLst/>
                <a:latin typeface="Courier New" panose="02070309020205020404" pitchFamily="49" charset="0"/>
              </a:rPr>
              <a:t> 19</a:t>
            </a:r>
            <a:r>
              <a:rPr lang="en-US" sz="6000" b="0" dirty="0">
                <a:effectLst/>
                <a:latin typeface="Courier New" panose="02070309020205020404" pitchFamily="49" charset="0"/>
              </a:rPr>
              <a:t>,</a:t>
            </a:r>
            <a:r>
              <a:rPr lang="en-US" sz="6000" b="0" dirty="0">
                <a:solidFill>
                  <a:srgbClr val="098156"/>
                </a:solidFill>
                <a:effectLst/>
                <a:latin typeface="Courier New" panose="02070309020205020404" pitchFamily="49" charset="0"/>
              </a:rPr>
              <a:t> 8</a:t>
            </a:r>
            <a:r>
              <a:rPr lang="en-US" sz="6000" b="0" dirty="0">
                <a:solidFill>
                  <a:srgbClr val="000000"/>
                </a:solidFill>
                <a:effectLst/>
                <a:latin typeface="Courier New" panose="02070309020205020404" pitchFamily="49" charset="0"/>
              </a:rPr>
              <a:t>]</a:t>
            </a:r>
          </a:p>
        </p:txBody>
      </p:sp>
      <p:sp>
        <p:nvSpPr>
          <p:cNvPr id="12" name="TextBox 11">
            <a:extLst>
              <a:ext uri="{FF2B5EF4-FFF2-40B4-BE49-F238E27FC236}">
                <a16:creationId xmlns:a16="http://schemas.microsoft.com/office/drawing/2014/main" id="{A164CBCA-08E2-BF0A-287C-292436770C18}"/>
              </a:ext>
            </a:extLst>
          </p:cNvPr>
          <p:cNvSpPr txBox="1"/>
          <p:nvPr/>
        </p:nvSpPr>
        <p:spPr>
          <a:xfrm>
            <a:off x="9873003" y="3599284"/>
            <a:ext cx="1826300" cy="1015663"/>
          </a:xfrm>
          <a:prstGeom prst="rect">
            <a:avLst/>
          </a:prstGeom>
          <a:noFill/>
        </p:spPr>
        <p:txBody>
          <a:bodyPr wrap="square">
            <a:spAutoFit/>
          </a:bodyPr>
          <a:lstStyle/>
          <a:p>
            <a:r>
              <a:rPr lang="en-US" sz="6000" dirty="0">
                <a:solidFill>
                  <a:srgbClr val="098156"/>
                </a:solidFill>
                <a:latin typeface="Courier New" panose="02070309020205020404" pitchFamily="49" charset="0"/>
              </a:rPr>
              <a:t>-2</a:t>
            </a:r>
            <a:r>
              <a:rPr lang="en-US" sz="6000" dirty="0">
                <a:latin typeface="Courier New" panose="02070309020205020404" pitchFamily="49" charset="0"/>
              </a:rPr>
              <a:t>,</a:t>
            </a:r>
            <a:endParaRPr lang="en-US" sz="6000" b="0" dirty="0">
              <a:effectLst/>
              <a:latin typeface="Courier New" panose="02070309020205020404" pitchFamily="49" charset="0"/>
            </a:endParaRPr>
          </a:p>
        </p:txBody>
      </p:sp>
    </p:spTree>
    <p:extLst>
      <p:ext uri="{BB962C8B-B14F-4D97-AF65-F5344CB8AC3E}">
        <p14:creationId xmlns:p14="http://schemas.microsoft.com/office/powerpoint/2010/main" val="231635937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1"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par>
                          <p:cTn id="11" fill="hold">
                            <p:stCondLst>
                              <p:cond delay="0"/>
                            </p:stCondLst>
                            <p:childTnLst>
                              <p:par>
                                <p:cTn id="12" presetID="0" presetClass="path" presetSubtype="0" accel="50000" decel="50000" fill="hold" grpId="0" nodeType="afterEffect">
                                  <p:stCondLst>
                                    <p:cond delay="200"/>
                                  </p:stCondLst>
                                  <p:childTnLst>
                                    <p:animMotion origin="layout" path="M 3.52819E-6 -2.22222E-6 L 0.18812 0.00243 " pathEditMode="relative" rAng="0" ptsTypes="AA">
                                      <p:cBhvr>
                                        <p:cTn id="13" dur="1500" fill="hold"/>
                                        <p:tgtEl>
                                          <p:spTgt spid="6"/>
                                        </p:tgtEl>
                                        <p:attrNameLst>
                                          <p:attrName>ppt_x</p:attrName>
                                          <p:attrName>ppt_y</p:attrName>
                                        </p:attrNameLst>
                                      </p:cBhvr>
                                      <p:rCtr x="9406" y="116"/>
                                    </p:animMotion>
                                  </p:childTnLst>
                                </p:cTn>
                              </p:par>
                            </p:childTnLst>
                          </p:cTn>
                        </p:par>
                        <p:par>
                          <p:cTn id="14" fill="hold">
                            <p:stCondLst>
                              <p:cond delay="1700"/>
                            </p:stCondLst>
                            <p:childTnLst>
                              <p:par>
                                <p:cTn id="15" presetID="1" presetClass="entr" presetSubtype="0" fill="hold" grpId="0" nodeType="after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xit" presetSubtype="0" fill="hold" grpId="0" nodeType="withEffect">
                                  <p:stCondLst>
                                    <p:cond delay="0"/>
                                  </p:stCondLst>
                                  <p:childTnLst>
                                    <p:set>
                                      <p:cBhvr>
                                        <p:cTn id="20" dur="1" fill="hold">
                                          <p:stCondLst>
                                            <p:cond delay="0"/>
                                          </p:stCondLst>
                                        </p:cTn>
                                        <p:tgtEl>
                                          <p:spTgt spid="5"/>
                                        </p:tgtEl>
                                        <p:attrNameLst>
                                          <p:attrName>style.visibility</p:attrName>
                                        </p:attrNameLst>
                                      </p:cBhvr>
                                      <p:to>
                                        <p:strVal val="hidden"/>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 grpId="0"/>
      <p:bldP spid="4" grpId="0"/>
      <p:bldP spid="6" grpId="0" animBg="1"/>
      <p:bldP spid="6" grpId="1" animBg="1"/>
      <p:bldP spid="11" grpId="0"/>
      <p:bldP spid="1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sp>
        <p:nvSpPr>
          <p:cNvPr id="10" name="TextBox 9">
            <a:extLst>
              <a:ext uri="{FF2B5EF4-FFF2-40B4-BE49-F238E27FC236}">
                <a16:creationId xmlns:a16="http://schemas.microsoft.com/office/drawing/2014/main" id="{21890634-5873-536F-3D9E-301AD6A53F42}"/>
              </a:ext>
            </a:extLst>
          </p:cNvPr>
          <p:cNvSpPr txBox="1"/>
          <p:nvPr/>
        </p:nvSpPr>
        <p:spPr>
          <a:xfrm>
            <a:off x="4846298" y="3599283"/>
            <a:ext cx="6816050" cy="1015663"/>
          </a:xfrm>
          <a:prstGeom prst="rect">
            <a:avLst/>
          </a:prstGeom>
          <a:noFill/>
        </p:spPr>
        <p:txBody>
          <a:bodyPr wrap="square">
            <a:spAutoFit/>
          </a:bodyPr>
          <a:lstStyle/>
          <a:p>
            <a:r>
              <a:rPr lang="en-US" sz="6000" b="0" dirty="0">
                <a:solidFill>
                  <a:srgbClr val="000000"/>
                </a:solidFill>
                <a:effectLst/>
                <a:latin typeface="Courier New" panose="02070309020205020404" pitchFamily="49" charset="0"/>
              </a:rPr>
              <a:t>[</a:t>
            </a:r>
            <a:r>
              <a:rPr lang="en-US" sz="6000" b="0" dirty="0">
                <a:solidFill>
                  <a:srgbClr val="098156"/>
                </a:solidFill>
                <a:effectLst/>
                <a:latin typeface="Courier New" panose="02070309020205020404" pitchFamily="49" charset="0"/>
              </a:rPr>
              <a:t>3</a:t>
            </a:r>
            <a:r>
              <a:rPr lang="en-US" sz="6000" b="0" dirty="0">
                <a:solidFill>
                  <a:srgbClr val="000000"/>
                </a:solidFill>
                <a:effectLst/>
                <a:latin typeface="Courier New" panose="02070309020205020404" pitchFamily="49" charset="0"/>
              </a:rPr>
              <a:t>, </a:t>
            </a:r>
            <a:r>
              <a:rPr lang="en-US" sz="6000" b="0" dirty="0">
                <a:solidFill>
                  <a:srgbClr val="098156"/>
                </a:solidFill>
                <a:effectLst/>
                <a:latin typeface="Courier New" panose="02070309020205020404" pitchFamily="49" charset="0"/>
              </a:rPr>
              <a:t>14</a:t>
            </a:r>
            <a:r>
              <a:rPr lang="en-US" sz="6000" b="0" dirty="0">
                <a:solidFill>
                  <a:srgbClr val="000000"/>
                </a:solidFill>
                <a:effectLst/>
                <a:latin typeface="Courier New" panose="02070309020205020404" pitchFamily="49" charset="0"/>
              </a:rPr>
              <a:t>, </a:t>
            </a:r>
            <a:r>
              <a:rPr lang="en-US" sz="6000" b="0" dirty="0">
                <a:solidFill>
                  <a:srgbClr val="098156"/>
                </a:solidFill>
                <a:effectLst/>
                <a:latin typeface="Courier New" panose="02070309020205020404" pitchFamily="49" charset="0"/>
              </a:rPr>
              <a:t>0</a:t>
            </a:r>
            <a:r>
              <a:rPr lang="en-US" sz="6000" b="0" dirty="0">
                <a:solidFill>
                  <a:srgbClr val="000000"/>
                </a:solidFill>
                <a:effectLst/>
                <a:latin typeface="Courier New" panose="02070309020205020404" pitchFamily="49" charset="0"/>
              </a:rPr>
              <a:t>, </a:t>
            </a:r>
            <a:r>
              <a:rPr lang="en-US" sz="6000" dirty="0">
                <a:solidFill>
                  <a:srgbClr val="098156"/>
                </a:solidFill>
                <a:latin typeface="Courier New" panose="02070309020205020404" pitchFamily="49" charset="0"/>
              </a:rPr>
              <a:t>5</a:t>
            </a:r>
            <a:r>
              <a:rPr lang="en-US" sz="6000" b="0" dirty="0">
                <a:solidFill>
                  <a:srgbClr val="000000"/>
                </a:solidFill>
                <a:effectLst/>
                <a:latin typeface="Courier New" panose="02070309020205020404" pitchFamily="49" charset="0"/>
              </a:rPr>
              <a:t>, </a:t>
            </a:r>
          </a:p>
        </p:txBody>
      </p:sp>
      <p:sp>
        <p:nvSpPr>
          <p:cNvPr id="11" name="TextBox 10">
            <a:extLst>
              <a:ext uri="{FF2B5EF4-FFF2-40B4-BE49-F238E27FC236}">
                <a16:creationId xmlns:a16="http://schemas.microsoft.com/office/drawing/2014/main" id="{7BE11ABE-9C95-AA5D-A99E-EF8652104095}"/>
              </a:ext>
            </a:extLst>
          </p:cNvPr>
          <p:cNvSpPr txBox="1"/>
          <p:nvPr/>
        </p:nvSpPr>
        <p:spPr>
          <a:xfrm>
            <a:off x="13074391" y="3599283"/>
            <a:ext cx="1222218" cy="1015663"/>
          </a:xfrm>
          <a:prstGeom prst="rect">
            <a:avLst/>
          </a:prstGeom>
          <a:noFill/>
        </p:spPr>
        <p:txBody>
          <a:bodyPr wrap="square">
            <a:spAutoFit/>
          </a:bodyPr>
          <a:lstStyle/>
          <a:p>
            <a:r>
              <a:rPr lang="en-US" sz="6000" b="0" dirty="0">
                <a:solidFill>
                  <a:srgbClr val="098156"/>
                </a:solidFill>
                <a:effectLst/>
                <a:latin typeface="Courier New" panose="02070309020205020404" pitchFamily="49" charset="0"/>
              </a:rPr>
              <a:t>8</a:t>
            </a:r>
            <a:r>
              <a:rPr lang="en-US" sz="6000" b="0" dirty="0">
                <a:solidFill>
                  <a:srgbClr val="000000"/>
                </a:solidFill>
                <a:effectLst/>
                <a:latin typeface="Courier New" panose="02070309020205020404" pitchFamily="49" charset="0"/>
              </a:rPr>
              <a:t>]</a:t>
            </a:r>
          </a:p>
        </p:txBody>
      </p:sp>
      <p:sp>
        <p:nvSpPr>
          <p:cNvPr id="12" name="TextBox 11">
            <a:extLst>
              <a:ext uri="{FF2B5EF4-FFF2-40B4-BE49-F238E27FC236}">
                <a16:creationId xmlns:a16="http://schemas.microsoft.com/office/drawing/2014/main" id="{04D79386-A88E-2C9C-2618-B0C4A93F6284}"/>
              </a:ext>
            </a:extLst>
          </p:cNvPr>
          <p:cNvSpPr txBox="1"/>
          <p:nvPr/>
        </p:nvSpPr>
        <p:spPr>
          <a:xfrm>
            <a:off x="11249598" y="3599281"/>
            <a:ext cx="1798820" cy="1015663"/>
          </a:xfrm>
          <a:prstGeom prst="rect">
            <a:avLst/>
          </a:prstGeom>
          <a:noFill/>
        </p:spPr>
        <p:txBody>
          <a:bodyPr wrap="square">
            <a:spAutoFit/>
          </a:bodyPr>
          <a:lstStyle/>
          <a:p>
            <a:r>
              <a:rPr lang="en-US" sz="6000" b="0" dirty="0">
                <a:solidFill>
                  <a:srgbClr val="098156"/>
                </a:solidFill>
                <a:effectLst/>
                <a:latin typeface="Courier New" panose="02070309020205020404" pitchFamily="49" charset="0"/>
              </a:rPr>
              <a:t>19</a:t>
            </a:r>
            <a:r>
              <a:rPr lang="en-US" sz="6000" b="0" dirty="0">
                <a:effectLst/>
                <a:latin typeface="Courier New" panose="02070309020205020404" pitchFamily="49" charset="0"/>
              </a:rPr>
              <a:t>,</a:t>
            </a:r>
          </a:p>
        </p:txBody>
      </p:sp>
      <p:sp>
        <p:nvSpPr>
          <p:cNvPr id="2" name="Google Shape;412;p56">
            <a:extLst>
              <a:ext uri="{FF2B5EF4-FFF2-40B4-BE49-F238E27FC236}">
                <a16:creationId xmlns:a16="http://schemas.microsoft.com/office/drawing/2014/main" id="{4E5DC0DC-DCEB-F4EA-FA06-D349E1D17C1C}"/>
              </a:ext>
            </a:extLst>
          </p:cNvPr>
          <p:cNvSpPr txBox="1">
            <a:spLocks/>
          </p:cNvSpPr>
          <p:nvPr/>
        </p:nvSpPr>
        <p:spPr>
          <a:xfrm>
            <a:off x="298453" y="249400"/>
            <a:ext cx="20503200" cy="1427200"/>
          </a:xfrm>
          <a:prstGeom prst="rect">
            <a:avLst/>
          </a:prstGeom>
        </p:spPr>
        <p:txBody>
          <a:bodyPr spcFirstLastPara="1" vert="horz" wrap="square" lIns="243800" tIns="243800" rIns="243800" bIns="243800" rtlCol="0" anchor="t" anchorCtr="0">
            <a:normAutofit/>
          </a:bodyPr>
          <a:lstStyle>
            <a:lvl1pPr lvl="0" algn="l" defTabSz="1828800" rtl="0" eaLnBrk="1" latinLnBrk="0" hangingPunct="1">
              <a:lnSpc>
                <a:spcPct val="90000"/>
              </a:lnSpc>
              <a:spcBef>
                <a:spcPts val="0"/>
              </a:spcBef>
              <a:spcAft>
                <a:spcPts val="0"/>
              </a:spcAft>
              <a:buSzPts val="2600"/>
              <a:buNone/>
              <a:defRPr sz="6933" kern="1200">
                <a:solidFill>
                  <a:schemeClr val="tx1"/>
                </a:solidFill>
                <a:latin typeface="+mj-lt"/>
                <a:ea typeface="+mj-ea"/>
                <a:cs typeface="+mj-cs"/>
              </a:defRPr>
            </a:lvl1pPr>
            <a:lvl2pPr lvl="1" rtl="0">
              <a:spcBef>
                <a:spcPts val="0"/>
              </a:spcBef>
              <a:spcAft>
                <a:spcPts val="0"/>
              </a:spcAft>
              <a:buSzPts val="2600"/>
              <a:buNone/>
              <a:defRPr sz="6933"/>
            </a:lvl2pPr>
            <a:lvl3pPr lvl="2" rtl="0">
              <a:spcBef>
                <a:spcPts val="0"/>
              </a:spcBef>
              <a:spcAft>
                <a:spcPts val="0"/>
              </a:spcAft>
              <a:buSzPts val="2600"/>
              <a:buNone/>
              <a:defRPr sz="6933"/>
            </a:lvl3pPr>
            <a:lvl4pPr lvl="3" rtl="0">
              <a:spcBef>
                <a:spcPts val="0"/>
              </a:spcBef>
              <a:spcAft>
                <a:spcPts val="0"/>
              </a:spcAft>
              <a:buSzPts val="2600"/>
              <a:buNone/>
              <a:defRPr sz="6933"/>
            </a:lvl4pPr>
            <a:lvl5pPr lvl="4" rtl="0">
              <a:spcBef>
                <a:spcPts val="0"/>
              </a:spcBef>
              <a:spcAft>
                <a:spcPts val="0"/>
              </a:spcAft>
              <a:buSzPts val="2600"/>
              <a:buNone/>
              <a:defRPr sz="6933"/>
            </a:lvl5pPr>
            <a:lvl6pPr lvl="5" rtl="0">
              <a:spcBef>
                <a:spcPts val="0"/>
              </a:spcBef>
              <a:spcAft>
                <a:spcPts val="0"/>
              </a:spcAft>
              <a:buSzPts val="2600"/>
              <a:buNone/>
              <a:defRPr sz="6933"/>
            </a:lvl6pPr>
            <a:lvl7pPr lvl="6" rtl="0">
              <a:spcBef>
                <a:spcPts val="0"/>
              </a:spcBef>
              <a:spcAft>
                <a:spcPts val="0"/>
              </a:spcAft>
              <a:buSzPts val="2600"/>
              <a:buNone/>
              <a:defRPr sz="6933"/>
            </a:lvl7pPr>
            <a:lvl8pPr lvl="7" rtl="0">
              <a:spcBef>
                <a:spcPts val="0"/>
              </a:spcBef>
              <a:spcAft>
                <a:spcPts val="0"/>
              </a:spcAft>
              <a:buSzPts val="2600"/>
              <a:buNone/>
              <a:defRPr sz="6933"/>
            </a:lvl8pPr>
            <a:lvl9pPr lvl="8" rtl="0">
              <a:spcBef>
                <a:spcPts val="0"/>
              </a:spcBef>
              <a:spcAft>
                <a:spcPts val="0"/>
              </a:spcAft>
              <a:buSzPts val="2600"/>
              <a:buNone/>
              <a:defRPr sz="6933"/>
            </a:lvl9pPr>
          </a:lstStyle>
          <a:p>
            <a:r>
              <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List Manipulation</a:t>
            </a:r>
          </a:p>
        </p:txBody>
      </p:sp>
      <p:sp>
        <p:nvSpPr>
          <p:cNvPr id="3" name="Google Shape;412;p56">
            <a:extLst>
              <a:ext uri="{FF2B5EF4-FFF2-40B4-BE49-F238E27FC236}">
                <a16:creationId xmlns:a16="http://schemas.microsoft.com/office/drawing/2014/main" id="{D91AA8B2-6D4C-AEDC-81A7-C8190312A9C2}"/>
              </a:ext>
            </a:extLst>
          </p:cNvPr>
          <p:cNvSpPr txBox="1">
            <a:spLocks/>
          </p:cNvSpPr>
          <p:nvPr/>
        </p:nvSpPr>
        <p:spPr>
          <a:xfrm>
            <a:off x="296105" y="1175521"/>
            <a:ext cx="20503200" cy="1427200"/>
          </a:xfrm>
          <a:prstGeom prst="rect">
            <a:avLst/>
          </a:prstGeom>
        </p:spPr>
        <p:txBody>
          <a:bodyPr spcFirstLastPara="1" vert="horz" wrap="square" lIns="243800" tIns="243800" rIns="243800" bIns="243800" rtlCol="0" anchor="t" anchorCtr="0">
            <a:normAutofit fontScale="97500"/>
          </a:bodyPr>
          <a:lstStyle>
            <a:lvl1pPr lvl="0" algn="l" defTabSz="1828800" rtl="0" eaLnBrk="1" latinLnBrk="0" hangingPunct="1">
              <a:lnSpc>
                <a:spcPct val="90000"/>
              </a:lnSpc>
              <a:spcBef>
                <a:spcPts val="0"/>
              </a:spcBef>
              <a:spcAft>
                <a:spcPts val="0"/>
              </a:spcAft>
              <a:buSzPts val="2600"/>
              <a:buNone/>
              <a:defRPr sz="6933" kern="1200">
                <a:solidFill>
                  <a:schemeClr val="tx1"/>
                </a:solidFill>
                <a:latin typeface="+mj-lt"/>
                <a:ea typeface="+mj-ea"/>
                <a:cs typeface="+mj-cs"/>
              </a:defRPr>
            </a:lvl1pPr>
            <a:lvl2pPr lvl="1" rtl="0">
              <a:spcBef>
                <a:spcPts val="0"/>
              </a:spcBef>
              <a:spcAft>
                <a:spcPts val="0"/>
              </a:spcAft>
              <a:buSzPts val="2600"/>
              <a:buNone/>
              <a:defRPr sz="6933"/>
            </a:lvl2pPr>
            <a:lvl3pPr lvl="2" rtl="0">
              <a:spcBef>
                <a:spcPts val="0"/>
              </a:spcBef>
              <a:spcAft>
                <a:spcPts val="0"/>
              </a:spcAft>
              <a:buSzPts val="2600"/>
              <a:buNone/>
              <a:defRPr sz="6933"/>
            </a:lvl3pPr>
            <a:lvl4pPr lvl="3" rtl="0">
              <a:spcBef>
                <a:spcPts val="0"/>
              </a:spcBef>
              <a:spcAft>
                <a:spcPts val="0"/>
              </a:spcAft>
              <a:buSzPts val="2600"/>
              <a:buNone/>
              <a:defRPr sz="6933"/>
            </a:lvl4pPr>
            <a:lvl5pPr lvl="4" rtl="0">
              <a:spcBef>
                <a:spcPts val="0"/>
              </a:spcBef>
              <a:spcAft>
                <a:spcPts val="0"/>
              </a:spcAft>
              <a:buSzPts val="2600"/>
              <a:buNone/>
              <a:defRPr sz="6933"/>
            </a:lvl5pPr>
            <a:lvl6pPr lvl="5" rtl="0">
              <a:spcBef>
                <a:spcPts val="0"/>
              </a:spcBef>
              <a:spcAft>
                <a:spcPts val="0"/>
              </a:spcAft>
              <a:buSzPts val="2600"/>
              <a:buNone/>
              <a:defRPr sz="6933"/>
            </a:lvl6pPr>
            <a:lvl7pPr lvl="6" rtl="0">
              <a:spcBef>
                <a:spcPts val="0"/>
              </a:spcBef>
              <a:spcAft>
                <a:spcPts val="0"/>
              </a:spcAft>
              <a:buSzPts val="2600"/>
              <a:buNone/>
              <a:defRPr sz="6933"/>
            </a:lvl7pPr>
            <a:lvl8pPr lvl="7" rtl="0">
              <a:spcBef>
                <a:spcPts val="0"/>
              </a:spcBef>
              <a:spcAft>
                <a:spcPts val="0"/>
              </a:spcAft>
              <a:buSzPts val="2600"/>
              <a:buNone/>
              <a:defRPr sz="6933"/>
            </a:lvl8pPr>
            <a:lvl9pPr lvl="8" rtl="0">
              <a:spcBef>
                <a:spcPts val="0"/>
              </a:spcBef>
              <a:spcAft>
                <a:spcPts val="0"/>
              </a:spcAft>
              <a:buSzPts val="2600"/>
              <a:buNone/>
              <a:defRPr sz="6933"/>
            </a:lvl9pPr>
          </a:lstStyle>
          <a:p>
            <a:r>
              <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List Operations</a:t>
            </a:r>
          </a:p>
        </p:txBody>
      </p:sp>
      <p:sp>
        <p:nvSpPr>
          <p:cNvPr id="7" name="Google Shape;412;p56">
            <a:extLst>
              <a:ext uri="{FF2B5EF4-FFF2-40B4-BE49-F238E27FC236}">
                <a16:creationId xmlns:a16="http://schemas.microsoft.com/office/drawing/2014/main" id="{1DF98835-E352-EAD3-E001-8739AE1A0C64}"/>
              </a:ext>
            </a:extLst>
          </p:cNvPr>
          <p:cNvSpPr txBox="1">
            <a:spLocks/>
          </p:cNvSpPr>
          <p:nvPr/>
        </p:nvSpPr>
        <p:spPr>
          <a:xfrm>
            <a:off x="298605" y="2092419"/>
            <a:ext cx="20503200" cy="1427200"/>
          </a:xfrm>
          <a:prstGeom prst="rect">
            <a:avLst/>
          </a:prstGeom>
        </p:spPr>
        <p:txBody>
          <a:bodyPr spcFirstLastPara="1" vert="horz" wrap="square" lIns="243800" tIns="243800" rIns="243800" bIns="243800" rtlCol="0" anchor="t" anchorCtr="0">
            <a:normAutofit fontScale="97500"/>
          </a:bodyPr>
          <a:lstStyle>
            <a:lvl1pPr lvl="0" algn="l" defTabSz="1828800" rtl="0" eaLnBrk="1" latinLnBrk="0" hangingPunct="1">
              <a:lnSpc>
                <a:spcPct val="90000"/>
              </a:lnSpc>
              <a:spcBef>
                <a:spcPts val="0"/>
              </a:spcBef>
              <a:spcAft>
                <a:spcPts val="0"/>
              </a:spcAft>
              <a:buSzPts val="2600"/>
              <a:buNone/>
              <a:defRPr sz="6933" kern="1200">
                <a:solidFill>
                  <a:schemeClr val="tx1"/>
                </a:solidFill>
                <a:latin typeface="+mj-lt"/>
                <a:ea typeface="+mj-ea"/>
                <a:cs typeface="+mj-cs"/>
              </a:defRPr>
            </a:lvl1pPr>
            <a:lvl2pPr lvl="1" rtl="0">
              <a:spcBef>
                <a:spcPts val="0"/>
              </a:spcBef>
              <a:spcAft>
                <a:spcPts val="0"/>
              </a:spcAft>
              <a:buSzPts val="2600"/>
              <a:buNone/>
              <a:defRPr sz="6933"/>
            </a:lvl2pPr>
            <a:lvl3pPr lvl="2" rtl="0">
              <a:spcBef>
                <a:spcPts val="0"/>
              </a:spcBef>
              <a:spcAft>
                <a:spcPts val="0"/>
              </a:spcAft>
              <a:buSzPts val="2600"/>
              <a:buNone/>
              <a:defRPr sz="6933"/>
            </a:lvl3pPr>
            <a:lvl4pPr lvl="3" rtl="0">
              <a:spcBef>
                <a:spcPts val="0"/>
              </a:spcBef>
              <a:spcAft>
                <a:spcPts val="0"/>
              </a:spcAft>
              <a:buSzPts val="2600"/>
              <a:buNone/>
              <a:defRPr sz="6933"/>
            </a:lvl4pPr>
            <a:lvl5pPr lvl="4" rtl="0">
              <a:spcBef>
                <a:spcPts val="0"/>
              </a:spcBef>
              <a:spcAft>
                <a:spcPts val="0"/>
              </a:spcAft>
              <a:buSzPts val="2600"/>
              <a:buNone/>
              <a:defRPr sz="6933"/>
            </a:lvl5pPr>
            <a:lvl6pPr lvl="5" rtl="0">
              <a:spcBef>
                <a:spcPts val="0"/>
              </a:spcBef>
              <a:spcAft>
                <a:spcPts val="0"/>
              </a:spcAft>
              <a:buSzPts val="2600"/>
              <a:buNone/>
              <a:defRPr sz="6933"/>
            </a:lvl6pPr>
            <a:lvl7pPr lvl="6" rtl="0">
              <a:spcBef>
                <a:spcPts val="0"/>
              </a:spcBef>
              <a:spcAft>
                <a:spcPts val="0"/>
              </a:spcAft>
              <a:buSzPts val="2600"/>
              <a:buNone/>
              <a:defRPr sz="6933"/>
            </a:lvl7pPr>
            <a:lvl8pPr lvl="7" rtl="0">
              <a:spcBef>
                <a:spcPts val="0"/>
              </a:spcBef>
              <a:spcAft>
                <a:spcPts val="0"/>
              </a:spcAft>
              <a:buSzPts val="2600"/>
              <a:buNone/>
              <a:defRPr sz="6933"/>
            </a:lvl8pPr>
            <a:lvl9pPr lvl="8" rtl="0">
              <a:spcBef>
                <a:spcPts val="0"/>
              </a:spcBef>
              <a:spcAft>
                <a:spcPts val="0"/>
              </a:spcAft>
              <a:buSzPts val="2600"/>
              <a:buNone/>
              <a:defRPr sz="6933"/>
            </a:lvl9pPr>
          </a:lstStyle>
          <a:p>
            <a:r>
              <a:rPr lang="en-US" sz="6000" b="1" dirty="0">
                <a:solidFill>
                  <a:srgbClr val="006B64"/>
                </a:solidFill>
                <a:latin typeface="Helvetica Neue" panose="02000503000000020004" pitchFamily="2" charset="0"/>
                <a:ea typeface="Helvetica Neue" panose="02000503000000020004" pitchFamily="2" charset="0"/>
                <a:cs typeface="Helvetica Neue" panose="02000503000000020004" pitchFamily="2" charset="0"/>
              </a:rPr>
              <a:t>remove()</a:t>
            </a:r>
          </a:p>
        </p:txBody>
      </p:sp>
      <p:sp>
        <p:nvSpPr>
          <p:cNvPr id="4" name="TextBox 3">
            <a:extLst>
              <a:ext uri="{FF2B5EF4-FFF2-40B4-BE49-F238E27FC236}">
                <a16:creationId xmlns:a16="http://schemas.microsoft.com/office/drawing/2014/main" id="{C418AD37-FC2B-BC72-5C21-733A4E3E1D4A}"/>
              </a:ext>
            </a:extLst>
          </p:cNvPr>
          <p:cNvSpPr txBox="1"/>
          <p:nvPr/>
        </p:nvSpPr>
        <p:spPr>
          <a:xfrm>
            <a:off x="1270417" y="5953806"/>
            <a:ext cx="12194498" cy="1015663"/>
          </a:xfrm>
          <a:prstGeom prst="rect">
            <a:avLst/>
          </a:prstGeom>
          <a:noFill/>
        </p:spPr>
        <p:txBody>
          <a:bodyPr wrap="square">
            <a:spAutoFit/>
          </a:bodyPr>
          <a:lstStyle/>
          <a:p>
            <a:r>
              <a:rPr lang="en-US" sz="6000" b="0" dirty="0" err="1">
                <a:solidFill>
                  <a:srgbClr val="000000"/>
                </a:solidFill>
                <a:effectLst/>
                <a:latin typeface="Courier New" panose="02070309020205020404" pitchFamily="49" charset="0"/>
              </a:rPr>
              <a:t>my_list.remove</a:t>
            </a:r>
            <a:r>
              <a:rPr lang="en-US" sz="6000" b="0" dirty="0">
                <a:solidFill>
                  <a:srgbClr val="000000"/>
                </a:solidFill>
                <a:effectLst/>
                <a:latin typeface="Courier New" panose="02070309020205020404" pitchFamily="49" charset="0"/>
              </a:rPr>
              <a:t>(</a:t>
            </a:r>
            <a:r>
              <a:rPr lang="en-US" sz="6000" b="0" dirty="0">
                <a:solidFill>
                  <a:srgbClr val="098156"/>
                </a:solidFill>
                <a:effectLst/>
                <a:latin typeface="Courier New" panose="02070309020205020404" pitchFamily="49" charset="0"/>
              </a:rPr>
              <a:t>-2</a:t>
            </a:r>
            <a:r>
              <a:rPr lang="en-US" sz="6000" b="0" dirty="0">
                <a:solidFill>
                  <a:srgbClr val="000000"/>
                </a:solidFill>
                <a:effectLst/>
                <a:latin typeface="Courier New" panose="02070309020205020404" pitchFamily="49" charset="0"/>
              </a:rPr>
              <a:t>)</a:t>
            </a:r>
          </a:p>
        </p:txBody>
      </p:sp>
      <p:sp>
        <p:nvSpPr>
          <p:cNvPr id="6" name="TextBox 5">
            <a:extLst>
              <a:ext uri="{FF2B5EF4-FFF2-40B4-BE49-F238E27FC236}">
                <a16:creationId xmlns:a16="http://schemas.microsoft.com/office/drawing/2014/main" id="{93B0376D-0694-6367-CA76-7F204B023C43}"/>
              </a:ext>
            </a:extLst>
          </p:cNvPr>
          <p:cNvSpPr txBox="1"/>
          <p:nvPr/>
        </p:nvSpPr>
        <p:spPr>
          <a:xfrm>
            <a:off x="9877660" y="3599280"/>
            <a:ext cx="4609557" cy="1015663"/>
          </a:xfrm>
          <a:prstGeom prst="rect">
            <a:avLst/>
          </a:prstGeom>
          <a:noFill/>
        </p:spPr>
        <p:txBody>
          <a:bodyPr wrap="square">
            <a:spAutoFit/>
          </a:bodyPr>
          <a:lstStyle/>
          <a:p>
            <a:r>
              <a:rPr lang="en-US" sz="6000" b="0" dirty="0">
                <a:solidFill>
                  <a:srgbClr val="098156"/>
                </a:solidFill>
                <a:effectLst/>
                <a:latin typeface="Courier New" panose="02070309020205020404" pitchFamily="49" charset="0"/>
              </a:rPr>
              <a:t>5</a:t>
            </a:r>
            <a:r>
              <a:rPr lang="en-US" sz="6000" b="0" dirty="0">
                <a:effectLst/>
                <a:latin typeface="Courier New" panose="02070309020205020404" pitchFamily="49" charset="0"/>
              </a:rPr>
              <a:t>,</a:t>
            </a:r>
            <a:r>
              <a:rPr lang="en-US" sz="6000" b="0" dirty="0">
                <a:solidFill>
                  <a:srgbClr val="098156"/>
                </a:solidFill>
                <a:effectLst/>
                <a:latin typeface="Courier New" panose="02070309020205020404" pitchFamily="49" charset="0"/>
              </a:rPr>
              <a:t> 19</a:t>
            </a:r>
            <a:r>
              <a:rPr lang="en-US" sz="6000" b="0" dirty="0">
                <a:effectLst/>
                <a:latin typeface="Courier New" panose="02070309020205020404" pitchFamily="49" charset="0"/>
              </a:rPr>
              <a:t>,</a:t>
            </a:r>
            <a:r>
              <a:rPr lang="en-US" sz="6000" b="0" dirty="0">
                <a:solidFill>
                  <a:srgbClr val="098156"/>
                </a:solidFill>
                <a:effectLst/>
                <a:latin typeface="Courier New" panose="02070309020205020404" pitchFamily="49" charset="0"/>
              </a:rPr>
              <a:t> 8</a:t>
            </a:r>
            <a:r>
              <a:rPr lang="en-US" sz="6000" b="0" dirty="0">
                <a:solidFill>
                  <a:srgbClr val="000000"/>
                </a:solidFill>
                <a:effectLst/>
                <a:latin typeface="Courier New" panose="02070309020205020404" pitchFamily="49" charset="0"/>
              </a:rPr>
              <a:t>]</a:t>
            </a:r>
          </a:p>
        </p:txBody>
      </p:sp>
      <p:sp>
        <p:nvSpPr>
          <p:cNvPr id="8" name="TextBox 7">
            <a:extLst>
              <a:ext uri="{FF2B5EF4-FFF2-40B4-BE49-F238E27FC236}">
                <a16:creationId xmlns:a16="http://schemas.microsoft.com/office/drawing/2014/main" id="{9547F129-8551-669E-1E76-50F097C304EA}"/>
              </a:ext>
            </a:extLst>
          </p:cNvPr>
          <p:cNvSpPr txBox="1"/>
          <p:nvPr/>
        </p:nvSpPr>
        <p:spPr>
          <a:xfrm>
            <a:off x="1270417" y="6969469"/>
            <a:ext cx="12194498" cy="1015663"/>
          </a:xfrm>
          <a:prstGeom prst="rect">
            <a:avLst/>
          </a:prstGeom>
          <a:noFill/>
        </p:spPr>
        <p:txBody>
          <a:bodyPr wrap="square">
            <a:spAutoFit/>
          </a:bodyPr>
          <a:lstStyle/>
          <a:p>
            <a:r>
              <a:rPr lang="en-US" sz="6000" b="0" dirty="0" err="1">
                <a:solidFill>
                  <a:srgbClr val="000000"/>
                </a:solidFill>
                <a:effectLst/>
                <a:latin typeface="Courier New" panose="02070309020205020404" pitchFamily="49" charset="0"/>
              </a:rPr>
              <a:t>my_list.remove</a:t>
            </a:r>
            <a:r>
              <a:rPr lang="en-US" sz="6000" b="0" dirty="0">
                <a:solidFill>
                  <a:srgbClr val="000000"/>
                </a:solidFill>
                <a:effectLst/>
                <a:latin typeface="Courier New" panose="02070309020205020404" pitchFamily="49" charset="0"/>
              </a:rPr>
              <a:t>(</a:t>
            </a:r>
            <a:r>
              <a:rPr lang="en-US" sz="6000" dirty="0">
                <a:solidFill>
                  <a:srgbClr val="098156"/>
                </a:solidFill>
                <a:latin typeface="Courier New" panose="02070309020205020404" pitchFamily="49" charset="0"/>
              </a:rPr>
              <a:t>19</a:t>
            </a:r>
            <a:r>
              <a:rPr lang="en-US" sz="6000" b="0" dirty="0">
                <a:solidFill>
                  <a:srgbClr val="000000"/>
                </a:solidFill>
                <a:effectLst/>
                <a:latin typeface="Courier New" panose="02070309020205020404" pitchFamily="49" charset="0"/>
              </a:rPr>
              <a:t>)</a:t>
            </a:r>
          </a:p>
        </p:txBody>
      </p:sp>
      <p:sp>
        <p:nvSpPr>
          <p:cNvPr id="9" name="Rectangle 8">
            <a:extLst>
              <a:ext uri="{FF2B5EF4-FFF2-40B4-BE49-F238E27FC236}">
                <a16:creationId xmlns:a16="http://schemas.microsoft.com/office/drawing/2014/main" id="{8190BD9B-CB79-4B6F-1A3A-B3285628A6FA}"/>
              </a:ext>
            </a:extLst>
          </p:cNvPr>
          <p:cNvSpPr/>
          <p:nvPr/>
        </p:nvSpPr>
        <p:spPr>
          <a:xfrm>
            <a:off x="5306518" y="3717562"/>
            <a:ext cx="1049312" cy="718956"/>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1A0EFE8B-0E92-9882-C565-CA9CDD2C7DFA}"/>
              </a:ext>
            </a:extLst>
          </p:cNvPr>
          <p:cNvSpPr txBox="1"/>
          <p:nvPr/>
        </p:nvSpPr>
        <p:spPr>
          <a:xfrm>
            <a:off x="4846300" y="3599285"/>
            <a:ext cx="5062198" cy="1015663"/>
          </a:xfrm>
          <a:prstGeom prst="rect">
            <a:avLst/>
          </a:prstGeom>
          <a:noFill/>
        </p:spPr>
        <p:txBody>
          <a:bodyPr wrap="square">
            <a:spAutoFit/>
          </a:bodyPr>
          <a:lstStyle/>
          <a:p>
            <a:r>
              <a:rPr lang="en-US" sz="6000" b="0" dirty="0">
                <a:solidFill>
                  <a:srgbClr val="000000"/>
                </a:solidFill>
                <a:effectLst/>
                <a:latin typeface="Courier New" panose="02070309020205020404" pitchFamily="49" charset="0"/>
              </a:rPr>
              <a:t>[</a:t>
            </a:r>
            <a:r>
              <a:rPr lang="en-US" sz="6000" b="0" dirty="0">
                <a:solidFill>
                  <a:srgbClr val="098156"/>
                </a:solidFill>
                <a:effectLst/>
                <a:latin typeface="Courier New" panose="02070309020205020404" pitchFamily="49" charset="0"/>
              </a:rPr>
              <a:t>3</a:t>
            </a:r>
            <a:r>
              <a:rPr lang="en-US" sz="6000" b="0" dirty="0">
                <a:solidFill>
                  <a:srgbClr val="000000"/>
                </a:solidFill>
                <a:effectLst/>
                <a:latin typeface="Courier New" panose="02070309020205020404" pitchFamily="49" charset="0"/>
              </a:rPr>
              <a:t>, </a:t>
            </a:r>
            <a:r>
              <a:rPr lang="en-US" sz="6000" b="0" dirty="0">
                <a:solidFill>
                  <a:srgbClr val="098156"/>
                </a:solidFill>
                <a:effectLst/>
                <a:latin typeface="Courier New" panose="02070309020205020404" pitchFamily="49" charset="0"/>
              </a:rPr>
              <a:t>14</a:t>
            </a:r>
            <a:r>
              <a:rPr lang="en-US" sz="6000" b="0" dirty="0">
                <a:solidFill>
                  <a:srgbClr val="000000"/>
                </a:solidFill>
                <a:effectLst/>
                <a:latin typeface="Courier New" panose="02070309020205020404" pitchFamily="49" charset="0"/>
              </a:rPr>
              <a:t>, </a:t>
            </a:r>
            <a:r>
              <a:rPr lang="en-US" sz="6000" b="0" dirty="0">
                <a:solidFill>
                  <a:srgbClr val="098156"/>
                </a:solidFill>
                <a:effectLst/>
                <a:latin typeface="Courier New" panose="02070309020205020404" pitchFamily="49" charset="0"/>
              </a:rPr>
              <a:t>0</a:t>
            </a:r>
            <a:r>
              <a:rPr lang="en-US" sz="6000" b="0" dirty="0">
                <a:solidFill>
                  <a:srgbClr val="000000"/>
                </a:solidFill>
                <a:effectLst/>
                <a:latin typeface="Courier New" panose="02070309020205020404" pitchFamily="49" charset="0"/>
              </a:rPr>
              <a:t>, </a:t>
            </a:r>
          </a:p>
        </p:txBody>
      </p:sp>
    </p:spTree>
    <p:extLst>
      <p:ext uri="{BB962C8B-B14F-4D97-AF65-F5344CB8AC3E}">
        <p14:creationId xmlns:p14="http://schemas.microsoft.com/office/powerpoint/2010/main" val="84024652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1"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par>
                          <p:cTn id="11" fill="hold">
                            <p:stCondLst>
                              <p:cond delay="0"/>
                            </p:stCondLst>
                            <p:childTnLst>
                              <p:par>
                                <p:cTn id="12" presetID="0" presetClass="path" presetSubtype="0" accel="50000" decel="50000" fill="hold" grpId="0" nodeType="afterEffect">
                                  <p:stCondLst>
                                    <p:cond delay="200"/>
                                  </p:stCondLst>
                                  <p:childTnLst>
                                    <p:animMotion origin="layout" path="M 3.52819E-6 -2.22222E-6 L 0.24463 0.00243 " pathEditMode="relative" rAng="0" ptsTypes="AA">
                                      <p:cBhvr>
                                        <p:cTn id="13" dur="1500" fill="hold"/>
                                        <p:tgtEl>
                                          <p:spTgt spid="9"/>
                                        </p:tgtEl>
                                        <p:attrNameLst>
                                          <p:attrName>ppt_x</p:attrName>
                                          <p:attrName>ppt_y</p:attrName>
                                        </p:attrNameLst>
                                      </p:cBhvr>
                                      <p:rCtr x="12231" y="116"/>
                                    </p:animMotion>
                                  </p:childTnLst>
                                </p:cTn>
                              </p:par>
                            </p:childTnLst>
                          </p:cTn>
                        </p:par>
                        <p:par>
                          <p:cTn id="14" fill="hold">
                            <p:stCondLst>
                              <p:cond delay="1700"/>
                            </p:stCondLst>
                            <p:childTnLst>
                              <p:par>
                                <p:cTn id="15" presetID="1" presetClass="entr" presetSubtype="0" fill="hold" grpId="0" nodeType="after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xit" presetSubtype="0" fill="hold" grpId="0" nodeType="withEffect">
                                  <p:stCondLst>
                                    <p:cond delay="0"/>
                                  </p:stCondLst>
                                  <p:childTnLst>
                                    <p:set>
                                      <p:cBhvr>
                                        <p:cTn id="22" dur="1" fill="hold">
                                          <p:stCondLst>
                                            <p:cond delay="0"/>
                                          </p:stCondLst>
                                        </p:cTn>
                                        <p:tgtEl>
                                          <p:spTgt spid="6"/>
                                        </p:tgtEl>
                                        <p:attrNameLst>
                                          <p:attrName>style.visibility</p:attrName>
                                        </p:attrNameLst>
                                      </p:cBhvr>
                                      <p:to>
                                        <p:strVal val="hidden"/>
                                      </p:to>
                                    </p:set>
                                  </p:childTnLst>
                                </p:cTn>
                              </p:par>
                              <p:par>
                                <p:cTn id="23" presetID="1" presetClass="exit"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P spid="6" grpId="0"/>
      <p:bldP spid="8" grpId="0"/>
      <p:bldP spid="9" grpId="0" animBg="1"/>
      <p:bldP spid="9" grpId="1" animBg="1"/>
      <p:bldP spid="1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sp>
        <p:nvSpPr>
          <p:cNvPr id="2" name="Google Shape;412;p56">
            <a:extLst>
              <a:ext uri="{FF2B5EF4-FFF2-40B4-BE49-F238E27FC236}">
                <a16:creationId xmlns:a16="http://schemas.microsoft.com/office/drawing/2014/main" id="{4E5DC0DC-DCEB-F4EA-FA06-D349E1D17C1C}"/>
              </a:ext>
            </a:extLst>
          </p:cNvPr>
          <p:cNvSpPr txBox="1">
            <a:spLocks/>
          </p:cNvSpPr>
          <p:nvPr/>
        </p:nvSpPr>
        <p:spPr>
          <a:xfrm>
            <a:off x="298453" y="249400"/>
            <a:ext cx="20503200" cy="1427200"/>
          </a:xfrm>
          <a:prstGeom prst="rect">
            <a:avLst/>
          </a:prstGeom>
        </p:spPr>
        <p:txBody>
          <a:bodyPr spcFirstLastPara="1" vert="horz" wrap="square" lIns="243800" tIns="243800" rIns="243800" bIns="243800" rtlCol="0" anchor="t" anchorCtr="0">
            <a:normAutofit/>
          </a:bodyPr>
          <a:lstStyle>
            <a:lvl1pPr lvl="0" algn="l" defTabSz="1828800" rtl="0" eaLnBrk="1" latinLnBrk="0" hangingPunct="1">
              <a:lnSpc>
                <a:spcPct val="90000"/>
              </a:lnSpc>
              <a:spcBef>
                <a:spcPts val="0"/>
              </a:spcBef>
              <a:spcAft>
                <a:spcPts val="0"/>
              </a:spcAft>
              <a:buSzPts val="2600"/>
              <a:buNone/>
              <a:defRPr sz="6933" kern="1200">
                <a:solidFill>
                  <a:schemeClr val="tx1"/>
                </a:solidFill>
                <a:latin typeface="+mj-lt"/>
                <a:ea typeface="+mj-ea"/>
                <a:cs typeface="+mj-cs"/>
              </a:defRPr>
            </a:lvl1pPr>
            <a:lvl2pPr lvl="1" rtl="0">
              <a:spcBef>
                <a:spcPts val="0"/>
              </a:spcBef>
              <a:spcAft>
                <a:spcPts val="0"/>
              </a:spcAft>
              <a:buSzPts val="2600"/>
              <a:buNone/>
              <a:defRPr sz="6933"/>
            </a:lvl2pPr>
            <a:lvl3pPr lvl="2" rtl="0">
              <a:spcBef>
                <a:spcPts val="0"/>
              </a:spcBef>
              <a:spcAft>
                <a:spcPts val="0"/>
              </a:spcAft>
              <a:buSzPts val="2600"/>
              <a:buNone/>
              <a:defRPr sz="6933"/>
            </a:lvl3pPr>
            <a:lvl4pPr lvl="3" rtl="0">
              <a:spcBef>
                <a:spcPts val="0"/>
              </a:spcBef>
              <a:spcAft>
                <a:spcPts val="0"/>
              </a:spcAft>
              <a:buSzPts val="2600"/>
              <a:buNone/>
              <a:defRPr sz="6933"/>
            </a:lvl4pPr>
            <a:lvl5pPr lvl="4" rtl="0">
              <a:spcBef>
                <a:spcPts val="0"/>
              </a:spcBef>
              <a:spcAft>
                <a:spcPts val="0"/>
              </a:spcAft>
              <a:buSzPts val="2600"/>
              <a:buNone/>
              <a:defRPr sz="6933"/>
            </a:lvl5pPr>
            <a:lvl6pPr lvl="5" rtl="0">
              <a:spcBef>
                <a:spcPts val="0"/>
              </a:spcBef>
              <a:spcAft>
                <a:spcPts val="0"/>
              </a:spcAft>
              <a:buSzPts val="2600"/>
              <a:buNone/>
              <a:defRPr sz="6933"/>
            </a:lvl6pPr>
            <a:lvl7pPr lvl="6" rtl="0">
              <a:spcBef>
                <a:spcPts val="0"/>
              </a:spcBef>
              <a:spcAft>
                <a:spcPts val="0"/>
              </a:spcAft>
              <a:buSzPts val="2600"/>
              <a:buNone/>
              <a:defRPr sz="6933"/>
            </a:lvl7pPr>
            <a:lvl8pPr lvl="7" rtl="0">
              <a:spcBef>
                <a:spcPts val="0"/>
              </a:spcBef>
              <a:spcAft>
                <a:spcPts val="0"/>
              </a:spcAft>
              <a:buSzPts val="2600"/>
              <a:buNone/>
              <a:defRPr sz="6933"/>
            </a:lvl8pPr>
            <a:lvl9pPr lvl="8" rtl="0">
              <a:spcBef>
                <a:spcPts val="0"/>
              </a:spcBef>
              <a:spcAft>
                <a:spcPts val="0"/>
              </a:spcAft>
              <a:buSzPts val="2600"/>
              <a:buNone/>
              <a:defRPr sz="6933"/>
            </a:lvl9pPr>
          </a:lstStyle>
          <a:p>
            <a:r>
              <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List Manipulation</a:t>
            </a:r>
          </a:p>
        </p:txBody>
      </p:sp>
      <p:sp>
        <p:nvSpPr>
          <p:cNvPr id="3" name="Google Shape;412;p56">
            <a:extLst>
              <a:ext uri="{FF2B5EF4-FFF2-40B4-BE49-F238E27FC236}">
                <a16:creationId xmlns:a16="http://schemas.microsoft.com/office/drawing/2014/main" id="{D91AA8B2-6D4C-AEDC-81A7-C8190312A9C2}"/>
              </a:ext>
            </a:extLst>
          </p:cNvPr>
          <p:cNvSpPr txBox="1">
            <a:spLocks/>
          </p:cNvSpPr>
          <p:nvPr/>
        </p:nvSpPr>
        <p:spPr>
          <a:xfrm>
            <a:off x="296105" y="1175521"/>
            <a:ext cx="20503200" cy="1427200"/>
          </a:xfrm>
          <a:prstGeom prst="rect">
            <a:avLst/>
          </a:prstGeom>
        </p:spPr>
        <p:txBody>
          <a:bodyPr spcFirstLastPara="1" vert="horz" wrap="square" lIns="243800" tIns="243800" rIns="243800" bIns="243800" rtlCol="0" anchor="t" anchorCtr="0">
            <a:normAutofit fontScale="97500"/>
          </a:bodyPr>
          <a:lstStyle>
            <a:lvl1pPr lvl="0" algn="l" defTabSz="1828800" rtl="0" eaLnBrk="1" latinLnBrk="0" hangingPunct="1">
              <a:lnSpc>
                <a:spcPct val="90000"/>
              </a:lnSpc>
              <a:spcBef>
                <a:spcPts val="0"/>
              </a:spcBef>
              <a:spcAft>
                <a:spcPts val="0"/>
              </a:spcAft>
              <a:buSzPts val="2600"/>
              <a:buNone/>
              <a:defRPr sz="6933" kern="1200">
                <a:solidFill>
                  <a:schemeClr val="tx1"/>
                </a:solidFill>
                <a:latin typeface="+mj-lt"/>
                <a:ea typeface="+mj-ea"/>
                <a:cs typeface="+mj-cs"/>
              </a:defRPr>
            </a:lvl1pPr>
            <a:lvl2pPr lvl="1" rtl="0">
              <a:spcBef>
                <a:spcPts val="0"/>
              </a:spcBef>
              <a:spcAft>
                <a:spcPts val="0"/>
              </a:spcAft>
              <a:buSzPts val="2600"/>
              <a:buNone/>
              <a:defRPr sz="6933"/>
            </a:lvl2pPr>
            <a:lvl3pPr lvl="2" rtl="0">
              <a:spcBef>
                <a:spcPts val="0"/>
              </a:spcBef>
              <a:spcAft>
                <a:spcPts val="0"/>
              </a:spcAft>
              <a:buSzPts val="2600"/>
              <a:buNone/>
              <a:defRPr sz="6933"/>
            </a:lvl3pPr>
            <a:lvl4pPr lvl="3" rtl="0">
              <a:spcBef>
                <a:spcPts val="0"/>
              </a:spcBef>
              <a:spcAft>
                <a:spcPts val="0"/>
              </a:spcAft>
              <a:buSzPts val="2600"/>
              <a:buNone/>
              <a:defRPr sz="6933"/>
            </a:lvl4pPr>
            <a:lvl5pPr lvl="4" rtl="0">
              <a:spcBef>
                <a:spcPts val="0"/>
              </a:spcBef>
              <a:spcAft>
                <a:spcPts val="0"/>
              </a:spcAft>
              <a:buSzPts val="2600"/>
              <a:buNone/>
              <a:defRPr sz="6933"/>
            </a:lvl5pPr>
            <a:lvl6pPr lvl="5" rtl="0">
              <a:spcBef>
                <a:spcPts val="0"/>
              </a:spcBef>
              <a:spcAft>
                <a:spcPts val="0"/>
              </a:spcAft>
              <a:buSzPts val="2600"/>
              <a:buNone/>
              <a:defRPr sz="6933"/>
            </a:lvl6pPr>
            <a:lvl7pPr lvl="6" rtl="0">
              <a:spcBef>
                <a:spcPts val="0"/>
              </a:spcBef>
              <a:spcAft>
                <a:spcPts val="0"/>
              </a:spcAft>
              <a:buSzPts val="2600"/>
              <a:buNone/>
              <a:defRPr sz="6933"/>
            </a:lvl7pPr>
            <a:lvl8pPr lvl="7" rtl="0">
              <a:spcBef>
                <a:spcPts val="0"/>
              </a:spcBef>
              <a:spcAft>
                <a:spcPts val="0"/>
              </a:spcAft>
              <a:buSzPts val="2600"/>
              <a:buNone/>
              <a:defRPr sz="6933"/>
            </a:lvl8pPr>
            <a:lvl9pPr lvl="8" rtl="0">
              <a:spcBef>
                <a:spcPts val="0"/>
              </a:spcBef>
              <a:spcAft>
                <a:spcPts val="0"/>
              </a:spcAft>
              <a:buSzPts val="2600"/>
              <a:buNone/>
              <a:defRPr sz="6933"/>
            </a:lvl9pPr>
          </a:lstStyle>
          <a:p>
            <a:r>
              <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List Operations</a:t>
            </a:r>
          </a:p>
        </p:txBody>
      </p:sp>
      <p:sp>
        <p:nvSpPr>
          <p:cNvPr id="7" name="Google Shape;412;p56">
            <a:extLst>
              <a:ext uri="{FF2B5EF4-FFF2-40B4-BE49-F238E27FC236}">
                <a16:creationId xmlns:a16="http://schemas.microsoft.com/office/drawing/2014/main" id="{1DF98835-E352-EAD3-E001-8739AE1A0C64}"/>
              </a:ext>
            </a:extLst>
          </p:cNvPr>
          <p:cNvSpPr txBox="1">
            <a:spLocks/>
          </p:cNvSpPr>
          <p:nvPr/>
        </p:nvSpPr>
        <p:spPr>
          <a:xfrm>
            <a:off x="298605" y="2092419"/>
            <a:ext cx="20503200" cy="1427200"/>
          </a:xfrm>
          <a:prstGeom prst="rect">
            <a:avLst/>
          </a:prstGeom>
        </p:spPr>
        <p:txBody>
          <a:bodyPr spcFirstLastPara="1" vert="horz" wrap="square" lIns="243800" tIns="243800" rIns="243800" bIns="243800" rtlCol="0" anchor="t" anchorCtr="0">
            <a:normAutofit fontScale="97500"/>
          </a:bodyPr>
          <a:lstStyle>
            <a:lvl1pPr lvl="0" algn="l" defTabSz="1828800" rtl="0" eaLnBrk="1" latinLnBrk="0" hangingPunct="1">
              <a:lnSpc>
                <a:spcPct val="90000"/>
              </a:lnSpc>
              <a:spcBef>
                <a:spcPts val="0"/>
              </a:spcBef>
              <a:spcAft>
                <a:spcPts val="0"/>
              </a:spcAft>
              <a:buSzPts val="2600"/>
              <a:buNone/>
              <a:defRPr sz="6933" kern="1200">
                <a:solidFill>
                  <a:schemeClr val="tx1"/>
                </a:solidFill>
                <a:latin typeface="+mj-lt"/>
                <a:ea typeface="+mj-ea"/>
                <a:cs typeface="+mj-cs"/>
              </a:defRPr>
            </a:lvl1pPr>
            <a:lvl2pPr lvl="1" rtl="0">
              <a:spcBef>
                <a:spcPts val="0"/>
              </a:spcBef>
              <a:spcAft>
                <a:spcPts val="0"/>
              </a:spcAft>
              <a:buSzPts val="2600"/>
              <a:buNone/>
              <a:defRPr sz="6933"/>
            </a:lvl2pPr>
            <a:lvl3pPr lvl="2" rtl="0">
              <a:spcBef>
                <a:spcPts val="0"/>
              </a:spcBef>
              <a:spcAft>
                <a:spcPts val="0"/>
              </a:spcAft>
              <a:buSzPts val="2600"/>
              <a:buNone/>
              <a:defRPr sz="6933"/>
            </a:lvl3pPr>
            <a:lvl4pPr lvl="3" rtl="0">
              <a:spcBef>
                <a:spcPts val="0"/>
              </a:spcBef>
              <a:spcAft>
                <a:spcPts val="0"/>
              </a:spcAft>
              <a:buSzPts val="2600"/>
              <a:buNone/>
              <a:defRPr sz="6933"/>
            </a:lvl4pPr>
            <a:lvl5pPr lvl="4" rtl="0">
              <a:spcBef>
                <a:spcPts val="0"/>
              </a:spcBef>
              <a:spcAft>
                <a:spcPts val="0"/>
              </a:spcAft>
              <a:buSzPts val="2600"/>
              <a:buNone/>
              <a:defRPr sz="6933"/>
            </a:lvl5pPr>
            <a:lvl6pPr lvl="5" rtl="0">
              <a:spcBef>
                <a:spcPts val="0"/>
              </a:spcBef>
              <a:spcAft>
                <a:spcPts val="0"/>
              </a:spcAft>
              <a:buSzPts val="2600"/>
              <a:buNone/>
              <a:defRPr sz="6933"/>
            </a:lvl6pPr>
            <a:lvl7pPr lvl="6" rtl="0">
              <a:spcBef>
                <a:spcPts val="0"/>
              </a:spcBef>
              <a:spcAft>
                <a:spcPts val="0"/>
              </a:spcAft>
              <a:buSzPts val="2600"/>
              <a:buNone/>
              <a:defRPr sz="6933"/>
            </a:lvl7pPr>
            <a:lvl8pPr lvl="7" rtl="0">
              <a:spcBef>
                <a:spcPts val="0"/>
              </a:spcBef>
              <a:spcAft>
                <a:spcPts val="0"/>
              </a:spcAft>
              <a:buSzPts val="2600"/>
              <a:buNone/>
              <a:defRPr sz="6933"/>
            </a:lvl8pPr>
            <a:lvl9pPr lvl="8" rtl="0">
              <a:spcBef>
                <a:spcPts val="0"/>
              </a:spcBef>
              <a:spcAft>
                <a:spcPts val="0"/>
              </a:spcAft>
              <a:buSzPts val="2600"/>
              <a:buNone/>
              <a:defRPr sz="6933"/>
            </a:lvl9pPr>
          </a:lstStyle>
          <a:p>
            <a:r>
              <a:rPr lang="en-US" sz="6000" b="1" dirty="0">
                <a:solidFill>
                  <a:srgbClr val="006B64"/>
                </a:solidFill>
                <a:latin typeface="Helvetica Neue" panose="02000503000000020004" pitchFamily="2" charset="0"/>
                <a:ea typeface="Helvetica Neue" panose="02000503000000020004" pitchFamily="2" charset="0"/>
                <a:cs typeface="Helvetica Neue" panose="02000503000000020004" pitchFamily="2" charset="0"/>
              </a:rPr>
              <a:t>remove()</a:t>
            </a:r>
          </a:p>
        </p:txBody>
      </p:sp>
      <p:sp>
        <p:nvSpPr>
          <p:cNvPr id="4" name="TextBox 3">
            <a:extLst>
              <a:ext uri="{FF2B5EF4-FFF2-40B4-BE49-F238E27FC236}">
                <a16:creationId xmlns:a16="http://schemas.microsoft.com/office/drawing/2014/main" id="{3CFB051A-9364-6FF8-ABB0-818D63159FD6}"/>
              </a:ext>
            </a:extLst>
          </p:cNvPr>
          <p:cNvSpPr txBox="1"/>
          <p:nvPr/>
        </p:nvSpPr>
        <p:spPr>
          <a:xfrm>
            <a:off x="1270417" y="5953806"/>
            <a:ext cx="12194498" cy="1015663"/>
          </a:xfrm>
          <a:prstGeom prst="rect">
            <a:avLst/>
          </a:prstGeom>
          <a:noFill/>
        </p:spPr>
        <p:txBody>
          <a:bodyPr wrap="square">
            <a:spAutoFit/>
          </a:bodyPr>
          <a:lstStyle/>
          <a:p>
            <a:r>
              <a:rPr lang="en-US" sz="6000" b="0" dirty="0" err="1">
                <a:solidFill>
                  <a:srgbClr val="000000"/>
                </a:solidFill>
                <a:effectLst/>
                <a:latin typeface="Courier New" panose="02070309020205020404" pitchFamily="49" charset="0"/>
              </a:rPr>
              <a:t>my_list.remove</a:t>
            </a:r>
            <a:r>
              <a:rPr lang="en-US" sz="6000" b="0" dirty="0">
                <a:solidFill>
                  <a:srgbClr val="000000"/>
                </a:solidFill>
                <a:effectLst/>
                <a:latin typeface="Courier New" panose="02070309020205020404" pitchFamily="49" charset="0"/>
              </a:rPr>
              <a:t>(</a:t>
            </a:r>
            <a:r>
              <a:rPr lang="en-US" sz="6000" b="0" dirty="0">
                <a:solidFill>
                  <a:srgbClr val="098156"/>
                </a:solidFill>
                <a:effectLst/>
                <a:latin typeface="Courier New" panose="02070309020205020404" pitchFamily="49" charset="0"/>
              </a:rPr>
              <a:t>-2</a:t>
            </a:r>
            <a:r>
              <a:rPr lang="en-US" sz="6000" b="0" dirty="0">
                <a:solidFill>
                  <a:srgbClr val="000000"/>
                </a:solidFill>
                <a:effectLst/>
                <a:latin typeface="Courier New" panose="02070309020205020404" pitchFamily="49" charset="0"/>
              </a:rPr>
              <a:t>)</a:t>
            </a:r>
          </a:p>
        </p:txBody>
      </p:sp>
      <p:sp>
        <p:nvSpPr>
          <p:cNvPr id="5" name="TextBox 4">
            <a:extLst>
              <a:ext uri="{FF2B5EF4-FFF2-40B4-BE49-F238E27FC236}">
                <a16:creationId xmlns:a16="http://schemas.microsoft.com/office/drawing/2014/main" id="{04A52E2B-F3AD-5C6C-69BA-8CDEC746CF92}"/>
              </a:ext>
            </a:extLst>
          </p:cNvPr>
          <p:cNvSpPr txBox="1"/>
          <p:nvPr/>
        </p:nvSpPr>
        <p:spPr>
          <a:xfrm>
            <a:off x="1270417" y="6969469"/>
            <a:ext cx="12194498" cy="1015663"/>
          </a:xfrm>
          <a:prstGeom prst="rect">
            <a:avLst/>
          </a:prstGeom>
          <a:noFill/>
        </p:spPr>
        <p:txBody>
          <a:bodyPr wrap="square">
            <a:spAutoFit/>
          </a:bodyPr>
          <a:lstStyle/>
          <a:p>
            <a:r>
              <a:rPr lang="en-US" sz="6000" b="0" dirty="0" err="1">
                <a:solidFill>
                  <a:srgbClr val="000000"/>
                </a:solidFill>
                <a:effectLst/>
                <a:latin typeface="Courier New" panose="02070309020205020404" pitchFamily="49" charset="0"/>
              </a:rPr>
              <a:t>my_list.remove</a:t>
            </a:r>
            <a:r>
              <a:rPr lang="en-US" sz="6000" b="0" dirty="0">
                <a:solidFill>
                  <a:srgbClr val="000000"/>
                </a:solidFill>
                <a:effectLst/>
                <a:latin typeface="Courier New" panose="02070309020205020404" pitchFamily="49" charset="0"/>
              </a:rPr>
              <a:t>(</a:t>
            </a:r>
            <a:r>
              <a:rPr lang="en-US" sz="6000" dirty="0">
                <a:solidFill>
                  <a:srgbClr val="098156"/>
                </a:solidFill>
                <a:latin typeface="Courier New" panose="02070309020205020404" pitchFamily="49" charset="0"/>
              </a:rPr>
              <a:t>19</a:t>
            </a:r>
            <a:r>
              <a:rPr lang="en-US" sz="6000" b="0" dirty="0">
                <a:solidFill>
                  <a:srgbClr val="000000"/>
                </a:solidFill>
                <a:effectLst/>
                <a:latin typeface="Courier New" panose="02070309020205020404" pitchFamily="49" charset="0"/>
              </a:rPr>
              <a:t>)</a:t>
            </a:r>
          </a:p>
        </p:txBody>
      </p:sp>
      <p:sp>
        <p:nvSpPr>
          <p:cNvPr id="6" name="TextBox 5">
            <a:extLst>
              <a:ext uri="{FF2B5EF4-FFF2-40B4-BE49-F238E27FC236}">
                <a16:creationId xmlns:a16="http://schemas.microsoft.com/office/drawing/2014/main" id="{72157422-5CD5-E175-C7C0-AB32066A5E96}"/>
              </a:ext>
            </a:extLst>
          </p:cNvPr>
          <p:cNvSpPr txBox="1"/>
          <p:nvPr/>
        </p:nvSpPr>
        <p:spPr>
          <a:xfrm>
            <a:off x="4846297" y="3599283"/>
            <a:ext cx="6846031" cy="1015663"/>
          </a:xfrm>
          <a:prstGeom prst="rect">
            <a:avLst/>
          </a:prstGeom>
          <a:noFill/>
        </p:spPr>
        <p:txBody>
          <a:bodyPr wrap="square">
            <a:spAutoFit/>
          </a:bodyPr>
          <a:lstStyle/>
          <a:p>
            <a:r>
              <a:rPr lang="en-US" sz="6000" b="0" dirty="0">
                <a:solidFill>
                  <a:srgbClr val="000000"/>
                </a:solidFill>
                <a:effectLst/>
                <a:latin typeface="Courier New" panose="02070309020205020404" pitchFamily="49" charset="0"/>
              </a:rPr>
              <a:t>[</a:t>
            </a:r>
            <a:r>
              <a:rPr lang="en-US" sz="6000" b="0" dirty="0">
                <a:solidFill>
                  <a:srgbClr val="098156"/>
                </a:solidFill>
                <a:effectLst/>
                <a:latin typeface="Courier New" panose="02070309020205020404" pitchFamily="49" charset="0"/>
              </a:rPr>
              <a:t>3</a:t>
            </a:r>
            <a:r>
              <a:rPr lang="en-US" sz="6000" b="0" dirty="0">
                <a:solidFill>
                  <a:srgbClr val="000000"/>
                </a:solidFill>
                <a:effectLst/>
                <a:latin typeface="Courier New" panose="02070309020205020404" pitchFamily="49" charset="0"/>
              </a:rPr>
              <a:t>, </a:t>
            </a:r>
            <a:r>
              <a:rPr lang="en-US" sz="6000" b="0" dirty="0">
                <a:solidFill>
                  <a:srgbClr val="098156"/>
                </a:solidFill>
                <a:effectLst/>
                <a:latin typeface="Courier New" panose="02070309020205020404" pitchFamily="49" charset="0"/>
              </a:rPr>
              <a:t>14</a:t>
            </a:r>
            <a:r>
              <a:rPr lang="en-US" sz="6000" b="0" dirty="0">
                <a:solidFill>
                  <a:srgbClr val="000000"/>
                </a:solidFill>
                <a:effectLst/>
                <a:latin typeface="Courier New" panose="02070309020205020404" pitchFamily="49" charset="0"/>
              </a:rPr>
              <a:t>, </a:t>
            </a:r>
            <a:r>
              <a:rPr lang="en-US" sz="6000" b="0" dirty="0">
                <a:solidFill>
                  <a:srgbClr val="098156"/>
                </a:solidFill>
                <a:effectLst/>
                <a:latin typeface="Courier New" panose="02070309020205020404" pitchFamily="49" charset="0"/>
              </a:rPr>
              <a:t>0</a:t>
            </a:r>
            <a:r>
              <a:rPr lang="en-US" sz="6000" b="0" dirty="0">
                <a:solidFill>
                  <a:srgbClr val="000000"/>
                </a:solidFill>
                <a:effectLst/>
                <a:latin typeface="Courier New" panose="02070309020205020404" pitchFamily="49" charset="0"/>
              </a:rPr>
              <a:t>, </a:t>
            </a:r>
            <a:r>
              <a:rPr lang="en-US" sz="6000" dirty="0">
                <a:solidFill>
                  <a:srgbClr val="098156"/>
                </a:solidFill>
                <a:latin typeface="Courier New" panose="02070309020205020404" pitchFamily="49" charset="0"/>
              </a:rPr>
              <a:t>5</a:t>
            </a:r>
            <a:r>
              <a:rPr lang="en-US" sz="6000" b="0" dirty="0">
                <a:solidFill>
                  <a:srgbClr val="000000"/>
                </a:solidFill>
                <a:effectLst/>
                <a:latin typeface="Courier New" panose="02070309020205020404" pitchFamily="49" charset="0"/>
              </a:rPr>
              <a:t>, </a:t>
            </a:r>
          </a:p>
        </p:txBody>
      </p:sp>
      <p:sp>
        <p:nvSpPr>
          <p:cNvPr id="8" name="TextBox 7">
            <a:extLst>
              <a:ext uri="{FF2B5EF4-FFF2-40B4-BE49-F238E27FC236}">
                <a16:creationId xmlns:a16="http://schemas.microsoft.com/office/drawing/2014/main" id="{EFBACF90-0EE1-B1CE-2A28-35ED7938EF0A}"/>
              </a:ext>
            </a:extLst>
          </p:cNvPr>
          <p:cNvSpPr txBox="1"/>
          <p:nvPr/>
        </p:nvSpPr>
        <p:spPr>
          <a:xfrm>
            <a:off x="11247778" y="3599283"/>
            <a:ext cx="1222218" cy="1015663"/>
          </a:xfrm>
          <a:prstGeom prst="rect">
            <a:avLst/>
          </a:prstGeom>
          <a:noFill/>
        </p:spPr>
        <p:txBody>
          <a:bodyPr wrap="square">
            <a:spAutoFit/>
          </a:bodyPr>
          <a:lstStyle/>
          <a:p>
            <a:r>
              <a:rPr lang="en-US" sz="6000" b="0" dirty="0">
                <a:solidFill>
                  <a:srgbClr val="098156"/>
                </a:solidFill>
                <a:effectLst/>
                <a:latin typeface="Courier New" panose="02070309020205020404" pitchFamily="49" charset="0"/>
              </a:rPr>
              <a:t>8</a:t>
            </a:r>
            <a:r>
              <a:rPr lang="en-US" sz="6000" b="0" dirty="0">
                <a:solidFill>
                  <a:srgbClr val="000000"/>
                </a:solidFill>
                <a:effectLst/>
                <a:latin typeface="Courier New" panose="02070309020205020404" pitchFamily="49" charset="0"/>
              </a:rPr>
              <a:t>]</a:t>
            </a:r>
          </a:p>
        </p:txBody>
      </p:sp>
      <p:sp>
        <p:nvSpPr>
          <p:cNvPr id="9" name="TextBox 8">
            <a:extLst>
              <a:ext uri="{FF2B5EF4-FFF2-40B4-BE49-F238E27FC236}">
                <a16:creationId xmlns:a16="http://schemas.microsoft.com/office/drawing/2014/main" id="{A7F50577-8F9C-C18B-F86E-06553B53D7A7}"/>
              </a:ext>
            </a:extLst>
          </p:cNvPr>
          <p:cNvSpPr txBox="1"/>
          <p:nvPr/>
        </p:nvSpPr>
        <p:spPr>
          <a:xfrm>
            <a:off x="4846297" y="3599283"/>
            <a:ext cx="7696151" cy="1015663"/>
          </a:xfrm>
          <a:prstGeom prst="rect">
            <a:avLst/>
          </a:prstGeom>
          <a:noFill/>
        </p:spPr>
        <p:txBody>
          <a:bodyPr wrap="square">
            <a:spAutoFit/>
          </a:bodyPr>
          <a:lstStyle/>
          <a:p>
            <a:r>
              <a:rPr lang="en-US" sz="6000" b="0" dirty="0">
                <a:solidFill>
                  <a:srgbClr val="000000"/>
                </a:solidFill>
                <a:effectLst/>
                <a:latin typeface="Courier New" panose="02070309020205020404" pitchFamily="49" charset="0"/>
              </a:rPr>
              <a:t>[</a:t>
            </a:r>
            <a:r>
              <a:rPr lang="en-US" sz="6000" b="0" dirty="0">
                <a:solidFill>
                  <a:srgbClr val="098156"/>
                </a:solidFill>
                <a:effectLst/>
                <a:latin typeface="Courier New" panose="02070309020205020404" pitchFamily="49" charset="0"/>
              </a:rPr>
              <a:t>3</a:t>
            </a:r>
            <a:r>
              <a:rPr lang="en-US" sz="6000" b="0" dirty="0">
                <a:solidFill>
                  <a:srgbClr val="000000"/>
                </a:solidFill>
                <a:effectLst/>
                <a:latin typeface="Courier New" panose="02070309020205020404" pitchFamily="49" charset="0"/>
              </a:rPr>
              <a:t>, </a:t>
            </a:r>
            <a:r>
              <a:rPr lang="en-US" sz="6000" b="0" dirty="0">
                <a:solidFill>
                  <a:srgbClr val="098156"/>
                </a:solidFill>
                <a:effectLst/>
                <a:latin typeface="Courier New" panose="02070309020205020404" pitchFamily="49" charset="0"/>
              </a:rPr>
              <a:t>14</a:t>
            </a:r>
            <a:r>
              <a:rPr lang="en-US" sz="6000" b="0" dirty="0">
                <a:solidFill>
                  <a:srgbClr val="000000"/>
                </a:solidFill>
                <a:effectLst/>
                <a:latin typeface="Courier New" panose="02070309020205020404" pitchFamily="49" charset="0"/>
              </a:rPr>
              <a:t>, </a:t>
            </a:r>
            <a:r>
              <a:rPr lang="en-US" sz="6000" b="0" dirty="0">
                <a:solidFill>
                  <a:srgbClr val="098156"/>
                </a:solidFill>
                <a:effectLst/>
                <a:latin typeface="Courier New" panose="02070309020205020404" pitchFamily="49" charset="0"/>
              </a:rPr>
              <a:t>0</a:t>
            </a:r>
            <a:r>
              <a:rPr lang="en-US" sz="6000" b="0" dirty="0">
                <a:solidFill>
                  <a:srgbClr val="000000"/>
                </a:solidFill>
                <a:effectLst/>
                <a:latin typeface="Courier New" panose="02070309020205020404" pitchFamily="49" charset="0"/>
              </a:rPr>
              <a:t>, </a:t>
            </a:r>
            <a:r>
              <a:rPr lang="en-US" sz="6000" dirty="0">
                <a:solidFill>
                  <a:srgbClr val="098156"/>
                </a:solidFill>
                <a:latin typeface="Courier New" panose="02070309020205020404" pitchFamily="49" charset="0"/>
              </a:rPr>
              <a:t>5</a:t>
            </a:r>
            <a:r>
              <a:rPr lang="en-US" sz="6000" b="0" dirty="0">
                <a:solidFill>
                  <a:srgbClr val="000000"/>
                </a:solidFill>
                <a:effectLst/>
                <a:latin typeface="Courier New" panose="02070309020205020404" pitchFamily="49" charset="0"/>
              </a:rPr>
              <a:t>, </a:t>
            </a:r>
            <a:r>
              <a:rPr lang="en-US" sz="6000" dirty="0">
                <a:solidFill>
                  <a:srgbClr val="098156"/>
                </a:solidFill>
                <a:latin typeface="Courier New" panose="02070309020205020404" pitchFamily="49" charset="0"/>
              </a:rPr>
              <a:t>8</a:t>
            </a:r>
            <a:r>
              <a:rPr lang="en-US" sz="6000" b="0" dirty="0">
                <a:solidFill>
                  <a:srgbClr val="000000"/>
                </a:solidFill>
                <a:effectLst/>
                <a:latin typeface="Courier New" panose="02070309020205020404" pitchFamily="49" charset="0"/>
              </a:rPr>
              <a:t>]</a:t>
            </a:r>
          </a:p>
        </p:txBody>
      </p:sp>
    </p:spTree>
    <p:extLst>
      <p:ext uri="{BB962C8B-B14F-4D97-AF65-F5344CB8AC3E}">
        <p14:creationId xmlns:p14="http://schemas.microsoft.com/office/powerpoint/2010/main" val="89982193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xit"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hidden"/>
                                      </p:to>
                                    </p:set>
                                  </p:childTnLst>
                                </p:cTn>
                              </p:par>
                              <p:par>
                                <p:cTn id="7" presetID="1" presetClass="exit"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hidden"/>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9"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sp>
        <p:nvSpPr>
          <p:cNvPr id="10" name="TextBox 9">
            <a:extLst>
              <a:ext uri="{FF2B5EF4-FFF2-40B4-BE49-F238E27FC236}">
                <a16:creationId xmlns:a16="http://schemas.microsoft.com/office/drawing/2014/main" id="{9DCD0C32-E662-8B4B-261D-D2FC0CB6FD39}"/>
              </a:ext>
            </a:extLst>
          </p:cNvPr>
          <p:cNvSpPr txBox="1"/>
          <p:nvPr/>
        </p:nvSpPr>
        <p:spPr>
          <a:xfrm>
            <a:off x="4846298" y="3599282"/>
            <a:ext cx="5511906" cy="1015663"/>
          </a:xfrm>
          <a:prstGeom prst="rect">
            <a:avLst/>
          </a:prstGeom>
          <a:noFill/>
        </p:spPr>
        <p:txBody>
          <a:bodyPr wrap="square">
            <a:spAutoFit/>
          </a:bodyPr>
          <a:lstStyle/>
          <a:p>
            <a:r>
              <a:rPr lang="en-US" sz="6000" b="0" dirty="0">
                <a:solidFill>
                  <a:srgbClr val="000000"/>
                </a:solidFill>
                <a:effectLst/>
                <a:latin typeface="Courier New" panose="02070309020205020404" pitchFamily="49" charset="0"/>
              </a:rPr>
              <a:t>[</a:t>
            </a:r>
            <a:r>
              <a:rPr lang="en-US" sz="6000" b="0" dirty="0">
                <a:solidFill>
                  <a:srgbClr val="098156"/>
                </a:solidFill>
                <a:effectLst/>
                <a:latin typeface="Courier New" panose="02070309020205020404" pitchFamily="49" charset="0"/>
              </a:rPr>
              <a:t>3</a:t>
            </a:r>
            <a:r>
              <a:rPr lang="en-US" sz="6000" b="0" dirty="0">
                <a:solidFill>
                  <a:srgbClr val="000000"/>
                </a:solidFill>
                <a:effectLst/>
                <a:latin typeface="Courier New" panose="02070309020205020404" pitchFamily="49" charset="0"/>
              </a:rPr>
              <a:t>, </a:t>
            </a:r>
            <a:r>
              <a:rPr lang="en-US" sz="6000" b="0" dirty="0">
                <a:solidFill>
                  <a:srgbClr val="098156"/>
                </a:solidFill>
                <a:effectLst/>
                <a:latin typeface="Courier New" panose="02070309020205020404" pitchFamily="49" charset="0"/>
              </a:rPr>
              <a:t>14</a:t>
            </a:r>
            <a:r>
              <a:rPr lang="en-US" sz="6000" b="0" dirty="0">
                <a:solidFill>
                  <a:srgbClr val="000000"/>
                </a:solidFill>
                <a:effectLst/>
                <a:latin typeface="Courier New" panose="02070309020205020404" pitchFamily="49" charset="0"/>
              </a:rPr>
              <a:t>, </a:t>
            </a:r>
            <a:r>
              <a:rPr lang="en-US" sz="6000" b="0" dirty="0">
                <a:solidFill>
                  <a:srgbClr val="098156"/>
                </a:solidFill>
                <a:effectLst/>
                <a:latin typeface="Courier New" panose="02070309020205020404" pitchFamily="49" charset="0"/>
              </a:rPr>
              <a:t>0</a:t>
            </a:r>
            <a:r>
              <a:rPr lang="en-US" sz="6000" b="0" dirty="0">
                <a:solidFill>
                  <a:srgbClr val="000000"/>
                </a:solidFill>
                <a:effectLst/>
                <a:latin typeface="Courier New" panose="02070309020205020404" pitchFamily="49" charset="0"/>
              </a:rPr>
              <a:t>, </a:t>
            </a:r>
          </a:p>
        </p:txBody>
      </p:sp>
      <p:sp>
        <p:nvSpPr>
          <p:cNvPr id="11" name="TextBox 10">
            <a:extLst>
              <a:ext uri="{FF2B5EF4-FFF2-40B4-BE49-F238E27FC236}">
                <a16:creationId xmlns:a16="http://schemas.microsoft.com/office/drawing/2014/main" id="{38D2B6C0-6279-0549-E3AF-92322F3EEA61}"/>
              </a:ext>
            </a:extLst>
          </p:cNvPr>
          <p:cNvSpPr txBox="1"/>
          <p:nvPr/>
        </p:nvSpPr>
        <p:spPr>
          <a:xfrm>
            <a:off x="9871254" y="3599282"/>
            <a:ext cx="2528864" cy="1015663"/>
          </a:xfrm>
          <a:prstGeom prst="rect">
            <a:avLst/>
          </a:prstGeom>
          <a:noFill/>
        </p:spPr>
        <p:txBody>
          <a:bodyPr wrap="square">
            <a:spAutoFit/>
          </a:bodyPr>
          <a:lstStyle/>
          <a:p>
            <a:r>
              <a:rPr lang="en-US" sz="6000" dirty="0">
                <a:solidFill>
                  <a:srgbClr val="098156"/>
                </a:solidFill>
                <a:latin typeface="Courier New" panose="02070309020205020404" pitchFamily="49" charset="0"/>
              </a:rPr>
              <a:t>5</a:t>
            </a:r>
            <a:r>
              <a:rPr lang="en-US" sz="6000" b="0" dirty="0">
                <a:solidFill>
                  <a:srgbClr val="000000"/>
                </a:solidFill>
                <a:effectLst/>
                <a:latin typeface="Courier New" panose="02070309020205020404" pitchFamily="49" charset="0"/>
              </a:rPr>
              <a:t>, </a:t>
            </a:r>
            <a:r>
              <a:rPr lang="en-US" sz="6000" dirty="0">
                <a:solidFill>
                  <a:srgbClr val="098156"/>
                </a:solidFill>
                <a:latin typeface="Courier New" panose="02070309020205020404" pitchFamily="49" charset="0"/>
              </a:rPr>
              <a:t>8</a:t>
            </a:r>
            <a:r>
              <a:rPr lang="en-US" sz="6000" b="0" dirty="0">
                <a:solidFill>
                  <a:srgbClr val="000000"/>
                </a:solidFill>
                <a:effectLst/>
                <a:latin typeface="Courier New" panose="02070309020205020404" pitchFamily="49" charset="0"/>
              </a:rPr>
              <a:t>]</a:t>
            </a:r>
          </a:p>
        </p:txBody>
      </p:sp>
      <p:sp>
        <p:nvSpPr>
          <p:cNvPr id="9" name="TextBox 8">
            <a:extLst>
              <a:ext uri="{FF2B5EF4-FFF2-40B4-BE49-F238E27FC236}">
                <a16:creationId xmlns:a16="http://schemas.microsoft.com/office/drawing/2014/main" id="{A7F50577-8F9C-C18B-F86E-06553B53D7A7}"/>
              </a:ext>
            </a:extLst>
          </p:cNvPr>
          <p:cNvSpPr txBox="1"/>
          <p:nvPr/>
        </p:nvSpPr>
        <p:spPr>
          <a:xfrm>
            <a:off x="4846297" y="3599283"/>
            <a:ext cx="7696151" cy="1015663"/>
          </a:xfrm>
          <a:prstGeom prst="rect">
            <a:avLst/>
          </a:prstGeom>
          <a:noFill/>
        </p:spPr>
        <p:txBody>
          <a:bodyPr wrap="square">
            <a:spAutoFit/>
          </a:bodyPr>
          <a:lstStyle/>
          <a:p>
            <a:r>
              <a:rPr lang="en-US" sz="6000" b="0" dirty="0">
                <a:solidFill>
                  <a:srgbClr val="000000"/>
                </a:solidFill>
                <a:effectLst/>
                <a:latin typeface="Courier New" panose="02070309020205020404" pitchFamily="49" charset="0"/>
              </a:rPr>
              <a:t>[</a:t>
            </a:r>
            <a:r>
              <a:rPr lang="en-US" sz="6000" b="0" dirty="0">
                <a:solidFill>
                  <a:srgbClr val="098156"/>
                </a:solidFill>
                <a:effectLst/>
                <a:latin typeface="Courier New" panose="02070309020205020404" pitchFamily="49" charset="0"/>
              </a:rPr>
              <a:t>3</a:t>
            </a:r>
            <a:r>
              <a:rPr lang="en-US" sz="6000" b="0" dirty="0">
                <a:solidFill>
                  <a:srgbClr val="000000"/>
                </a:solidFill>
                <a:effectLst/>
                <a:latin typeface="Courier New" panose="02070309020205020404" pitchFamily="49" charset="0"/>
              </a:rPr>
              <a:t>, </a:t>
            </a:r>
            <a:r>
              <a:rPr lang="en-US" sz="6000" b="0" dirty="0">
                <a:solidFill>
                  <a:srgbClr val="098156"/>
                </a:solidFill>
                <a:effectLst/>
                <a:latin typeface="Courier New" panose="02070309020205020404" pitchFamily="49" charset="0"/>
              </a:rPr>
              <a:t>14</a:t>
            </a:r>
            <a:r>
              <a:rPr lang="en-US" sz="6000" b="0" dirty="0">
                <a:solidFill>
                  <a:srgbClr val="000000"/>
                </a:solidFill>
                <a:effectLst/>
                <a:latin typeface="Courier New" panose="02070309020205020404" pitchFamily="49" charset="0"/>
              </a:rPr>
              <a:t>, </a:t>
            </a:r>
            <a:r>
              <a:rPr lang="en-US" sz="6000" b="0" dirty="0">
                <a:solidFill>
                  <a:srgbClr val="098156"/>
                </a:solidFill>
                <a:effectLst/>
                <a:latin typeface="Courier New" panose="02070309020205020404" pitchFamily="49" charset="0"/>
              </a:rPr>
              <a:t>0</a:t>
            </a:r>
            <a:r>
              <a:rPr lang="en-US" sz="6000" b="0" dirty="0">
                <a:solidFill>
                  <a:srgbClr val="000000"/>
                </a:solidFill>
                <a:effectLst/>
                <a:latin typeface="Courier New" panose="02070309020205020404" pitchFamily="49" charset="0"/>
              </a:rPr>
              <a:t>, </a:t>
            </a:r>
            <a:r>
              <a:rPr lang="en-US" sz="6000" dirty="0">
                <a:solidFill>
                  <a:srgbClr val="098156"/>
                </a:solidFill>
                <a:latin typeface="Courier New" panose="02070309020205020404" pitchFamily="49" charset="0"/>
              </a:rPr>
              <a:t>5</a:t>
            </a:r>
            <a:r>
              <a:rPr lang="en-US" sz="6000" b="0" dirty="0">
                <a:solidFill>
                  <a:srgbClr val="000000"/>
                </a:solidFill>
                <a:effectLst/>
                <a:latin typeface="Courier New" panose="02070309020205020404" pitchFamily="49" charset="0"/>
              </a:rPr>
              <a:t>, </a:t>
            </a:r>
            <a:r>
              <a:rPr lang="en-US" sz="6000" dirty="0">
                <a:solidFill>
                  <a:srgbClr val="098156"/>
                </a:solidFill>
                <a:latin typeface="Courier New" panose="02070309020205020404" pitchFamily="49" charset="0"/>
              </a:rPr>
              <a:t>8</a:t>
            </a:r>
            <a:r>
              <a:rPr lang="en-US" sz="6000" b="0" dirty="0">
                <a:solidFill>
                  <a:srgbClr val="000000"/>
                </a:solidFill>
                <a:effectLst/>
                <a:latin typeface="Courier New" panose="02070309020205020404" pitchFamily="49" charset="0"/>
              </a:rPr>
              <a:t>]</a:t>
            </a:r>
          </a:p>
        </p:txBody>
      </p:sp>
      <p:sp>
        <p:nvSpPr>
          <p:cNvPr id="2" name="Google Shape;412;p56">
            <a:extLst>
              <a:ext uri="{FF2B5EF4-FFF2-40B4-BE49-F238E27FC236}">
                <a16:creationId xmlns:a16="http://schemas.microsoft.com/office/drawing/2014/main" id="{4E5DC0DC-DCEB-F4EA-FA06-D349E1D17C1C}"/>
              </a:ext>
            </a:extLst>
          </p:cNvPr>
          <p:cNvSpPr txBox="1">
            <a:spLocks/>
          </p:cNvSpPr>
          <p:nvPr/>
        </p:nvSpPr>
        <p:spPr>
          <a:xfrm>
            <a:off x="298453" y="249400"/>
            <a:ext cx="20503200" cy="1427200"/>
          </a:xfrm>
          <a:prstGeom prst="rect">
            <a:avLst/>
          </a:prstGeom>
        </p:spPr>
        <p:txBody>
          <a:bodyPr spcFirstLastPara="1" vert="horz" wrap="square" lIns="243800" tIns="243800" rIns="243800" bIns="243800" rtlCol="0" anchor="t" anchorCtr="0">
            <a:normAutofit/>
          </a:bodyPr>
          <a:lstStyle>
            <a:lvl1pPr lvl="0" algn="l" defTabSz="1828800" rtl="0" eaLnBrk="1" latinLnBrk="0" hangingPunct="1">
              <a:lnSpc>
                <a:spcPct val="90000"/>
              </a:lnSpc>
              <a:spcBef>
                <a:spcPts val="0"/>
              </a:spcBef>
              <a:spcAft>
                <a:spcPts val="0"/>
              </a:spcAft>
              <a:buSzPts val="2600"/>
              <a:buNone/>
              <a:defRPr sz="6933" kern="1200">
                <a:solidFill>
                  <a:schemeClr val="tx1"/>
                </a:solidFill>
                <a:latin typeface="+mj-lt"/>
                <a:ea typeface="+mj-ea"/>
                <a:cs typeface="+mj-cs"/>
              </a:defRPr>
            </a:lvl1pPr>
            <a:lvl2pPr lvl="1" rtl="0">
              <a:spcBef>
                <a:spcPts val="0"/>
              </a:spcBef>
              <a:spcAft>
                <a:spcPts val="0"/>
              </a:spcAft>
              <a:buSzPts val="2600"/>
              <a:buNone/>
              <a:defRPr sz="6933"/>
            </a:lvl2pPr>
            <a:lvl3pPr lvl="2" rtl="0">
              <a:spcBef>
                <a:spcPts val="0"/>
              </a:spcBef>
              <a:spcAft>
                <a:spcPts val="0"/>
              </a:spcAft>
              <a:buSzPts val="2600"/>
              <a:buNone/>
              <a:defRPr sz="6933"/>
            </a:lvl3pPr>
            <a:lvl4pPr lvl="3" rtl="0">
              <a:spcBef>
                <a:spcPts val="0"/>
              </a:spcBef>
              <a:spcAft>
                <a:spcPts val="0"/>
              </a:spcAft>
              <a:buSzPts val="2600"/>
              <a:buNone/>
              <a:defRPr sz="6933"/>
            </a:lvl4pPr>
            <a:lvl5pPr lvl="4" rtl="0">
              <a:spcBef>
                <a:spcPts val="0"/>
              </a:spcBef>
              <a:spcAft>
                <a:spcPts val="0"/>
              </a:spcAft>
              <a:buSzPts val="2600"/>
              <a:buNone/>
              <a:defRPr sz="6933"/>
            </a:lvl5pPr>
            <a:lvl6pPr lvl="5" rtl="0">
              <a:spcBef>
                <a:spcPts val="0"/>
              </a:spcBef>
              <a:spcAft>
                <a:spcPts val="0"/>
              </a:spcAft>
              <a:buSzPts val="2600"/>
              <a:buNone/>
              <a:defRPr sz="6933"/>
            </a:lvl6pPr>
            <a:lvl7pPr lvl="6" rtl="0">
              <a:spcBef>
                <a:spcPts val="0"/>
              </a:spcBef>
              <a:spcAft>
                <a:spcPts val="0"/>
              </a:spcAft>
              <a:buSzPts val="2600"/>
              <a:buNone/>
              <a:defRPr sz="6933"/>
            </a:lvl7pPr>
            <a:lvl8pPr lvl="7" rtl="0">
              <a:spcBef>
                <a:spcPts val="0"/>
              </a:spcBef>
              <a:spcAft>
                <a:spcPts val="0"/>
              </a:spcAft>
              <a:buSzPts val="2600"/>
              <a:buNone/>
              <a:defRPr sz="6933"/>
            </a:lvl8pPr>
            <a:lvl9pPr lvl="8" rtl="0">
              <a:spcBef>
                <a:spcPts val="0"/>
              </a:spcBef>
              <a:spcAft>
                <a:spcPts val="0"/>
              </a:spcAft>
              <a:buSzPts val="2600"/>
              <a:buNone/>
              <a:defRPr sz="6933"/>
            </a:lvl9pPr>
          </a:lstStyle>
          <a:p>
            <a:r>
              <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List Manipulation</a:t>
            </a:r>
          </a:p>
        </p:txBody>
      </p:sp>
      <p:sp>
        <p:nvSpPr>
          <p:cNvPr id="3" name="Google Shape;412;p56">
            <a:extLst>
              <a:ext uri="{FF2B5EF4-FFF2-40B4-BE49-F238E27FC236}">
                <a16:creationId xmlns:a16="http://schemas.microsoft.com/office/drawing/2014/main" id="{D91AA8B2-6D4C-AEDC-81A7-C8190312A9C2}"/>
              </a:ext>
            </a:extLst>
          </p:cNvPr>
          <p:cNvSpPr txBox="1">
            <a:spLocks/>
          </p:cNvSpPr>
          <p:nvPr/>
        </p:nvSpPr>
        <p:spPr>
          <a:xfrm>
            <a:off x="296105" y="1175521"/>
            <a:ext cx="20503200" cy="1427200"/>
          </a:xfrm>
          <a:prstGeom prst="rect">
            <a:avLst/>
          </a:prstGeom>
        </p:spPr>
        <p:txBody>
          <a:bodyPr spcFirstLastPara="1" vert="horz" wrap="square" lIns="243800" tIns="243800" rIns="243800" bIns="243800" rtlCol="0" anchor="t" anchorCtr="0">
            <a:normAutofit fontScale="97500"/>
          </a:bodyPr>
          <a:lstStyle>
            <a:lvl1pPr lvl="0" algn="l" defTabSz="1828800" rtl="0" eaLnBrk="1" latinLnBrk="0" hangingPunct="1">
              <a:lnSpc>
                <a:spcPct val="90000"/>
              </a:lnSpc>
              <a:spcBef>
                <a:spcPts val="0"/>
              </a:spcBef>
              <a:spcAft>
                <a:spcPts val="0"/>
              </a:spcAft>
              <a:buSzPts val="2600"/>
              <a:buNone/>
              <a:defRPr sz="6933" kern="1200">
                <a:solidFill>
                  <a:schemeClr val="tx1"/>
                </a:solidFill>
                <a:latin typeface="+mj-lt"/>
                <a:ea typeface="+mj-ea"/>
                <a:cs typeface="+mj-cs"/>
              </a:defRPr>
            </a:lvl1pPr>
            <a:lvl2pPr lvl="1" rtl="0">
              <a:spcBef>
                <a:spcPts val="0"/>
              </a:spcBef>
              <a:spcAft>
                <a:spcPts val="0"/>
              </a:spcAft>
              <a:buSzPts val="2600"/>
              <a:buNone/>
              <a:defRPr sz="6933"/>
            </a:lvl2pPr>
            <a:lvl3pPr lvl="2" rtl="0">
              <a:spcBef>
                <a:spcPts val="0"/>
              </a:spcBef>
              <a:spcAft>
                <a:spcPts val="0"/>
              </a:spcAft>
              <a:buSzPts val="2600"/>
              <a:buNone/>
              <a:defRPr sz="6933"/>
            </a:lvl3pPr>
            <a:lvl4pPr lvl="3" rtl="0">
              <a:spcBef>
                <a:spcPts val="0"/>
              </a:spcBef>
              <a:spcAft>
                <a:spcPts val="0"/>
              </a:spcAft>
              <a:buSzPts val="2600"/>
              <a:buNone/>
              <a:defRPr sz="6933"/>
            </a:lvl4pPr>
            <a:lvl5pPr lvl="4" rtl="0">
              <a:spcBef>
                <a:spcPts val="0"/>
              </a:spcBef>
              <a:spcAft>
                <a:spcPts val="0"/>
              </a:spcAft>
              <a:buSzPts val="2600"/>
              <a:buNone/>
              <a:defRPr sz="6933"/>
            </a:lvl5pPr>
            <a:lvl6pPr lvl="5" rtl="0">
              <a:spcBef>
                <a:spcPts val="0"/>
              </a:spcBef>
              <a:spcAft>
                <a:spcPts val="0"/>
              </a:spcAft>
              <a:buSzPts val="2600"/>
              <a:buNone/>
              <a:defRPr sz="6933"/>
            </a:lvl6pPr>
            <a:lvl7pPr lvl="6" rtl="0">
              <a:spcBef>
                <a:spcPts val="0"/>
              </a:spcBef>
              <a:spcAft>
                <a:spcPts val="0"/>
              </a:spcAft>
              <a:buSzPts val="2600"/>
              <a:buNone/>
              <a:defRPr sz="6933"/>
            </a:lvl7pPr>
            <a:lvl8pPr lvl="7" rtl="0">
              <a:spcBef>
                <a:spcPts val="0"/>
              </a:spcBef>
              <a:spcAft>
                <a:spcPts val="0"/>
              </a:spcAft>
              <a:buSzPts val="2600"/>
              <a:buNone/>
              <a:defRPr sz="6933"/>
            </a:lvl8pPr>
            <a:lvl9pPr lvl="8" rtl="0">
              <a:spcBef>
                <a:spcPts val="0"/>
              </a:spcBef>
              <a:spcAft>
                <a:spcPts val="0"/>
              </a:spcAft>
              <a:buSzPts val="2600"/>
              <a:buNone/>
              <a:defRPr sz="6933"/>
            </a:lvl9pPr>
          </a:lstStyle>
          <a:p>
            <a:r>
              <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List Operations</a:t>
            </a:r>
          </a:p>
        </p:txBody>
      </p:sp>
      <p:sp>
        <p:nvSpPr>
          <p:cNvPr id="7" name="Google Shape;412;p56">
            <a:extLst>
              <a:ext uri="{FF2B5EF4-FFF2-40B4-BE49-F238E27FC236}">
                <a16:creationId xmlns:a16="http://schemas.microsoft.com/office/drawing/2014/main" id="{1DF98835-E352-EAD3-E001-8739AE1A0C64}"/>
              </a:ext>
            </a:extLst>
          </p:cNvPr>
          <p:cNvSpPr txBox="1">
            <a:spLocks/>
          </p:cNvSpPr>
          <p:nvPr/>
        </p:nvSpPr>
        <p:spPr>
          <a:xfrm>
            <a:off x="298605" y="2092419"/>
            <a:ext cx="20503200" cy="1427200"/>
          </a:xfrm>
          <a:prstGeom prst="rect">
            <a:avLst/>
          </a:prstGeom>
        </p:spPr>
        <p:txBody>
          <a:bodyPr spcFirstLastPara="1" vert="horz" wrap="square" lIns="243800" tIns="243800" rIns="243800" bIns="243800" rtlCol="0" anchor="t" anchorCtr="0">
            <a:normAutofit fontScale="97500"/>
          </a:bodyPr>
          <a:lstStyle>
            <a:lvl1pPr lvl="0" algn="l" defTabSz="1828800" rtl="0" eaLnBrk="1" latinLnBrk="0" hangingPunct="1">
              <a:lnSpc>
                <a:spcPct val="90000"/>
              </a:lnSpc>
              <a:spcBef>
                <a:spcPts val="0"/>
              </a:spcBef>
              <a:spcAft>
                <a:spcPts val="0"/>
              </a:spcAft>
              <a:buSzPts val="2600"/>
              <a:buNone/>
              <a:defRPr sz="6933" kern="1200">
                <a:solidFill>
                  <a:schemeClr val="tx1"/>
                </a:solidFill>
                <a:latin typeface="+mj-lt"/>
                <a:ea typeface="+mj-ea"/>
                <a:cs typeface="+mj-cs"/>
              </a:defRPr>
            </a:lvl1pPr>
            <a:lvl2pPr lvl="1" rtl="0">
              <a:spcBef>
                <a:spcPts val="0"/>
              </a:spcBef>
              <a:spcAft>
                <a:spcPts val="0"/>
              </a:spcAft>
              <a:buSzPts val="2600"/>
              <a:buNone/>
              <a:defRPr sz="6933"/>
            </a:lvl2pPr>
            <a:lvl3pPr lvl="2" rtl="0">
              <a:spcBef>
                <a:spcPts val="0"/>
              </a:spcBef>
              <a:spcAft>
                <a:spcPts val="0"/>
              </a:spcAft>
              <a:buSzPts val="2600"/>
              <a:buNone/>
              <a:defRPr sz="6933"/>
            </a:lvl3pPr>
            <a:lvl4pPr lvl="3" rtl="0">
              <a:spcBef>
                <a:spcPts val="0"/>
              </a:spcBef>
              <a:spcAft>
                <a:spcPts val="0"/>
              </a:spcAft>
              <a:buSzPts val="2600"/>
              <a:buNone/>
              <a:defRPr sz="6933"/>
            </a:lvl4pPr>
            <a:lvl5pPr lvl="4" rtl="0">
              <a:spcBef>
                <a:spcPts val="0"/>
              </a:spcBef>
              <a:spcAft>
                <a:spcPts val="0"/>
              </a:spcAft>
              <a:buSzPts val="2600"/>
              <a:buNone/>
              <a:defRPr sz="6933"/>
            </a:lvl5pPr>
            <a:lvl6pPr lvl="5" rtl="0">
              <a:spcBef>
                <a:spcPts val="0"/>
              </a:spcBef>
              <a:spcAft>
                <a:spcPts val="0"/>
              </a:spcAft>
              <a:buSzPts val="2600"/>
              <a:buNone/>
              <a:defRPr sz="6933"/>
            </a:lvl6pPr>
            <a:lvl7pPr lvl="6" rtl="0">
              <a:spcBef>
                <a:spcPts val="0"/>
              </a:spcBef>
              <a:spcAft>
                <a:spcPts val="0"/>
              </a:spcAft>
              <a:buSzPts val="2600"/>
              <a:buNone/>
              <a:defRPr sz="6933"/>
            </a:lvl7pPr>
            <a:lvl8pPr lvl="7" rtl="0">
              <a:spcBef>
                <a:spcPts val="0"/>
              </a:spcBef>
              <a:spcAft>
                <a:spcPts val="0"/>
              </a:spcAft>
              <a:buSzPts val="2600"/>
              <a:buNone/>
              <a:defRPr sz="6933"/>
            </a:lvl8pPr>
            <a:lvl9pPr lvl="8" rtl="0">
              <a:spcBef>
                <a:spcPts val="0"/>
              </a:spcBef>
              <a:spcAft>
                <a:spcPts val="0"/>
              </a:spcAft>
              <a:buSzPts val="2600"/>
              <a:buNone/>
              <a:defRPr sz="6933"/>
            </a:lvl9pPr>
          </a:lstStyle>
          <a:p>
            <a:r>
              <a:rPr lang="en-US" sz="6000" b="1" dirty="0">
                <a:solidFill>
                  <a:srgbClr val="006B64"/>
                </a:solidFill>
                <a:latin typeface="Helvetica Neue" panose="02000503000000020004" pitchFamily="2" charset="0"/>
                <a:ea typeface="Helvetica Neue" panose="02000503000000020004" pitchFamily="2" charset="0"/>
                <a:cs typeface="Helvetica Neue" panose="02000503000000020004" pitchFamily="2" charset="0"/>
              </a:rPr>
              <a:t>insert()</a:t>
            </a:r>
          </a:p>
        </p:txBody>
      </p:sp>
      <p:sp>
        <p:nvSpPr>
          <p:cNvPr id="4" name="TextBox 3">
            <a:extLst>
              <a:ext uri="{FF2B5EF4-FFF2-40B4-BE49-F238E27FC236}">
                <a16:creationId xmlns:a16="http://schemas.microsoft.com/office/drawing/2014/main" id="{3CFB051A-9364-6FF8-ABB0-818D63159FD6}"/>
              </a:ext>
            </a:extLst>
          </p:cNvPr>
          <p:cNvSpPr txBox="1"/>
          <p:nvPr/>
        </p:nvSpPr>
        <p:spPr>
          <a:xfrm>
            <a:off x="1270417" y="5953806"/>
            <a:ext cx="12194498" cy="1015663"/>
          </a:xfrm>
          <a:prstGeom prst="rect">
            <a:avLst/>
          </a:prstGeom>
          <a:noFill/>
        </p:spPr>
        <p:txBody>
          <a:bodyPr wrap="square">
            <a:spAutoFit/>
          </a:bodyPr>
          <a:lstStyle/>
          <a:p>
            <a:r>
              <a:rPr lang="en-US" sz="6000" b="0" dirty="0" err="1">
                <a:solidFill>
                  <a:srgbClr val="000000"/>
                </a:solidFill>
                <a:effectLst/>
                <a:latin typeface="Courier New" panose="02070309020205020404" pitchFamily="49" charset="0"/>
              </a:rPr>
              <a:t>my_list.insert</a:t>
            </a:r>
            <a:r>
              <a:rPr lang="en-US" sz="6000" b="0" dirty="0">
                <a:solidFill>
                  <a:srgbClr val="000000"/>
                </a:solidFill>
                <a:effectLst/>
                <a:latin typeface="Courier New" panose="02070309020205020404" pitchFamily="49" charset="0"/>
              </a:rPr>
              <a:t>(</a:t>
            </a:r>
            <a:r>
              <a:rPr lang="en-US" sz="6000" b="0" dirty="0">
                <a:solidFill>
                  <a:srgbClr val="098156"/>
                </a:solidFill>
                <a:effectLst/>
                <a:latin typeface="Courier New" panose="02070309020205020404" pitchFamily="49" charset="0"/>
              </a:rPr>
              <a:t>3</a:t>
            </a:r>
            <a:r>
              <a:rPr lang="en-US" sz="6000" b="0" dirty="0">
                <a:effectLst/>
                <a:latin typeface="Courier New" panose="02070309020205020404" pitchFamily="49" charset="0"/>
              </a:rPr>
              <a:t>,</a:t>
            </a:r>
            <a:r>
              <a:rPr lang="en-US" sz="6000" b="0" dirty="0">
                <a:solidFill>
                  <a:srgbClr val="098156"/>
                </a:solidFill>
                <a:effectLst/>
                <a:latin typeface="Courier New" panose="02070309020205020404" pitchFamily="49" charset="0"/>
              </a:rPr>
              <a:t> 14</a:t>
            </a:r>
            <a:r>
              <a:rPr lang="en-US" sz="6000" b="0" dirty="0">
                <a:solidFill>
                  <a:srgbClr val="000000"/>
                </a:solidFill>
                <a:effectLst/>
                <a:latin typeface="Courier New" panose="02070309020205020404" pitchFamily="49" charset="0"/>
              </a:rPr>
              <a:t>)</a:t>
            </a:r>
          </a:p>
        </p:txBody>
      </p:sp>
    </p:spTree>
    <p:extLst>
      <p:ext uri="{BB962C8B-B14F-4D97-AF65-F5344CB8AC3E}">
        <p14:creationId xmlns:p14="http://schemas.microsoft.com/office/powerpoint/2010/main" val="38932871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xit"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sp>
        <p:nvSpPr>
          <p:cNvPr id="2" name="Google Shape;412;p56">
            <a:extLst>
              <a:ext uri="{FF2B5EF4-FFF2-40B4-BE49-F238E27FC236}">
                <a16:creationId xmlns:a16="http://schemas.microsoft.com/office/drawing/2014/main" id="{4E5DC0DC-DCEB-F4EA-FA06-D349E1D17C1C}"/>
              </a:ext>
            </a:extLst>
          </p:cNvPr>
          <p:cNvSpPr txBox="1">
            <a:spLocks/>
          </p:cNvSpPr>
          <p:nvPr/>
        </p:nvSpPr>
        <p:spPr>
          <a:xfrm>
            <a:off x="298453" y="249400"/>
            <a:ext cx="20503200" cy="1427200"/>
          </a:xfrm>
          <a:prstGeom prst="rect">
            <a:avLst/>
          </a:prstGeom>
        </p:spPr>
        <p:txBody>
          <a:bodyPr spcFirstLastPara="1" vert="horz" wrap="square" lIns="243800" tIns="243800" rIns="243800" bIns="243800" rtlCol="0" anchor="t" anchorCtr="0">
            <a:normAutofit/>
          </a:bodyPr>
          <a:lstStyle>
            <a:lvl1pPr lvl="0" algn="l" defTabSz="1828800" rtl="0" eaLnBrk="1" latinLnBrk="0" hangingPunct="1">
              <a:lnSpc>
                <a:spcPct val="90000"/>
              </a:lnSpc>
              <a:spcBef>
                <a:spcPts val="0"/>
              </a:spcBef>
              <a:spcAft>
                <a:spcPts val="0"/>
              </a:spcAft>
              <a:buSzPts val="2600"/>
              <a:buNone/>
              <a:defRPr sz="6933" kern="1200">
                <a:solidFill>
                  <a:schemeClr val="tx1"/>
                </a:solidFill>
                <a:latin typeface="+mj-lt"/>
                <a:ea typeface="+mj-ea"/>
                <a:cs typeface="+mj-cs"/>
              </a:defRPr>
            </a:lvl1pPr>
            <a:lvl2pPr lvl="1" rtl="0">
              <a:spcBef>
                <a:spcPts val="0"/>
              </a:spcBef>
              <a:spcAft>
                <a:spcPts val="0"/>
              </a:spcAft>
              <a:buSzPts val="2600"/>
              <a:buNone/>
              <a:defRPr sz="6933"/>
            </a:lvl2pPr>
            <a:lvl3pPr lvl="2" rtl="0">
              <a:spcBef>
                <a:spcPts val="0"/>
              </a:spcBef>
              <a:spcAft>
                <a:spcPts val="0"/>
              </a:spcAft>
              <a:buSzPts val="2600"/>
              <a:buNone/>
              <a:defRPr sz="6933"/>
            </a:lvl3pPr>
            <a:lvl4pPr lvl="3" rtl="0">
              <a:spcBef>
                <a:spcPts val="0"/>
              </a:spcBef>
              <a:spcAft>
                <a:spcPts val="0"/>
              </a:spcAft>
              <a:buSzPts val="2600"/>
              <a:buNone/>
              <a:defRPr sz="6933"/>
            </a:lvl4pPr>
            <a:lvl5pPr lvl="4" rtl="0">
              <a:spcBef>
                <a:spcPts val="0"/>
              </a:spcBef>
              <a:spcAft>
                <a:spcPts val="0"/>
              </a:spcAft>
              <a:buSzPts val="2600"/>
              <a:buNone/>
              <a:defRPr sz="6933"/>
            </a:lvl5pPr>
            <a:lvl6pPr lvl="5" rtl="0">
              <a:spcBef>
                <a:spcPts val="0"/>
              </a:spcBef>
              <a:spcAft>
                <a:spcPts val="0"/>
              </a:spcAft>
              <a:buSzPts val="2600"/>
              <a:buNone/>
              <a:defRPr sz="6933"/>
            </a:lvl6pPr>
            <a:lvl7pPr lvl="6" rtl="0">
              <a:spcBef>
                <a:spcPts val="0"/>
              </a:spcBef>
              <a:spcAft>
                <a:spcPts val="0"/>
              </a:spcAft>
              <a:buSzPts val="2600"/>
              <a:buNone/>
              <a:defRPr sz="6933"/>
            </a:lvl7pPr>
            <a:lvl8pPr lvl="7" rtl="0">
              <a:spcBef>
                <a:spcPts val="0"/>
              </a:spcBef>
              <a:spcAft>
                <a:spcPts val="0"/>
              </a:spcAft>
              <a:buSzPts val="2600"/>
              <a:buNone/>
              <a:defRPr sz="6933"/>
            </a:lvl8pPr>
            <a:lvl9pPr lvl="8" rtl="0">
              <a:spcBef>
                <a:spcPts val="0"/>
              </a:spcBef>
              <a:spcAft>
                <a:spcPts val="0"/>
              </a:spcAft>
              <a:buSzPts val="2600"/>
              <a:buNone/>
              <a:defRPr sz="6933"/>
            </a:lvl9pPr>
          </a:lstStyle>
          <a:p>
            <a:r>
              <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List Manipulation</a:t>
            </a:r>
          </a:p>
        </p:txBody>
      </p:sp>
      <p:sp>
        <p:nvSpPr>
          <p:cNvPr id="3" name="Google Shape;412;p56">
            <a:extLst>
              <a:ext uri="{FF2B5EF4-FFF2-40B4-BE49-F238E27FC236}">
                <a16:creationId xmlns:a16="http://schemas.microsoft.com/office/drawing/2014/main" id="{D91AA8B2-6D4C-AEDC-81A7-C8190312A9C2}"/>
              </a:ext>
            </a:extLst>
          </p:cNvPr>
          <p:cNvSpPr txBox="1">
            <a:spLocks/>
          </p:cNvSpPr>
          <p:nvPr/>
        </p:nvSpPr>
        <p:spPr>
          <a:xfrm>
            <a:off x="296105" y="1175521"/>
            <a:ext cx="20503200" cy="1427200"/>
          </a:xfrm>
          <a:prstGeom prst="rect">
            <a:avLst/>
          </a:prstGeom>
        </p:spPr>
        <p:txBody>
          <a:bodyPr spcFirstLastPara="1" vert="horz" wrap="square" lIns="243800" tIns="243800" rIns="243800" bIns="243800" rtlCol="0" anchor="t" anchorCtr="0">
            <a:normAutofit fontScale="97500"/>
          </a:bodyPr>
          <a:lstStyle>
            <a:lvl1pPr lvl="0" algn="l" defTabSz="1828800" rtl="0" eaLnBrk="1" latinLnBrk="0" hangingPunct="1">
              <a:lnSpc>
                <a:spcPct val="90000"/>
              </a:lnSpc>
              <a:spcBef>
                <a:spcPts val="0"/>
              </a:spcBef>
              <a:spcAft>
                <a:spcPts val="0"/>
              </a:spcAft>
              <a:buSzPts val="2600"/>
              <a:buNone/>
              <a:defRPr sz="6933" kern="1200">
                <a:solidFill>
                  <a:schemeClr val="tx1"/>
                </a:solidFill>
                <a:latin typeface="+mj-lt"/>
                <a:ea typeface="+mj-ea"/>
                <a:cs typeface="+mj-cs"/>
              </a:defRPr>
            </a:lvl1pPr>
            <a:lvl2pPr lvl="1" rtl="0">
              <a:spcBef>
                <a:spcPts val="0"/>
              </a:spcBef>
              <a:spcAft>
                <a:spcPts val="0"/>
              </a:spcAft>
              <a:buSzPts val="2600"/>
              <a:buNone/>
              <a:defRPr sz="6933"/>
            </a:lvl2pPr>
            <a:lvl3pPr lvl="2" rtl="0">
              <a:spcBef>
                <a:spcPts val="0"/>
              </a:spcBef>
              <a:spcAft>
                <a:spcPts val="0"/>
              </a:spcAft>
              <a:buSzPts val="2600"/>
              <a:buNone/>
              <a:defRPr sz="6933"/>
            </a:lvl3pPr>
            <a:lvl4pPr lvl="3" rtl="0">
              <a:spcBef>
                <a:spcPts val="0"/>
              </a:spcBef>
              <a:spcAft>
                <a:spcPts val="0"/>
              </a:spcAft>
              <a:buSzPts val="2600"/>
              <a:buNone/>
              <a:defRPr sz="6933"/>
            </a:lvl4pPr>
            <a:lvl5pPr lvl="4" rtl="0">
              <a:spcBef>
                <a:spcPts val="0"/>
              </a:spcBef>
              <a:spcAft>
                <a:spcPts val="0"/>
              </a:spcAft>
              <a:buSzPts val="2600"/>
              <a:buNone/>
              <a:defRPr sz="6933"/>
            </a:lvl5pPr>
            <a:lvl6pPr lvl="5" rtl="0">
              <a:spcBef>
                <a:spcPts val="0"/>
              </a:spcBef>
              <a:spcAft>
                <a:spcPts val="0"/>
              </a:spcAft>
              <a:buSzPts val="2600"/>
              <a:buNone/>
              <a:defRPr sz="6933"/>
            </a:lvl6pPr>
            <a:lvl7pPr lvl="6" rtl="0">
              <a:spcBef>
                <a:spcPts val="0"/>
              </a:spcBef>
              <a:spcAft>
                <a:spcPts val="0"/>
              </a:spcAft>
              <a:buSzPts val="2600"/>
              <a:buNone/>
              <a:defRPr sz="6933"/>
            </a:lvl7pPr>
            <a:lvl8pPr lvl="7" rtl="0">
              <a:spcBef>
                <a:spcPts val="0"/>
              </a:spcBef>
              <a:spcAft>
                <a:spcPts val="0"/>
              </a:spcAft>
              <a:buSzPts val="2600"/>
              <a:buNone/>
              <a:defRPr sz="6933"/>
            </a:lvl8pPr>
            <a:lvl9pPr lvl="8" rtl="0">
              <a:spcBef>
                <a:spcPts val="0"/>
              </a:spcBef>
              <a:spcAft>
                <a:spcPts val="0"/>
              </a:spcAft>
              <a:buSzPts val="2600"/>
              <a:buNone/>
              <a:defRPr sz="6933"/>
            </a:lvl9pPr>
          </a:lstStyle>
          <a:p>
            <a:r>
              <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List Operations</a:t>
            </a:r>
          </a:p>
        </p:txBody>
      </p:sp>
      <p:sp>
        <p:nvSpPr>
          <p:cNvPr id="7" name="Google Shape;412;p56">
            <a:extLst>
              <a:ext uri="{FF2B5EF4-FFF2-40B4-BE49-F238E27FC236}">
                <a16:creationId xmlns:a16="http://schemas.microsoft.com/office/drawing/2014/main" id="{1DF98835-E352-EAD3-E001-8739AE1A0C64}"/>
              </a:ext>
            </a:extLst>
          </p:cNvPr>
          <p:cNvSpPr txBox="1">
            <a:spLocks/>
          </p:cNvSpPr>
          <p:nvPr/>
        </p:nvSpPr>
        <p:spPr>
          <a:xfrm>
            <a:off x="298605" y="2092419"/>
            <a:ext cx="20503200" cy="1427200"/>
          </a:xfrm>
          <a:prstGeom prst="rect">
            <a:avLst/>
          </a:prstGeom>
        </p:spPr>
        <p:txBody>
          <a:bodyPr spcFirstLastPara="1" vert="horz" wrap="square" lIns="243800" tIns="243800" rIns="243800" bIns="243800" rtlCol="0" anchor="t" anchorCtr="0">
            <a:normAutofit fontScale="97500"/>
          </a:bodyPr>
          <a:lstStyle>
            <a:lvl1pPr lvl="0" algn="l" defTabSz="1828800" rtl="0" eaLnBrk="1" latinLnBrk="0" hangingPunct="1">
              <a:lnSpc>
                <a:spcPct val="90000"/>
              </a:lnSpc>
              <a:spcBef>
                <a:spcPts val="0"/>
              </a:spcBef>
              <a:spcAft>
                <a:spcPts val="0"/>
              </a:spcAft>
              <a:buSzPts val="2600"/>
              <a:buNone/>
              <a:defRPr sz="6933" kern="1200">
                <a:solidFill>
                  <a:schemeClr val="tx1"/>
                </a:solidFill>
                <a:latin typeface="+mj-lt"/>
                <a:ea typeface="+mj-ea"/>
                <a:cs typeface="+mj-cs"/>
              </a:defRPr>
            </a:lvl1pPr>
            <a:lvl2pPr lvl="1" rtl="0">
              <a:spcBef>
                <a:spcPts val="0"/>
              </a:spcBef>
              <a:spcAft>
                <a:spcPts val="0"/>
              </a:spcAft>
              <a:buSzPts val="2600"/>
              <a:buNone/>
              <a:defRPr sz="6933"/>
            </a:lvl2pPr>
            <a:lvl3pPr lvl="2" rtl="0">
              <a:spcBef>
                <a:spcPts val="0"/>
              </a:spcBef>
              <a:spcAft>
                <a:spcPts val="0"/>
              </a:spcAft>
              <a:buSzPts val="2600"/>
              <a:buNone/>
              <a:defRPr sz="6933"/>
            </a:lvl3pPr>
            <a:lvl4pPr lvl="3" rtl="0">
              <a:spcBef>
                <a:spcPts val="0"/>
              </a:spcBef>
              <a:spcAft>
                <a:spcPts val="0"/>
              </a:spcAft>
              <a:buSzPts val="2600"/>
              <a:buNone/>
              <a:defRPr sz="6933"/>
            </a:lvl4pPr>
            <a:lvl5pPr lvl="4" rtl="0">
              <a:spcBef>
                <a:spcPts val="0"/>
              </a:spcBef>
              <a:spcAft>
                <a:spcPts val="0"/>
              </a:spcAft>
              <a:buSzPts val="2600"/>
              <a:buNone/>
              <a:defRPr sz="6933"/>
            </a:lvl5pPr>
            <a:lvl6pPr lvl="5" rtl="0">
              <a:spcBef>
                <a:spcPts val="0"/>
              </a:spcBef>
              <a:spcAft>
                <a:spcPts val="0"/>
              </a:spcAft>
              <a:buSzPts val="2600"/>
              <a:buNone/>
              <a:defRPr sz="6933"/>
            </a:lvl6pPr>
            <a:lvl7pPr lvl="6" rtl="0">
              <a:spcBef>
                <a:spcPts val="0"/>
              </a:spcBef>
              <a:spcAft>
                <a:spcPts val="0"/>
              </a:spcAft>
              <a:buSzPts val="2600"/>
              <a:buNone/>
              <a:defRPr sz="6933"/>
            </a:lvl7pPr>
            <a:lvl8pPr lvl="7" rtl="0">
              <a:spcBef>
                <a:spcPts val="0"/>
              </a:spcBef>
              <a:spcAft>
                <a:spcPts val="0"/>
              </a:spcAft>
              <a:buSzPts val="2600"/>
              <a:buNone/>
              <a:defRPr sz="6933"/>
            </a:lvl8pPr>
            <a:lvl9pPr lvl="8" rtl="0">
              <a:spcBef>
                <a:spcPts val="0"/>
              </a:spcBef>
              <a:spcAft>
                <a:spcPts val="0"/>
              </a:spcAft>
              <a:buSzPts val="2600"/>
              <a:buNone/>
              <a:defRPr sz="6933"/>
            </a:lvl9pPr>
          </a:lstStyle>
          <a:p>
            <a:r>
              <a:rPr lang="en-US" sz="6000" b="1" dirty="0">
                <a:solidFill>
                  <a:srgbClr val="006B64"/>
                </a:solidFill>
                <a:latin typeface="Helvetica Neue" panose="02000503000000020004" pitchFamily="2" charset="0"/>
                <a:ea typeface="Helvetica Neue" panose="02000503000000020004" pitchFamily="2" charset="0"/>
                <a:cs typeface="Helvetica Neue" panose="02000503000000020004" pitchFamily="2" charset="0"/>
              </a:rPr>
              <a:t>insert()</a:t>
            </a:r>
          </a:p>
        </p:txBody>
      </p:sp>
      <p:sp>
        <p:nvSpPr>
          <p:cNvPr id="4" name="TextBox 3">
            <a:extLst>
              <a:ext uri="{FF2B5EF4-FFF2-40B4-BE49-F238E27FC236}">
                <a16:creationId xmlns:a16="http://schemas.microsoft.com/office/drawing/2014/main" id="{3CFB051A-9364-6FF8-ABB0-818D63159FD6}"/>
              </a:ext>
            </a:extLst>
          </p:cNvPr>
          <p:cNvSpPr txBox="1"/>
          <p:nvPr/>
        </p:nvSpPr>
        <p:spPr>
          <a:xfrm>
            <a:off x="1270417" y="5953806"/>
            <a:ext cx="12194498" cy="1015663"/>
          </a:xfrm>
          <a:prstGeom prst="rect">
            <a:avLst/>
          </a:prstGeom>
          <a:noFill/>
        </p:spPr>
        <p:txBody>
          <a:bodyPr wrap="square">
            <a:spAutoFit/>
          </a:bodyPr>
          <a:lstStyle/>
          <a:p>
            <a:r>
              <a:rPr lang="en-US" sz="6000" b="0" dirty="0" err="1">
                <a:solidFill>
                  <a:srgbClr val="000000"/>
                </a:solidFill>
                <a:effectLst/>
                <a:latin typeface="Courier New" panose="02070309020205020404" pitchFamily="49" charset="0"/>
              </a:rPr>
              <a:t>my_list.insert</a:t>
            </a:r>
            <a:r>
              <a:rPr lang="en-US" sz="6000" b="0" dirty="0">
                <a:solidFill>
                  <a:srgbClr val="000000"/>
                </a:solidFill>
                <a:effectLst/>
                <a:latin typeface="Courier New" panose="02070309020205020404" pitchFamily="49" charset="0"/>
              </a:rPr>
              <a:t>(</a:t>
            </a:r>
            <a:r>
              <a:rPr lang="en-US" sz="6000" b="0" dirty="0">
                <a:solidFill>
                  <a:srgbClr val="098156"/>
                </a:solidFill>
                <a:effectLst/>
                <a:latin typeface="Courier New" panose="02070309020205020404" pitchFamily="49" charset="0"/>
              </a:rPr>
              <a:t>3</a:t>
            </a:r>
            <a:r>
              <a:rPr lang="en-US" sz="6000" b="0" dirty="0">
                <a:effectLst/>
                <a:latin typeface="Courier New" panose="02070309020205020404" pitchFamily="49" charset="0"/>
              </a:rPr>
              <a:t>,</a:t>
            </a:r>
            <a:r>
              <a:rPr lang="en-US" sz="6000" b="0" dirty="0">
                <a:solidFill>
                  <a:srgbClr val="098156"/>
                </a:solidFill>
                <a:effectLst/>
                <a:latin typeface="Courier New" panose="02070309020205020404" pitchFamily="49" charset="0"/>
              </a:rPr>
              <a:t> 14</a:t>
            </a:r>
            <a:r>
              <a:rPr lang="en-US" sz="6000" b="0" dirty="0">
                <a:solidFill>
                  <a:srgbClr val="000000"/>
                </a:solidFill>
                <a:effectLst/>
                <a:latin typeface="Courier New" panose="02070309020205020404" pitchFamily="49" charset="0"/>
              </a:rPr>
              <a:t>)</a:t>
            </a:r>
          </a:p>
        </p:txBody>
      </p:sp>
      <p:sp>
        <p:nvSpPr>
          <p:cNvPr id="10" name="TextBox 9">
            <a:extLst>
              <a:ext uri="{FF2B5EF4-FFF2-40B4-BE49-F238E27FC236}">
                <a16:creationId xmlns:a16="http://schemas.microsoft.com/office/drawing/2014/main" id="{9DCD0C32-E662-8B4B-261D-D2FC0CB6FD39}"/>
              </a:ext>
            </a:extLst>
          </p:cNvPr>
          <p:cNvSpPr txBox="1"/>
          <p:nvPr/>
        </p:nvSpPr>
        <p:spPr>
          <a:xfrm>
            <a:off x="4846299" y="3599282"/>
            <a:ext cx="5391984" cy="1015663"/>
          </a:xfrm>
          <a:prstGeom prst="rect">
            <a:avLst/>
          </a:prstGeom>
          <a:noFill/>
        </p:spPr>
        <p:txBody>
          <a:bodyPr wrap="square">
            <a:spAutoFit/>
          </a:bodyPr>
          <a:lstStyle/>
          <a:p>
            <a:r>
              <a:rPr lang="en-US" sz="6000" b="0" dirty="0">
                <a:solidFill>
                  <a:srgbClr val="000000"/>
                </a:solidFill>
                <a:effectLst/>
                <a:latin typeface="Courier New" panose="02070309020205020404" pitchFamily="49" charset="0"/>
              </a:rPr>
              <a:t>[</a:t>
            </a:r>
            <a:r>
              <a:rPr lang="en-US" sz="6000" b="0" dirty="0">
                <a:solidFill>
                  <a:srgbClr val="098156"/>
                </a:solidFill>
                <a:effectLst/>
                <a:latin typeface="Courier New" panose="02070309020205020404" pitchFamily="49" charset="0"/>
              </a:rPr>
              <a:t>3</a:t>
            </a:r>
            <a:r>
              <a:rPr lang="en-US" sz="6000" b="0" dirty="0">
                <a:solidFill>
                  <a:srgbClr val="000000"/>
                </a:solidFill>
                <a:effectLst/>
                <a:latin typeface="Courier New" panose="02070309020205020404" pitchFamily="49" charset="0"/>
              </a:rPr>
              <a:t>, </a:t>
            </a:r>
            <a:r>
              <a:rPr lang="en-US" sz="6000" b="0" dirty="0">
                <a:solidFill>
                  <a:srgbClr val="098156"/>
                </a:solidFill>
                <a:effectLst/>
                <a:latin typeface="Courier New" panose="02070309020205020404" pitchFamily="49" charset="0"/>
              </a:rPr>
              <a:t>14</a:t>
            </a:r>
            <a:r>
              <a:rPr lang="en-US" sz="6000" b="0" dirty="0">
                <a:solidFill>
                  <a:srgbClr val="000000"/>
                </a:solidFill>
                <a:effectLst/>
                <a:latin typeface="Courier New" panose="02070309020205020404" pitchFamily="49" charset="0"/>
              </a:rPr>
              <a:t>, </a:t>
            </a:r>
            <a:r>
              <a:rPr lang="en-US" sz="6000" b="0" dirty="0">
                <a:solidFill>
                  <a:srgbClr val="098156"/>
                </a:solidFill>
                <a:effectLst/>
                <a:latin typeface="Courier New" panose="02070309020205020404" pitchFamily="49" charset="0"/>
              </a:rPr>
              <a:t>0</a:t>
            </a:r>
            <a:r>
              <a:rPr lang="en-US" sz="6000" b="0" dirty="0">
                <a:solidFill>
                  <a:srgbClr val="000000"/>
                </a:solidFill>
                <a:effectLst/>
                <a:latin typeface="Courier New" panose="02070309020205020404" pitchFamily="49" charset="0"/>
              </a:rPr>
              <a:t>, </a:t>
            </a:r>
          </a:p>
        </p:txBody>
      </p:sp>
      <p:sp>
        <p:nvSpPr>
          <p:cNvPr id="11" name="TextBox 10">
            <a:extLst>
              <a:ext uri="{FF2B5EF4-FFF2-40B4-BE49-F238E27FC236}">
                <a16:creationId xmlns:a16="http://schemas.microsoft.com/office/drawing/2014/main" id="{38D2B6C0-6279-0549-E3AF-92322F3EEA61}"/>
              </a:ext>
            </a:extLst>
          </p:cNvPr>
          <p:cNvSpPr txBox="1"/>
          <p:nvPr/>
        </p:nvSpPr>
        <p:spPr>
          <a:xfrm>
            <a:off x="11709971" y="3599282"/>
            <a:ext cx="2528864" cy="1015663"/>
          </a:xfrm>
          <a:prstGeom prst="rect">
            <a:avLst/>
          </a:prstGeom>
          <a:noFill/>
        </p:spPr>
        <p:txBody>
          <a:bodyPr wrap="square">
            <a:spAutoFit/>
          </a:bodyPr>
          <a:lstStyle/>
          <a:p>
            <a:r>
              <a:rPr lang="en-US" sz="6000" dirty="0">
                <a:solidFill>
                  <a:srgbClr val="098156"/>
                </a:solidFill>
                <a:latin typeface="Courier New" panose="02070309020205020404" pitchFamily="49" charset="0"/>
              </a:rPr>
              <a:t>5</a:t>
            </a:r>
            <a:r>
              <a:rPr lang="en-US" sz="6000" b="0" dirty="0">
                <a:solidFill>
                  <a:srgbClr val="000000"/>
                </a:solidFill>
                <a:effectLst/>
                <a:latin typeface="Courier New" panose="02070309020205020404" pitchFamily="49" charset="0"/>
              </a:rPr>
              <a:t>, </a:t>
            </a:r>
            <a:r>
              <a:rPr lang="en-US" sz="6000" dirty="0">
                <a:solidFill>
                  <a:srgbClr val="098156"/>
                </a:solidFill>
                <a:latin typeface="Courier New" panose="02070309020205020404" pitchFamily="49" charset="0"/>
              </a:rPr>
              <a:t>8</a:t>
            </a:r>
            <a:r>
              <a:rPr lang="en-US" sz="6000" b="0" dirty="0">
                <a:solidFill>
                  <a:srgbClr val="000000"/>
                </a:solidFill>
                <a:effectLst/>
                <a:latin typeface="Courier New" panose="02070309020205020404" pitchFamily="49" charset="0"/>
              </a:rPr>
              <a:t>]</a:t>
            </a:r>
          </a:p>
        </p:txBody>
      </p:sp>
      <p:sp>
        <p:nvSpPr>
          <p:cNvPr id="12" name="TextBox 11">
            <a:extLst>
              <a:ext uri="{FF2B5EF4-FFF2-40B4-BE49-F238E27FC236}">
                <a16:creationId xmlns:a16="http://schemas.microsoft.com/office/drawing/2014/main" id="{132DF58E-7901-F285-ED06-F4E399A47A3E}"/>
              </a:ext>
            </a:extLst>
          </p:cNvPr>
          <p:cNvSpPr txBox="1"/>
          <p:nvPr/>
        </p:nvSpPr>
        <p:spPr>
          <a:xfrm>
            <a:off x="9873153" y="3599282"/>
            <a:ext cx="1851808" cy="1015663"/>
          </a:xfrm>
          <a:prstGeom prst="rect">
            <a:avLst/>
          </a:prstGeom>
          <a:noFill/>
        </p:spPr>
        <p:txBody>
          <a:bodyPr wrap="square">
            <a:spAutoFit/>
          </a:bodyPr>
          <a:lstStyle/>
          <a:p>
            <a:r>
              <a:rPr lang="en-US" sz="6000" b="0" dirty="0">
                <a:solidFill>
                  <a:srgbClr val="098156"/>
                </a:solidFill>
                <a:effectLst/>
                <a:latin typeface="Courier New" panose="02070309020205020404" pitchFamily="49" charset="0"/>
              </a:rPr>
              <a:t>14</a:t>
            </a:r>
            <a:r>
              <a:rPr lang="en-US" sz="6000" b="0" dirty="0">
                <a:solidFill>
                  <a:srgbClr val="000000"/>
                </a:solidFill>
                <a:effectLst/>
                <a:latin typeface="Courier New" panose="02070309020205020404" pitchFamily="49" charset="0"/>
              </a:rPr>
              <a:t>, </a:t>
            </a:r>
          </a:p>
        </p:txBody>
      </p:sp>
      <p:sp>
        <p:nvSpPr>
          <p:cNvPr id="13" name="TextBox 12">
            <a:extLst>
              <a:ext uri="{FF2B5EF4-FFF2-40B4-BE49-F238E27FC236}">
                <a16:creationId xmlns:a16="http://schemas.microsoft.com/office/drawing/2014/main" id="{B1C4552C-281C-20D6-1FC4-6498A6CDF9B2}"/>
              </a:ext>
            </a:extLst>
          </p:cNvPr>
          <p:cNvSpPr txBox="1"/>
          <p:nvPr/>
        </p:nvSpPr>
        <p:spPr>
          <a:xfrm>
            <a:off x="1270417" y="6969469"/>
            <a:ext cx="12194498" cy="1015663"/>
          </a:xfrm>
          <a:prstGeom prst="rect">
            <a:avLst/>
          </a:prstGeom>
          <a:noFill/>
        </p:spPr>
        <p:txBody>
          <a:bodyPr wrap="square">
            <a:spAutoFit/>
          </a:bodyPr>
          <a:lstStyle/>
          <a:p>
            <a:r>
              <a:rPr lang="en-US" sz="6000" b="0" dirty="0" err="1">
                <a:solidFill>
                  <a:srgbClr val="000000"/>
                </a:solidFill>
                <a:effectLst/>
                <a:latin typeface="Courier New" panose="02070309020205020404" pitchFamily="49" charset="0"/>
              </a:rPr>
              <a:t>my_list.insert</a:t>
            </a:r>
            <a:r>
              <a:rPr lang="en-US" sz="6000" b="0" dirty="0">
                <a:solidFill>
                  <a:srgbClr val="000000"/>
                </a:solidFill>
                <a:effectLst/>
                <a:latin typeface="Courier New" panose="02070309020205020404" pitchFamily="49" charset="0"/>
              </a:rPr>
              <a:t>(</a:t>
            </a:r>
            <a:r>
              <a:rPr lang="en-US" sz="6000" b="0" dirty="0">
                <a:solidFill>
                  <a:srgbClr val="098156"/>
                </a:solidFill>
                <a:effectLst/>
                <a:latin typeface="Courier New" panose="02070309020205020404" pitchFamily="49" charset="0"/>
              </a:rPr>
              <a:t>3</a:t>
            </a:r>
            <a:r>
              <a:rPr lang="en-US" sz="6000" b="0" dirty="0">
                <a:effectLst/>
                <a:latin typeface="Courier New" panose="02070309020205020404" pitchFamily="49" charset="0"/>
              </a:rPr>
              <a:t>,</a:t>
            </a:r>
            <a:r>
              <a:rPr lang="en-US" sz="6000" b="0" dirty="0">
                <a:solidFill>
                  <a:srgbClr val="098156"/>
                </a:solidFill>
                <a:effectLst/>
                <a:latin typeface="Courier New" panose="02070309020205020404" pitchFamily="49" charset="0"/>
              </a:rPr>
              <a:t> 1</a:t>
            </a:r>
            <a:r>
              <a:rPr lang="en-US" sz="6000" b="0" dirty="0">
                <a:solidFill>
                  <a:srgbClr val="000000"/>
                </a:solidFill>
                <a:effectLst/>
                <a:latin typeface="Courier New" panose="02070309020205020404" pitchFamily="49" charset="0"/>
              </a:rPr>
              <a:t>)</a:t>
            </a:r>
          </a:p>
        </p:txBody>
      </p:sp>
    </p:spTree>
    <p:extLst>
      <p:ext uri="{BB962C8B-B14F-4D97-AF65-F5344CB8AC3E}">
        <p14:creationId xmlns:p14="http://schemas.microsoft.com/office/powerpoint/2010/main" val="183992285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sp>
        <p:nvSpPr>
          <p:cNvPr id="2" name="Google Shape;412;p56">
            <a:extLst>
              <a:ext uri="{FF2B5EF4-FFF2-40B4-BE49-F238E27FC236}">
                <a16:creationId xmlns:a16="http://schemas.microsoft.com/office/drawing/2014/main" id="{4E5DC0DC-DCEB-F4EA-FA06-D349E1D17C1C}"/>
              </a:ext>
            </a:extLst>
          </p:cNvPr>
          <p:cNvSpPr txBox="1">
            <a:spLocks/>
          </p:cNvSpPr>
          <p:nvPr/>
        </p:nvSpPr>
        <p:spPr>
          <a:xfrm>
            <a:off x="298453" y="249400"/>
            <a:ext cx="20503200" cy="1427200"/>
          </a:xfrm>
          <a:prstGeom prst="rect">
            <a:avLst/>
          </a:prstGeom>
        </p:spPr>
        <p:txBody>
          <a:bodyPr spcFirstLastPara="1" vert="horz" wrap="square" lIns="243800" tIns="243800" rIns="243800" bIns="243800" rtlCol="0" anchor="t" anchorCtr="0">
            <a:normAutofit/>
          </a:bodyPr>
          <a:lstStyle>
            <a:lvl1pPr lvl="0" algn="l" defTabSz="1828800" rtl="0" eaLnBrk="1" latinLnBrk="0" hangingPunct="1">
              <a:lnSpc>
                <a:spcPct val="90000"/>
              </a:lnSpc>
              <a:spcBef>
                <a:spcPts val="0"/>
              </a:spcBef>
              <a:spcAft>
                <a:spcPts val="0"/>
              </a:spcAft>
              <a:buSzPts val="2600"/>
              <a:buNone/>
              <a:defRPr sz="6933" kern="1200">
                <a:solidFill>
                  <a:schemeClr val="tx1"/>
                </a:solidFill>
                <a:latin typeface="+mj-lt"/>
                <a:ea typeface="+mj-ea"/>
                <a:cs typeface="+mj-cs"/>
              </a:defRPr>
            </a:lvl1pPr>
            <a:lvl2pPr lvl="1" rtl="0">
              <a:spcBef>
                <a:spcPts val="0"/>
              </a:spcBef>
              <a:spcAft>
                <a:spcPts val="0"/>
              </a:spcAft>
              <a:buSzPts val="2600"/>
              <a:buNone/>
              <a:defRPr sz="6933"/>
            </a:lvl2pPr>
            <a:lvl3pPr lvl="2" rtl="0">
              <a:spcBef>
                <a:spcPts val="0"/>
              </a:spcBef>
              <a:spcAft>
                <a:spcPts val="0"/>
              </a:spcAft>
              <a:buSzPts val="2600"/>
              <a:buNone/>
              <a:defRPr sz="6933"/>
            </a:lvl3pPr>
            <a:lvl4pPr lvl="3" rtl="0">
              <a:spcBef>
                <a:spcPts val="0"/>
              </a:spcBef>
              <a:spcAft>
                <a:spcPts val="0"/>
              </a:spcAft>
              <a:buSzPts val="2600"/>
              <a:buNone/>
              <a:defRPr sz="6933"/>
            </a:lvl4pPr>
            <a:lvl5pPr lvl="4" rtl="0">
              <a:spcBef>
                <a:spcPts val="0"/>
              </a:spcBef>
              <a:spcAft>
                <a:spcPts val="0"/>
              </a:spcAft>
              <a:buSzPts val="2600"/>
              <a:buNone/>
              <a:defRPr sz="6933"/>
            </a:lvl5pPr>
            <a:lvl6pPr lvl="5" rtl="0">
              <a:spcBef>
                <a:spcPts val="0"/>
              </a:spcBef>
              <a:spcAft>
                <a:spcPts val="0"/>
              </a:spcAft>
              <a:buSzPts val="2600"/>
              <a:buNone/>
              <a:defRPr sz="6933"/>
            </a:lvl6pPr>
            <a:lvl7pPr lvl="6" rtl="0">
              <a:spcBef>
                <a:spcPts val="0"/>
              </a:spcBef>
              <a:spcAft>
                <a:spcPts val="0"/>
              </a:spcAft>
              <a:buSzPts val="2600"/>
              <a:buNone/>
              <a:defRPr sz="6933"/>
            </a:lvl7pPr>
            <a:lvl8pPr lvl="7" rtl="0">
              <a:spcBef>
                <a:spcPts val="0"/>
              </a:spcBef>
              <a:spcAft>
                <a:spcPts val="0"/>
              </a:spcAft>
              <a:buSzPts val="2600"/>
              <a:buNone/>
              <a:defRPr sz="6933"/>
            </a:lvl8pPr>
            <a:lvl9pPr lvl="8" rtl="0">
              <a:spcBef>
                <a:spcPts val="0"/>
              </a:spcBef>
              <a:spcAft>
                <a:spcPts val="0"/>
              </a:spcAft>
              <a:buSzPts val="2600"/>
              <a:buNone/>
              <a:defRPr sz="6933"/>
            </a:lvl9pPr>
          </a:lstStyle>
          <a:p>
            <a:r>
              <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List Manipulation</a:t>
            </a:r>
          </a:p>
        </p:txBody>
      </p:sp>
      <p:sp>
        <p:nvSpPr>
          <p:cNvPr id="3" name="Google Shape;412;p56">
            <a:extLst>
              <a:ext uri="{FF2B5EF4-FFF2-40B4-BE49-F238E27FC236}">
                <a16:creationId xmlns:a16="http://schemas.microsoft.com/office/drawing/2014/main" id="{D91AA8B2-6D4C-AEDC-81A7-C8190312A9C2}"/>
              </a:ext>
            </a:extLst>
          </p:cNvPr>
          <p:cNvSpPr txBox="1">
            <a:spLocks/>
          </p:cNvSpPr>
          <p:nvPr/>
        </p:nvSpPr>
        <p:spPr>
          <a:xfrm>
            <a:off x="296105" y="1175521"/>
            <a:ext cx="20503200" cy="1427200"/>
          </a:xfrm>
          <a:prstGeom prst="rect">
            <a:avLst/>
          </a:prstGeom>
        </p:spPr>
        <p:txBody>
          <a:bodyPr spcFirstLastPara="1" vert="horz" wrap="square" lIns="243800" tIns="243800" rIns="243800" bIns="243800" rtlCol="0" anchor="t" anchorCtr="0">
            <a:normAutofit fontScale="97500"/>
          </a:bodyPr>
          <a:lstStyle>
            <a:lvl1pPr lvl="0" algn="l" defTabSz="1828800" rtl="0" eaLnBrk="1" latinLnBrk="0" hangingPunct="1">
              <a:lnSpc>
                <a:spcPct val="90000"/>
              </a:lnSpc>
              <a:spcBef>
                <a:spcPts val="0"/>
              </a:spcBef>
              <a:spcAft>
                <a:spcPts val="0"/>
              </a:spcAft>
              <a:buSzPts val="2600"/>
              <a:buNone/>
              <a:defRPr sz="6933" kern="1200">
                <a:solidFill>
                  <a:schemeClr val="tx1"/>
                </a:solidFill>
                <a:latin typeface="+mj-lt"/>
                <a:ea typeface="+mj-ea"/>
                <a:cs typeface="+mj-cs"/>
              </a:defRPr>
            </a:lvl1pPr>
            <a:lvl2pPr lvl="1" rtl="0">
              <a:spcBef>
                <a:spcPts val="0"/>
              </a:spcBef>
              <a:spcAft>
                <a:spcPts val="0"/>
              </a:spcAft>
              <a:buSzPts val="2600"/>
              <a:buNone/>
              <a:defRPr sz="6933"/>
            </a:lvl2pPr>
            <a:lvl3pPr lvl="2" rtl="0">
              <a:spcBef>
                <a:spcPts val="0"/>
              </a:spcBef>
              <a:spcAft>
                <a:spcPts val="0"/>
              </a:spcAft>
              <a:buSzPts val="2600"/>
              <a:buNone/>
              <a:defRPr sz="6933"/>
            </a:lvl3pPr>
            <a:lvl4pPr lvl="3" rtl="0">
              <a:spcBef>
                <a:spcPts val="0"/>
              </a:spcBef>
              <a:spcAft>
                <a:spcPts val="0"/>
              </a:spcAft>
              <a:buSzPts val="2600"/>
              <a:buNone/>
              <a:defRPr sz="6933"/>
            </a:lvl4pPr>
            <a:lvl5pPr lvl="4" rtl="0">
              <a:spcBef>
                <a:spcPts val="0"/>
              </a:spcBef>
              <a:spcAft>
                <a:spcPts val="0"/>
              </a:spcAft>
              <a:buSzPts val="2600"/>
              <a:buNone/>
              <a:defRPr sz="6933"/>
            </a:lvl5pPr>
            <a:lvl6pPr lvl="5" rtl="0">
              <a:spcBef>
                <a:spcPts val="0"/>
              </a:spcBef>
              <a:spcAft>
                <a:spcPts val="0"/>
              </a:spcAft>
              <a:buSzPts val="2600"/>
              <a:buNone/>
              <a:defRPr sz="6933"/>
            </a:lvl6pPr>
            <a:lvl7pPr lvl="6" rtl="0">
              <a:spcBef>
                <a:spcPts val="0"/>
              </a:spcBef>
              <a:spcAft>
                <a:spcPts val="0"/>
              </a:spcAft>
              <a:buSzPts val="2600"/>
              <a:buNone/>
              <a:defRPr sz="6933"/>
            </a:lvl7pPr>
            <a:lvl8pPr lvl="7" rtl="0">
              <a:spcBef>
                <a:spcPts val="0"/>
              </a:spcBef>
              <a:spcAft>
                <a:spcPts val="0"/>
              </a:spcAft>
              <a:buSzPts val="2600"/>
              <a:buNone/>
              <a:defRPr sz="6933"/>
            </a:lvl8pPr>
            <a:lvl9pPr lvl="8" rtl="0">
              <a:spcBef>
                <a:spcPts val="0"/>
              </a:spcBef>
              <a:spcAft>
                <a:spcPts val="0"/>
              </a:spcAft>
              <a:buSzPts val="2600"/>
              <a:buNone/>
              <a:defRPr sz="6933"/>
            </a:lvl9pPr>
          </a:lstStyle>
          <a:p>
            <a:r>
              <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List Operations</a:t>
            </a:r>
          </a:p>
        </p:txBody>
      </p:sp>
      <p:sp>
        <p:nvSpPr>
          <p:cNvPr id="7" name="Google Shape;412;p56">
            <a:extLst>
              <a:ext uri="{FF2B5EF4-FFF2-40B4-BE49-F238E27FC236}">
                <a16:creationId xmlns:a16="http://schemas.microsoft.com/office/drawing/2014/main" id="{1DF98835-E352-EAD3-E001-8739AE1A0C64}"/>
              </a:ext>
            </a:extLst>
          </p:cNvPr>
          <p:cNvSpPr txBox="1">
            <a:spLocks/>
          </p:cNvSpPr>
          <p:nvPr/>
        </p:nvSpPr>
        <p:spPr>
          <a:xfrm>
            <a:off x="298605" y="2092419"/>
            <a:ext cx="20503200" cy="1427200"/>
          </a:xfrm>
          <a:prstGeom prst="rect">
            <a:avLst/>
          </a:prstGeom>
        </p:spPr>
        <p:txBody>
          <a:bodyPr spcFirstLastPara="1" vert="horz" wrap="square" lIns="243800" tIns="243800" rIns="243800" bIns="243800" rtlCol="0" anchor="t" anchorCtr="0">
            <a:normAutofit fontScale="97500"/>
          </a:bodyPr>
          <a:lstStyle>
            <a:lvl1pPr lvl="0" algn="l" defTabSz="1828800" rtl="0" eaLnBrk="1" latinLnBrk="0" hangingPunct="1">
              <a:lnSpc>
                <a:spcPct val="90000"/>
              </a:lnSpc>
              <a:spcBef>
                <a:spcPts val="0"/>
              </a:spcBef>
              <a:spcAft>
                <a:spcPts val="0"/>
              </a:spcAft>
              <a:buSzPts val="2600"/>
              <a:buNone/>
              <a:defRPr sz="6933" kern="1200">
                <a:solidFill>
                  <a:schemeClr val="tx1"/>
                </a:solidFill>
                <a:latin typeface="+mj-lt"/>
                <a:ea typeface="+mj-ea"/>
                <a:cs typeface="+mj-cs"/>
              </a:defRPr>
            </a:lvl1pPr>
            <a:lvl2pPr lvl="1" rtl="0">
              <a:spcBef>
                <a:spcPts val="0"/>
              </a:spcBef>
              <a:spcAft>
                <a:spcPts val="0"/>
              </a:spcAft>
              <a:buSzPts val="2600"/>
              <a:buNone/>
              <a:defRPr sz="6933"/>
            </a:lvl2pPr>
            <a:lvl3pPr lvl="2" rtl="0">
              <a:spcBef>
                <a:spcPts val="0"/>
              </a:spcBef>
              <a:spcAft>
                <a:spcPts val="0"/>
              </a:spcAft>
              <a:buSzPts val="2600"/>
              <a:buNone/>
              <a:defRPr sz="6933"/>
            </a:lvl3pPr>
            <a:lvl4pPr lvl="3" rtl="0">
              <a:spcBef>
                <a:spcPts val="0"/>
              </a:spcBef>
              <a:spcAft>
                <a:spcPts val="0"/>
              </a:spcAft>
              <a:buSzPts val="2600"/>
              <a:buNone/>
              <a:defRPr sz="6933"/>
            </a:lvl4pPr>
            <a:lvl5pPr lvl="4" rtl="0">
              <a:spcBef>
                <a:spcPts val="0"/>
              </a:spcBef>
              <a:spcAft>
                <a:spcPts val="0"/>
              </a:spcAft>
              <a:buSzPts val="2600"/>
              <a:buNone/>
              <a:defRPr sz="6933"/>
            </a:lvl5pPr>
            <a:lvl6pPr lvl="5" rtl="0">
              <a:spcBef>
                <a:spcPts val="0"/>
              </a:spcBef>
              <a:spcAft>
                <a:spcPts val="0"/>
              </a:spcAft>
              <a:buSzPts val="2600"/>
              <a:buNone/>
              <a:defRPr sz="6933"/>
            </a:lvl6pPr>
            <a:lvl7pPr lvl="6" rtl="0">
              <a:spcBef>
                <a:spcPts val="0"/>
              </a:spcBef>
              <a:spcAft>
                <a:spcPts val="0"/>
              </a:spcAft>
              <a:buSzPts val="2600"/>
              <a:buNone/>
              <a:defRPr sz="6933"/>
            </a:lvl7pPr>
            <a:lvl8pPr lvl="7" rtl="0">
              <a:spcBef>
                <a:spcPts val="0"/>
              </a:spcBef>
              <a:spcAft>
                <a:spcPts val="0"/>
              </a:spcAft>
              <a:buSzPts val="2600"/>
              <a:buNone/>
              <a:defRPr sz="6933"/>
            </a:lvl8pPr>
            <a:lvl9pPr lvl="8" rtl="0">
              <a:spcBef>
                <a:spcPts val="0"/>
              </a:spcBef>
              <a:spcAft>
                <a:spcPts val="0"/>
              </a:spcAft>
              <a:buSzPts val="2600"/>
              <a:buNone/>
              <a:defRPr sz="6933"/>
            </a:lvl9pPr>
          </a:lstStyle>
          <a:p>
            <a:r>
              <a:rPr lang="en-US" sz="6000" b="1" dirty="0">
                <a:solidFill>
                  <a:srgbClr val="006B64"/>
                </a:solidFill>
                <a:latin typeface="Helvetica Neue" panose="02000503000000020004" pitchFamily="2" charset="0"/>
                <a:ea typeface="Helvetica Neue" panose="02000503000000020004" pitchFamily="2" charset="0"/>
                <a:cs typeface="Helvetica Neue" panose="02000503000000020004" pitchFamily="2" charset="0"/>
              </a:rPr>
              <a:t>insert()</a:t>
            </a:r>
          </a:p>
        </p:txBody>
      </p:sp>
      <p:sp>
        <p:nvSpPr>
          <p:cNvPr id="4" name="TextBox 3">
            <a:extLst>
              <a:ext uri="{FF2B5EF4-FFF2-40B4-BE49-F238E27FC236}">
                <a16:creationId xmlns:a16="http://schemas.microsoft.com/office/drawing/2014/main" id="{3CFB051A-9364-6FF8-ABB0-818D63159FD6}"/>
              </a:ext>
            </a:extLst>
          </p:cNvPr>
          <p:cNvSpPr txBox="1"/>
          <p:nvPr/>
        </p:nvSpPr>
        <p:spPr>
          <a:xfrm>
            <a:off x="1270417" y="5953806"/>
            <a:ext cx="12194498" cy="1015663"/>
          </a:xfrm>
          <a:prstGeom prst="rect">
            <a:avLst/>
          </a:prstGeom>
          <a:noFill/>
        </p:spPr>
        <p:txBody>
          <a:bodyPr wrap="square">
            <a:spAutoFit/>
          </a:bodyPr>
          <a:lstStyle/>
          <a:p>
            <a:r>
              <a:rPr lang="en-US" sz="6000" b="0" dirty="0" err="1">
                <a:solidFill>
                  <a:srgbClr val="000000"/>
                </a:solidFill>
                <a:effectLst/>
                <a:latin typeface="Courier New" panose="02070309020205020404" pitchFamily="49" charset="0"/>
              </a:rPr>
              <a:t>my_list.insert</a:t>
            </a:r>
            <a:r>
              <a:rPr lang="en-US" sz="6000" b="0" dirty="0">
                <a:solidFill>
                  <a:srgbClr val="000000"/>
                </a:solidFill>
                <a:effectLst/>
                <a:latin typeface="Courier New" panose="02070309020205020404" pitchFamily="49" charset="0"/>
              </a:rPr>
              <a:t>(</a:t>
            </a:r>
            <a:r>
              <a:rPr lang="en-US" sz="6000" b="0" dirty="0">
                <a:solidFill>
                  <a:srgbClr val="098156"/>
                </a:solidFill>
                <a:effectLst/>
                <a:latin typeface="Courier New" panose="02070309020205020404" pitchFamily="49" charset="0"/>
              </a:rPr>
              <a:t>3</a:t>
            </a:r>
            <a:r>
              <a:rPr lang="en-US" sz="6000" b="0" dirty="0">
                <a:effectLst/>
                <a:latin typeface="Courier New" panose="02070309020205020404" pitchFamily="49" charset="0"/>
              </a:rPr>
              <a:t>,</a:t>
            </a:r>
            <a:r>
              <a:rPr lang="en-US" sz="6000" b="0" dirty="0">
                <a:solidFill>
                  <a:srgbClr val="098156"/>
                </a:solidFill>
                <a:effectLst/>
                <a:latin typeface="Courier New" panose="02070309020205020404" pitchFamily="49" charset="0"/>
              </a:rPr>
              <a:t> 14</a:t>
            </a:r>
            <a:r>
              <a:rPr lang="en-US" sz="6000" b="0" dirty="0">
                <a:solidFill>
                  <a:srgbClr val="000000"/>
                </a:solidFill>
                <a:effectLst/>
                <a:latin typeface="Courier New" panose="02070309020205020404" pitchFamily="49" charset="0"/>
              </a:rPr>
              <a:t>)</a:t>
            </a:r>
          </a:p>
        </p:txBody>
      </p:sp>
      <p:sp>
        <p:nvSpPr>
          <p:cNvPr id="10" name="TextBox 9">
            <a:extLst>
              <a:ext uri="{FF2B5EF4-FFF2-40B4-BE49-F238E27FC236}">
                <a16:creationId xmlns:a16="http://schemas.microsoft.com/office/drawing/2014/main" id="{9DCD0C32-E662-8B4B-261D-D2FC0CB6FD39}"/>
              </a:ext>
            </a:extLst>
          </p:cNvPr>
          <p:cNvSpPr txBox="1"/>
          <p:nvPr/>
        </p:nvSpPr>
        <p:spPr>
          <a:xfrm>
            <a:off x="4846299" y="3599282"/>
            <a:ext cx="5030980" cy="1015663"/>
          </a:xfrm>
          <a:prstGeom prst="rect">
            <a:avLst/>
          </a:prstGeom>
          <a:noFill/>
        </p:spPr>
        <p:txBody>
          <a:bodyPr wrap="square">
            <a:spAutoFit/>
          </a:bodyPr>
          <a:lstStyle/>
          <a:p>
            <a:r>
              <a:rPr lang="en-US" sz="6000" b="0" dirty="0">
                <a:solidFill>
                  <a:srgbClr val="000000"/>
                </a:solidFill>
                <a:effectLst/>
                <a:latin typeface="Courier New" panose="02070309020205020404" pitchFamily="49" charset="0"/>
              </a:rPr>
              <a:t>[</a:t>
            </a:r>
            <a:r>
              <a:rPr lang="en-US" sz="6000" b="0" dirty="0">
                <a:solidFill>
                  <a:srgbClr val="098156"/>
                </a:solidFill>
                <a:effectLst/>
                <a:latin typeface="Courier New" panose="02070309020205020404" pitchFamily="49" charset="0"/>
              </a:rPr>
              <a:t>3</a:t>
            </a:r>
            <a:r>
              <a:rPr lang="en-US" sz="6000" b="0" dirty="0">
                <a:solidFill>
                  <a:srgbClr val="000000"/>
                </a:solidFill>
                <a:effectLst/>
                <a:latin typeface="Courier New" panose="02070309020205020404" pitchFamily="49" charset="0"/>
              </a:rPr>
              <a:t>, </a:t>
            </a:r>
            <a:r>
              <a:rPr lang="en-US" sz="6000" b="0" dirty="0">
                <a:solidFill>
                  <a:srgbClr val="098156"/>
                </a:solidFill>
                <a:effectLst/>
                <a:latin typeface="Courier New" panose="02070309020205020404" pitchFamily="49" charset="0"/>
              </a:rPr>
              <a:t>14</a:t>
            </a:r>
            <a:r>
              <a:rPr lang="en-US" sz="6000" b="0" dirty="0">
                <a:solidFill>
                  <a:srgbClr val="000000"/>
                </a:solidFill>
                <a:effectLst/>
                <a:latin typeface="Courier New" panose="02070309020205020404" pitchFamily="49" charset="0"/>
              </a:rPr>
              <a:t>, </a:t>
            </a:r>
            <a:r>
              <a:rPr lang="en-US" sz="6000" b="0" dirty="0">
                <a:solidFill>
                  <a:srgbClr val="098156"/>
                </a:solidFill>
                <a:effectLst/>
                <a:latin typeface="Courier New" panose="02070309020205020404" pitchFamily="49" charset="0"/>
              </a:rPr>
              <a:t>0</a:t>
            </a:r>
            <a:r>
              <a:rPr lang="en-US" sz="6000" b="0" dirty="0">
                <a:solidFill>
                  <a:srgbClr val="000000"/>
                </a:solidFill>
                <a:effectLst/>
                <a:latin typeface="Courier New" panose="02070309020205020404" pitchFamily="49" charset="0"/>
              </a:rPr>
              <a:t>, </a:t>
            </a:r>
          </a:p>
        </p:txBody>
      </p:sp>
      <p:sp>
        <p:nvSpPr>
          <p:cNvPr id="11" name="TextBox 10">
            <a:extLst>
              <a:ext uri="{FF2B5EF4-FFF2-40B4-BE49-F238E27FC236}">
                <a16:creationId xmlns:a16="http://schemas.microsoft.com/office/drawing/2014/main" id="{38D2B6C0-6279-0549-E3AF-92322F3EEA61}"/>
              </a:ext>
            </a:extLst>
          </p:cNvPr>
          <p:cNvSpPr txBox="1"/>
          <p:nvPr/>
        </p:nvSpPr>
        <p:spPr>
          <a:xfrm>
            <a:off x="13082987" y="3599511"/>
            <a:ext cx="2528864" cy="1015663"/>
          </a:xfrm>
          <a:prstGeom prst="rect">
            <a:avLst/>
          </a:prstGeom>
          <a:noFill/>
        </p:spPr>
        <p:txBody>
          <a:bodyPr wrap="square">
            <a:spAutoFit/>
          </a:bodyPr>
          <a:lstStyle/>
          <a:p>
            <a:r>
              <a:rPr lang="en-US" sz="6000" dirty="0">
                <a:solidFill>
                  <a:srgbClr val="098156"/>
                </a:solidFill>
                <a:latin typeface="Courier New" panose="02070309020205020404" pitchFamily="49" charset="0"/>
              </a:rPr>
              <a:t>5</a:t>
            </a:r>
            <a:r>
              <a:rPr lang="en-US" sz="6000" b="0" dirty="0">
                <a:solidFill>
                  <a:srgbClr val="000000"/>
                </a:solidFill>
                <a:effectLst/>
                <a:latin typeface="Courier New" panose="02070309020205020404" pitchFamily="49" charset="0"/>
              </a:rPr>
              <a:t>, </a:t>
            </a:r>
            <a:r>
              <a:rPr lang="en-US" sz="6000" dirty="0">
                <a:solidFill>
                  <a:srgbClr val="098156"/>
                </a:solidFill>
                <a:latin typeface="Courier New" panose="02070309020205020404" pitchFamily="49" charset="0"/>
              </a:rPr>
              <a:t>8</a:t>
            </a:r>
            <a:r>
              <a:rPr lang="en-US" sz="6000" b="0" dirty="0">
                <a:solidFill>
                  <a:srgbClr val="000000"/>
                </a:solidFill>
                <a:effectLst/>
                <a:latin typeface="Courier New" panose="02070309020205020404" pitchFamily="49" charset="0"/>
              </a:rPr>
              <a:t>]</a:t>
            </a:r>
          </a:p>
        </p:txBody>
      </p:sp>
      <p:sp>
        <p:nvSpPr>
          <p:cNvPr id="12" name="TextBox 11">
            <a:extLst>
              <a:ext uri="{FF2B5EF4-FFF2-40B4-BE49-F238E27FC236}">
                <a16:creationId xmlns:a16="http://schemas.microsoft.com/office/drawing/2014/main" id="{132DF58E-7901-F285-ED06-F4E399A47A3E}"/>
              </a:ext>
            </a:extLst>
          </p:cNvPr>
          <p:cNvSpPr txBox="1"/>
          <p:nvPr/>
        </p:nvSpPr>
        <p:spPr>
          <a:xfrm>
            <a:off x="11246169" y="3599511"/>
            <a:ext cx="1851808" cy="1015663"/>
          </a:xfrm>
          <a:prstGeom prst="rect">
            <a:avLst/>
          </a:prstGeom>
          <a:noFill/>
        </p:spPr>
        <p:txBody>
          <a:bodyPr wrap="square">
            <a:spAutoFit/>
          </a:bodyPr>
          <a:lstStyle/>
          <a:p>
            <a:r>
              <a:rPr lang="en-US" sz="6000" b="0" dirty="0">
                <a:solidFill>
                  <a:srgbClr val="098156"/>
                </a:solidFill>
                <a:effectLst/>
                <a:latin typeface="Courier New" panose="02070309020205020404" pitchFamily="49" charset="0"/>
              </a:rPr>
              <a:t>14</a:t>
            </a:r>
            <a:r>
              <a:rPr lang="en-US" sz="6000" b="0" dirty="0">
                <a:solidFill>
                  <a:srgbClr val="000000"/>
                </a:solidFill>
                <a:effectLst/>
                <a:latin typeface="Courier New" panose="02070309020205020404" pitchFamily="49" charset="0"/>
              </a:rPr>
              <a:t>, </a:t>
            </a:r>
          </a:p>
        </p:txBody>
      </p:sp>
      <p:sp>
        <p:nvSpPr>
          <p:cNvPr id="13" name="TextBox 12">
            <a:extLst>
              <a:ext uri="{FF2B5EF4-FFF2-40B4-BE49-F238E27FC236}">
                <a16:creationId xmlns:a16="http://schemas.microsoft.com/office/drawing/2014/main" id="{B1C4552C-281C-20D6-1FC4-6498A6CDF9B2}"/>
              </a:ext>
            </a:extLst>
          </p:cNvPr>
          <p:cNvSpPr txBox="1"/>
          <p:nvPr/>
        </p:nvSpPr>
        <p:spPr>
          <a:xfrm>
            <a:off x="1270417" y="6969469"/>
            <a:ext cx="12194498" cy="1015663"/>
          </a:xfrm>
          <a:prstGeom prst="rect">
            <a:avLst/>
          </a:prstGeom>
          <a:noFill/>
        </p:spPr>
        <p:txBody>
          <a:bodyPr wrap="square">
            <a:spAutoFit/>
          </a:bodyPr>
          <a:lstStyle/>
          <a:p>
            <a:r>
              <a:rPr lang="en-US" sz="6000" b="0" dirty="0" err="1">
                <a:solidFill>
                  <a:srgbClr val="000000"/>
                </a:solidFill>
                <a:effectLst/>
                <a:latin typeface="Courier New" panose="02070309020205020404" pitchFamily="49" charset="0"/>
              </a:rPr>
              <a:t>my_list.insert</a:t>
            </a:r>
            <a:r>
              <a:rPr lang="en-US" sz="6000" b="0" dirty="0">
                <a:solidFill>
                  <a:srgbClr val="000000"/>
                </a:solidFill>
                <a:effectLst/>
                <a:latin typeface="Courier New" panose="02070309020205020404" pitchFamily="49" charset="0"/>
              </a:rPr>
              <a:t>(</a:t>
            </a:r>
            <a:r>
              <a:rPr lang="en-US" sz="6000" b="0" dirty="0">
                <a:solidFill>
                  <a:srgbClr val="098156"/>
                </a:solidFill>
                <a:effectLst/>
                <a:latin typeface="Courier New" panose="02070309020205020404" pitchFamily="49" charset="0"/>
              </a:rPr>
              <a:t>3</a:t>
            </a:r>
            <a:r>
              <a:rPr lang="en-US" sz="6000" b="0" dirty="0">
                <a:effectLst/>
                <a:latin typeface="Courier New" panose="02070309020205020404" pitchFamily="49" charset="0"/>
              </a:rPr>
              <a:t>,</a:t>
            </a:r>
            <a:r>
              <a:rPr lang="en-US" sz="6000" b="0" dirty="0">
                <a:solidFill>
                  <a:srgbClr val="098156"/>
                </a:solidFill>
                <a:effectLst/>
                <a:latin typeface="Courier New" panose="02070309020205020404" pitchFamily="49" charset="0"/>
              </a:rPr>
              <a:t> 1</a:t>
            </a:r>
            <a:r>
              <a:rPr lang="en-US" sz="6000" b="0" dirty="0">
                <a:solidFill>
                  <a:srgbClr val="000000"/>
                </a:solidFill>
                <a:effectLst/>
                <a:latin typeface="Courier New" panose="02070309020205020404" pitchFamily="49" charset="0"/>
              </a:rPr>
              <a:t>)</a:t>
            </a:r>
          </a:p>
        </p:txBody>
      </p:sp>
      <p:sp>
        <p:nvSpPr>
          <p:cNvPr id="5" name="TextBox 4">
            <a:extLst>
              <a:ext uri="{FF2B5EF4-FFF2-40B4-BE49-F238E27FC236}">
                <a16:creationId xmlns:a16="http://schemas.microsoft.com/office/drawing/2014/main" id="{535E82F9-4266-D970-6BDD-3D710B297413}"/>
              </a:ext>
            </a:extLst>
          </p:cNvPr>
          <p:cNvSpPr txBox="1"/>
          <p:nvPr/>
        </p:nvSpPr>
        <p:spPr>
          <a:xfrm>
            <a:off x="9877278" y="3599281"/>
            <a:ext cx="1161470" cy="1015663"/>
          </a:xfrm>
          <a:prstGeom prst="rect">
            <a:avLst/>
          </a:prstGeom>
          <a:noFill/>
        </p:spPr>
        <p:txBody>
          <a:bodyPr wrap="square">
            <a:spAutoFit/>
          </a:bodyPr>
          <a:lstStyle/>
          <a:p>
            <a:r>
              <a:rPr lang="en-US" sz="6000" b="0" dirty="0">
                <a:solidFill>
                  <a:srgbClr val="098156"/>
                </a:solidFill>
                <a:effectLst/>
                <a:latin typeface="Courier New" panose="02070309020205020404" pitchFamily="49" charset="0"/>
              </a:rPr>
              <a:t>1</a:t>
            </a:r>
            <a:r>
              <a:rPr lang="en-US" sz="6000" b="0" dirty="0">
                <a:solidFill>
                  <a:srgbClr val="000000"/>
                </a:solidFill>
                <a:effectLst/>
                <a:latin typeface="Courier New" panose="02070309020205020404" pitchFamily="49" charset="0"/>
              </a:rPr>
              <a:t>,</a:t>
            </a:r>
          </a:p>
        </p:txBody>
      </p:sp>
      <p:sp>
        <p:nvSpPr>
          <p:cNvPr id="6" name="TextBox 5">
            <a:extLst>
              <a:ext uri="{FF2B5EF4-FFF2-40B4-BE49-F238E27FC236}">
                <a16:creationId xmlns:a16="http://schemas.microsoft.com/office/drawing/2014/main" id="{47147BF0-A9C1-2803-8ED0-92057DC3B9EF}"/>
              </a:ext>
            </a:extLst>
          </p:cNvPr>
          <p:cNvSpPr txBox="1"/>
          <p:nvPr/>
        </p:nvSpPr>
        <p:spPr>
          <a:xfrm>
            <a:off x="11247220" y="3599280"/>
            <a:ext cx="4618421" cy="1015663"/>
          </a:xfrm>
          <a:prstGeom prst="rect">
            <a:avLst/>
          </a:prstGeom>
          <a:noFill/>
        </p:spPr>
        <p:txBody>
          <a:bodyPr wrap="square">
            <a:spAutoFit/>
          </a:bodyPr>
          <a:lstStyle/>
          <a:p>
            <a:r>
              <a:rPr lang="en-US" sz="6000" b="0" dirty="0">
                <a:solidFill>
                  <a:srgbClr val="098156"/>
                </a:solidFill>
                <a:effectLst/>
                <a:latin typeface="Courier New" panose="02070309020205020404" pitchFamily="49" charset="0"/>
              </a:rPr>
              <a:t>14</a:t>
            </a:r>
            <a:r>
              <a:rPr lang="en-US" sz="6000" b="0" dirty="0">
                <a:solidFill>
                  <a:srgbClr val="000000"/>
                </a:solidFill>
                <a:effectLst/>
                <a:latin typeface="Courier New" panose="02070309020205020404" pitchFamily="49" charset="0"/>
              </a:rPr>
              <a:t>, </a:t>
            </a:r>
            <a:r>
              <a:rPr lang="en-US" sz="6000" dirty="0">
                <a:solidFill>
                  <a:srgbClr val="098156"/>
                </a:solidFill>
                <a:latin typeface="Courier New" panose="02070309020205020404" pitchFamily="49" charset="0"/>
              </a:rPr>
              <a:t>5</a:t>
            </a:r>
            <a:r>
              <a:rPr lang="en-US" sz="6000" b="0" dirty="0">
                <a:solidFill>
                  <a:srgbClr val="000000"/>
                </a:solidFill>
                <a:effectLst/>
                <a:latin typeface="Courier New" panose="02070309020205020404" pitchFamily="49" charset="0"/>
              </a:rPr>
              <a:t>, </a:t>
            </a:r>
            <a:r>
              <a:rPr lang="en-US" sz="6000" dirty="0">
                <a:solidFill>
                  <a:srgbClr val="098156"/>
                </a:solidFill>
                <a:latin typeface="Courier New" panose="02070309020205020404" pitchFamily="49" charset="0"/>
              </a:rPr>
              <a:t>8</a:t>
            </a:r>
            <a:r>
              <a:rPr lang="en-US" sz="6000" b="0" dirty="0">
                <a:solidFill>
                  <a:srgbClr val="000000"/>
                </a:solidFill>
                <a:effectLst/>
                <a:latin typeface="Courier New" panose="02070309020205020404" pitchFamily="49" charset="0"/>
              </a:rPr>
              <a:t>]</a:t>
            </a:r>
          </a:p>
        </p:txBody>
      </p:sp>
    </p:spTree>
    <p:extLst>
      <p:ext uri="{BB962C8B-B14F-4D97-AF65-F5344CB8AC3E}">
        <p14:creationId xmlns:p14="http://schemas.microsoft.com/office/powerpoint/2010/main" val="168429487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xit"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hidden"/>
                                      </p:to>
                                    </p:set>
                                  </p:childTnLst>
                                </p:cTn>
                              </p:par>
                              <p:par>
                                <p:cTn id="7" presetID="1" presetClass="exit"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hidden"/>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sp>
        <p:nvSpPr>
          <p:cNvPr id="5" name="TextBox 4">
            <a:extLst>
              <a:ext uri="{FF2B5EF4-FFF2-40B4-BE49-F238E27FC236}">
                <a16:creationId xmlns:a16="http://schemas.microsoft.com/office/drawing/2014/main" id="{535E82F9-4266-D970-6BDD-3D710B297413}"/>
              </a:ext>
            </a:extLst>
          </p:cNvPr>
          <p:cNvSpPr txBox="1"/>
          <p:nvPr/>
        </p:nvSpPr>
        <p:spPr>
          <a:xfrm>
            <a:off x="9877278" y="3599281"/>
            <a:ext cx="1161470" cy="1015663"/>
          </a:xfrm>
          <a:prstGeom prst="rect">
            <a:avLst/>
          </a:prstGeom>
          <a:noFill/>
        </p:spPr>
        <p:txBody>
          <a:bodyPr wrap="square">
            <a:spAutoFit/>
          </a:bodyPr>
          <a:lstStyle/>
          <a:p>
            <a:r>
              <a:rPr lang="en-US" sz="6000" b="0" dirty="0">
                <a:solidFill>
                  <a:srgbClr val="098156"/>
                </a:solidFill>
                <a:effectLst/>
                <a:latin typeface="Courier New" panose="02070309020205020404" pitchFamily="49" charset="0"/>
              </a:rPr>
              <a:t>1</a:t>
            </a:r>
            <a:r>
              <a:rPr lang="en-US" sz="6000" b="0" dirty="0">
                <a:solidFill>
                  <a:srgbClr val="000000"/>
                </a:solidFill>
                <a:effectLst/>
                <a:latin typeface="Courier New" panose="02070309020205020404" pitchFamily="49" charset="0"/>
              </a:rPr>
              <a:t>,</a:t>
            </a:r>
          </a:p>
        </p:txBody>
      </p:sp>
      <p:sp>
        <p:nvSpPr>
          <p:cNvPr id="8" name="TextBox 7">
            <a:extLst>
              <a:ext uri="{FF2B5EF4-FFF2-40B4-BE49-F238E27FC236}">
                <a16:creationId xmlns:a16="http://schemas.microsoft.com/office/drawing/2014/main" id="{87E4D263-4E79-BACA-F173-D772B07A3D8D}"/>
              </a:ext>
            </a:extLst>
          </p:cNvPr>
          <p:cNvSpPr txBox="1"/>
          <p:nvPr/>
        </p:nvSpPr>
        <p:spPr>
          <a:xfrm>
            <a:off x="9877278" y="3597327"/>
            <a:ext cx="702294" cy="1015663"/>
          </a:xfrm>
          <a:prstGeom prst="rect">
            <a:avLst/>
          </a:prstGeom>
          <a:noFill/>
        </p:spPr>
        <p:txBody>
          <a:bodyPr wrap="square">
            <a:spAutoFit/>
          </a:bodyPr>
          <a:lstStyle/>
          <a:p>
            <a:r>
              <a:rPr lang="en-US" sz="6000" b="0" dirty="0">
                <a:solidFill>
                  <a:srgbClr val="098156"/>
                </a:solidFill>
                <a:effectLst/>
                <a:latin typeface="Courier New" panose="02070309020205020404" pitchFamily="49" charset="0"/>
              </a:rPr>
              <a:t>1</a:t>
            </a:r>
            <a:endParaRPr lang="en-US" sz="6000" b="0" dirty="0">
              <a:solidFill>
                <a:srgbClr val="000000"/>
              </a:solidFill>
              <a:effectLst/>
              <a:latin typeface="Courier New" panose="02070309020205020404" pitchFamily="49" charset="0"/>
            </a:endParaRPr>
          </a:p>
        </p:txBody>
      </p:sp>
      <p:sp>
        <p:nvSpPr>
          <p:cNvPr id="9" name="TextBox 8">
            <a:extLst>
              <a:ext uri="{FF2B5EF4-FFF2-40B4-BE49-F238E27FC236}">
                <a16:creationId xmlns:a16="http://schemas.microsoft.com/office/drawing/2014/main" id="{7CE01F1B-A43F-07A5-B511-B36BC58C8073}"/>
              </a:ext>
            </a:extLst>
          </p:cNvPr>
          <p:cNvSpPr txBox="1"/>
          <p:nvPr/>
        </p:nvSpPr>
        <p:spPr>
          <a:xfrm>
            <a:off x="10336454" y="3598304"/>
            <a:ext cx="702294" cy="1015663"/>
          </a:xfrm>
          <a:prstGeom prst="rect">
            <a:avLst/>
          </a:prstGeom>
          <a:noFill/>
        </p:spPr>
        <p:txBody>
          <a:bodyPr wrap="square">
            <a:spAutoFit/>
          </a:bodyPr>
          <a:lstStyle/>
          <a:p>
            <a:r>
              <a:rPr lang="en-US" sz="6000" b="0" dirty="0">
                <a:effectLst/>
                <a:latin typeface="Courier New" panose="02070309020205020404" pitchFamily="49" charset="0"/>
              </a:rPr>
              <a:t>,</a:t>
            </a:r>
          </a:p>
        </p:txBody>
      </p:sp>
      <p:sp>
        <p:nvSpPr>
          <p:cNvPr id="6" name="TextBox 5">
            <a:extLst>
              <a:ext uri="{FF2B5EF4-FFF2-40B4-BE49-F238E27FC236}">
                <a16:creationId xmlns:a16="http://schemas.microsoft.com/office/drawing/2014/main" id="{47147BF0-A9C1-2803-8ED0-92057DC3B9EF}"/>
              </a:ext>
            </a:extLst>
          </p:cNvPr>
          <p:cNvSpPr txBox="1"/>
          <p:nvPr/>
        </p:nvSpPr>
        <p:spPr>
          <a:xfrm>
            <a:off x="11247220" y="3599280"/>
            <a:ext cx="4618421" cy="1015663"/>
          </a:xfrm>
          <a:prstGeom prst="rect">
            <a:avLst/>
          </a:prstGeom>
          <a:noFill/>
        </p:spPr>
        <p:txBody>
          <a:bodyPr wrap="square">
            <a:spAutoFit/>
          </a:bodyPr>
          <a:lstStyle/>
          <a:p>
            <a:r>
              <a:rPr lang="en-US" sz="6000" b="0" dirty="0">
                <a:solidFill>
                  <a:srgbClr val="098156"/>
                </a:solidFill>
                <a:effectLst/>
                <a:latin typeface="Courier New" panose="02070309020205020404" pitchFamily="49" charset="0"/>
              </a:rPr>
              <a:t>14</a:t>
            </a:r>
            <a:r>
              <a:rPr lang="en-US" sz="6000" b="0" dirty="0">
                <a:solidFill>
                  <a:srgbClr val="000000"/>
                </a:solidFill>
                <a:effectLst/>
                <a:latin typeface="Courier New" panose="02070309020205020404" pitchFamily="49" charset="0"/>
              </a:rPr>
              <a:t>, </a:t>
            </a:r>
            <a:r>
              <a:rPr lang="en-US" sz="6000" dirty="0">
                <a:solidFill>
                  <a:srgbClr val="098156"/>
                </a:solidFill>
                <a:latin typeface="Courier New" panose="02070309020205020404" pitchFamily="49" charset="0"/>
              </a:rPr>
              <a:t>5</a:t>
            </a:r>
            <a:r>
              <a:rPr lang="en-US" sz="6000" b="0" dirty="0">
                <a:solidFill>
                  <a:srgbClr val="000000"/>
                </a:solidFill>
                <a:effectLst/>
                <a:latin typeface="Courier New" panose="02070309020205020404" pitchFamily="49" charset="0"/>
              </a:rPr>
              <a:t>, </a:t>
            </a:r>
            <a:r>
              <a:rPr lang="en-US" sz="6000" dirty="0">
                <a:solidFill>
                  <a:srgbClr val="098156"/>
                </a:solidFill>
                <a:latin typeface="Courier New" panose="02070309020205020404" pitchFamily="49" charset="0"/>
              </a:rPr>
              <a:t>8</a:t>
            </a:r>
            <a:r>
              <a:rPr lang="en-US" sz="6000" b="0" dirty="0">
                <a:solidFill>
                  <a:srgbClr val="000000"/>
                </a:solidFill>
                <a:effectLst/>
                <a:latin typeface="Courier New" panose="02070309020205020404" pitchFamily="49" charset="0"/>
              </a:rPr>
              <a:t>]</a:t>
            </a:r>
          </a:p>
        </p:txBody>
      </p:sp>
      <p:sp>
        <p:nvSpPr>
          <p:cNvPr id="2" name="Google Shape;412;p56">
            <a:extLst>
              <a:ext uri="{FF2B5EF4-FFF2-40B4-BE49-F238E27FC236}">
                <a16:creationId xmlns:a16="http://schemas.microsoft.com/office/drawing/2014/main" id="{4E5DC0DC-DCEB-F4EA-FA06-D349E1D17C1C}"/>
              </a:ext>
            </a:extLst>
          </p:cNvPr>
          <p:cNvSpPr txBox="1">
            <a:spLocks/>
          </p:cNvSpPr>
          <p:nvPr/>
        </p:nvSpPr>
        <p:spPr>
          <a:xfrm>
            <a:off x="298453" y="249400"/>
            <a:ext cx="20503200" cy="1427200"/>
          </a:xfrm>
          <a:prstGeom prst="rect">
            <a:avLst/>
          </a:prstGeom>
        </p:spPr>
        <p:txBody>
          <a:bodyPr spcFirstLastPara="1" vert="horz" wrap="square" lIns="243800" tIns="243800" rIns="243800" bIns="243800" rtlCol="0" anchor="t" anchorCtr="0">
            <a:normAutofit/>
          </a:bodyPr>
          <a:lstStyle>
            <a:lvl1pPr lvl="0" algn="l" defTabSz="1828800" rtl="0" eaLnBrk="1" latinLnBrk="0" hangingPunct="1">
              <a:lnSpc>
                <a:spcPct val="90000"/>
              </a:lnSpc>
              <a:spcBef>
                <a:spcPts val="0"/>
              </a:spcBef>
              <a:spcAft>
                <a:spcPts val="0"/>
              </a:spcAft>
              <a:buSzPts val="2600"/>
              <a:buNone/>
              <a:defRPr sz="6933" kern="1200">
                <a:solidFill>
                  <a:schemeClr val="tx1"/>
                </a:solidFill>
                <a:latin typeface="+mj-lt"/>
                <a:ea typeface="+mj-ea"/>
                <a:cs typeface="+mj-cs"/>
              </a:defRPr>
            </a:lvl1pPr>
            <a:lvl2pPr lvl="1" rtl="0">
              <a:spcBef>
                <a:spcPts val="0"/>
              </a:spcBef>
              <a:spcAft>
                <a:spcPts val="0"/>
              </a:spcAft>
              <a:buSzPts val="2600"/>
              <a:buNone/>
              <a:defRPr sz="6933"/>
            </a:lvl2pPr>
            <a:lvl3pPr lvl="2" rtl="0">
              <a:spcBef>
                <a:spcPts val="0"/>
              </a:spcBef>
              <a:spcAft>
                <a:spcPts val="0"/>
              </a:spcAft>
              <a:buSzPts val="2600"/>
              <a:buNone/>
              <a:defRPr sz="6933"/>
            </a:lvl3pPr>
            <a:lvl4pPr lvl="3" rtl="0">
              <a:spcBef>
                <a:spcPts val="0"/>
              </a:spcBef>
              <a:spcAft>
                <a:spcPts val="0"/>
              </a:spcAft>
              <a:buSzPts val="2600"/>
              <a:buNone/>
              <a:defRPr sz="6933"/>
            </a:lvl4pPr>
            <a:lvl5pPr lvl="4" rtl="0">
              <a:spcBef>
                <a:spcPts val="0"/>
              </a:spcBef>
              <a:spcAft>
                <a:spcPts val="0"/>
              </a:spcAft>
              <a:buSzPts val="2600"/>
              <a:buNone/>
              <a:defRPr sz="6933"/>
            </a:lvl5pPr>
            <a:lvl6pPr lvl="5" rtl="0">
              <a:spcBef>
                <a:spcPts val="0"/>
              </a:spcBef>
              <a:spcAft>
                <a:spcPts val="0"/>
              </a:spcAft>
              <a:buSzPts val="2600"/>
              <a:buNone/>
              <a:defRPr sz="6933"/>
            </a:lvl6pPr>
            <a:lvl7pPr lvl="6" rtl="0">
              <a:spcBef>
                <a:spcPts val="0"/>
              </a:spcBef>
              <a:spcAft>
                <a:spcPts val="0"/>
              </a:spcAft>
              <a:buSzPts val="2600"/>
              <a:buNone/>
              <a:defRPr sz="6933"/>
            </a:lvl7pPr>
            <a:lvl8pPr lvl="7" rtl="0">
              <a:spcBef>
                <a:spcPts val="0"/>
              </a:spcBef>
              <a:spcAft>
                <a:spcPts val="0"/>
              </a:spcAft>
              <a:buSzPts val="2600"/>
              <a:buNone/>
              <a:defRPr sz="6933"/>
            </a:lvl8pPr>
            <a:lvl9pPr lvl="8" rtl="0">
              <a:spcBef>
                <a:spcPts val="0"/>
              </a:spcBef>
              <a:spcAft>
                <a:spcPts val="0"/>
              </a:spcAft>
              <a:buSzPts val="2600"/>
              <a:buNone/>
              <a:defRPr sz="6933"/>
            </a:lvl9pPr>
          </a:lstStyle>
          <a:p>
            <a:r>
              <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List Manipulation</a:t>
            </a:r>
          </a:p>
        </p:txBody>
      </p:sp>
      <p:sp>
        <p:nvSpPr>
          <p:cNvPr id="3" name="Google Shape;412;p56">
            <a:extLst>
              <a:ext uri="{FF2B5EF4-FFF2-40B4-BE49-F238E27FC236}">
                <a16:creationId xmlns:a16="http://schemas.microsoft.com/office/drawing/2014/main" id="{D91AA8B2-6D4C-AEDC-81A7-C8190312A9C2}"/>
              </a:ext>
            </a:extLst>
          </p:cNvPr>
          <p:cNvSpPr txBox="1">
            <a:spLocks/>
          </p:cNvSpPr>
          <p:nvPr/>
        </p:nvSpPr>
        <p:spPr>
          <a:xfrm>
            <a:off x="296105" y="1175521"/>
            <a:ext cx="20503200" cy="1427200"/>
          </a:xfrm>
          <a:prstGeom prst="rect">
            <a:avLst/>
          </a:prstGeom>
        </p:spPr>
        <p:txBody>
          <a:bodyPr spcFirstLastPara="1" vert="horz" wrap="square" lIns="243800" tIns="243800" rIns="243800" bIns="243800" rtlCol="0" anchor="t" anchorCtr="0">
            <a:normAutofit fontScale="97500"/>
          </a:bodyPr>
          <a:lstStyle>
            <a:lvl1pPr lvl="0" algn="l" defTabSz="1828800" rtl="0" eaLnBrk="1" latinLnBrk="0" hangingPunct="1">
              <a:lnSpc>
                <a:spcPct val="90000"/>
              </a:lnSpc>
              <a:spcBef>
                <a:spcPts val="0"/>
              </a:spcBef>
              <a:spcAft>
                <a:spcPts val="0"/>
              </a:spcAft>
              <a:buSzPts val="2600"/>
              <a:buNone/>
              <a:defRPr sz="6933" kern="1200">
                <a:solidFill>
                  <a:schemeClr val="tx1"/>
                </a:solidFill>
                <a:latin typeface="+mj-lt"/>
                <a:ea typeface="+mj-ea"/>
                <a:cs typeface="+mj-cs"/>
              </a:defRPr>
            </a:lvl1pPr>
            <a:lvl2pPr lvl="1" rtl="0">
              <a:spcBef>
                <a:spcPts val="0"/>
              </a:spcBef>
              <a:spcAft>
                <a:spcPts val="0"/>
              </a:spcAft>
              <a:buSzPts val="2600"/>
              <a:buNone/>
              <a:defRPr sz="6933"/>
            </a:lvl2pPr>
            <a:lvl3pPr lvl="2" rtl="0">
              <a:spcBef>
                <a:spcPts val="0"/>
              </a:spcBef>
              <a:spcAft>
                <a:spcPts val="0"/>
              </a:spcAft>
              <a:buSzPts val="2600"/>
              <a:buNone/>
              <a:defRPr sz="6933"/>
            </a:lvl3pPr>
            <a:lvl4pPr lvl="3" rtl="0">
              <a:spcBef>
                <a:spcPts val="0"/>
              </a:spcBef>
              <a:spcAft>
                <a:spcPts val="0"/>
              </a:spcAft>
              <a:buSzPts val="2600"/>
              <a:buNone/>
              <a:defRPr sz="6933"/>
            </a:lvl4pPr>
            <a:lvl5pPr lvl="4" rtl="0">
              <a:spcBef>
                <a:spcPts val="0"/>
              </a:spcBef>
              <a:spcAft>
                <a:spcPts val="0"/>
              </a:spcAft>
              <a:buSzPts val="2600"/>
              <a:buNone/>
              <a:defRPr sz="6933"/>
            </a:lvl5pPr>
            <a:lvl6pPr lvl="5" rtl="0">
              <a:spcBef>
                <a:spcPts val="0"/>
              </a:spcBef>
              <a:spcAft>
                <a:spcPts val="0"/>
              </a:spcAft>
              <a:buSzPts val="2600"/>
              <a:buNone/>
              <a:defRPr sz="6933"/>
            </a:lvl6pPr>
            <a:lvl7pPr lvl="6" rtl="0">
              <a:spcBef>
                <a:spcPts val="0"/>
              </a:spcBef>
              <a:spcAft>
                <a:spcPts val="0"/>
              </a:spcAft>
              <a:buSzPts val="2600"/>
              <a:buNone/>
              <a:defRPr sz="6933"/>
            </a:lvl7pPr>
            <a:lvl8pPr lvl="7" rtl="0">
              <a:spcBef>
                <a:spcPts val="0"/>
              </a:spcBef>
              <a:spcAft>
                <a:spcPts val="0"/>
              </a:spcAft>
              <a:buSzPts val="2600"/>
              <a:buNone/>
              <a:defRPr sz="6933"/>
            </a:lvl8pPr>
            <a:lvl9pPr lvl="8" rtl="0">
              <a:spcBef>
                <a:spcPts val="0"/>
              </a:spcBef>
              <a:spcAft>
                <a:spcPts val="0"/>
              </a:spcAft>
              <a:buSzPts val="2600"/>
              <a:buNone/>
              <a:defRPr sz="6933"/>
            </a:lvl9pPr>
          </a:lstStyle>
          <a:p>
            <a:r>
              <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List Operations</a:t>
            </a:r>
          </a:p>
        </p:txBody>
      </p:sp>
      <p:sp>
        <p:nvSpPr>
          <p:cNvPr id="7" name="Google Shape;412;p56">
            <a:extLst>
              <a:ext uri="{FF2B5EF4-FFF2-40B4-BE49-F238E27FC236}">
                <a16:creationId xmlns:a16="http://schemas.microsoft.com/office/drawing/2014/main" id="{1DF98835-E352-EAD3-E001-8739AE1A0C64}"/>
              </a:ext>
            </a:extLst>
          </p:cNvPr>
          <p:cNvSpPr txBox="1">
            <a:spLocks/>
          </p:cNvSpPr>
          <p:nvPr/>
        </p:nvSpPr>
        <p:spPr>
          <a:xfrm>
            <a:off x="298605" y="2092419"/>
            <a:ext cx="20503200" cy="1427200"/>
          </a:xfrm>
          <a:prstGeom prst="rect">
            <a:avLst/>
          </a:prstGeom>
        </p:spPr>
        <p:txBody>
          <a:bodyPr spcFirstLastPara="1" vert="horz" wrap="square" lIns="243800" tIns="243800" rIns="243800" bIns="243800" rtlCol="0" anchor="t" anchorCtr="0">
            <a:normAutofit fontScale="97500"/>
          </a:bodyPr>
          <a:lstStyle>
            <a:lvl1pPr lvl="0" algn="l" defTabSz="1828800" rtl="0" eaLnBrk="1" latinLnBrk="0" hangingPunct="1">
              <a:lnSpc>
                <a:spcPct val="90000"/>
              </a:lnSpc>
              <a:spcBef>
                <a:spcPts val="0"/>
              </a:spcBef>
              <a:spcAft>
                <a:spcPts val="0"/>
              </a:spcAft>
              <a:buSzPts val="2600"/>
              <a:buNone/>
              <a:defRPr sz="6933" kern="1200">
                <a:solidFill>
                  <a:schemeClr val="tx1"/>
                </a:solidFill>
                <a:latin typeface="+mj-lt"/>
                <a:ea typeface="+mj-ea"/>
                <a:cs typeface="+mj-cs"/>
              </a:defRPr>
            </a:lvl1pPr>
            <a:lvl2pPr lvl="1" rtl="0">
              <a:spcBef>
                <a:spcPts val="0"/>
              </a:spcBef>
              <a:spcAft>
                <a:spcPts val="0"/>
              </a:spcAft>
              <a:buSzPts val="2600"/>
              <a:buNone/>
              <a:defRPr sz="6933"/>
            </a:lvl2pPr>
            <a:lvl3pPr lvl="2" rtl="0">
              <a:spcBef>
                <a:spcPts val="0"/>
              </a:spcBef>
              <a:spcAft>
                <a:spcPts val="0"/>
              </a:spcAft>
              <a:buSzPts val="2600"/>
              <a:buNone/>
              <a:defRPr sz="6933"/>
            </a:lvl3pPr>
            <a:lvl4pPr lvl="3" rtl="0">
              <a:spcBef>
                <a:spcPts val="0"/>
              </a:spcBef>
              <a:spcAft>
                <a:spcPts val="0"/>
              </a:spcAft>
              <a:buSzPts val="2600"/>
              <a:buNone/>
              <a:defRPr sz="6933"/>
            </a:lvl4pPr>
            <a:lvl5pPr lvl="4" rtl="0">
              <a:spcBef>
                <a:spcPts val="0"/>
              </a:spcBef>
              <a:spcAft>
                <a:spcPts val="0"/>
              </a:spcAft>
              <a:buSzPts val="2600"/>
              <a:buNone/>
              <a:defRPr sz="6933"/>
            </a:lvl5pPr>
            <a:lvl6pPr lvl="5" rtl="0">
              <a:spcBef>
                <a:spcPts val="0"/>
              </a:spcBef>
              <a:spcAft>
                <a:spcPts val="0"/>
              </a:spcAft>
              <a:buSzPts val="2600"/>
              <a:buNone/>
              <a:defRPr sz="6933"/>
            </a:lvl6pPr>
            <a:lvl7pPr lvl="6" rtl="0">
              <a:spcBef>
                <a:spcPts val="0"/>
              </a:spcBef>
              <a:spcAft>
                <a:spcPts val="0"/>
              </a:spcAft>
              <a:buSzPts val="2600"/>
              <a:buNone/>
              <a:defRPr sz="6933"/>
            </a:lvl7pPr>
            <a:lvl8pPr lvl="7" rtl="0">
              <a:spcBef>
                <a:spcPts val="0"/>
              </a:spcBef>
              <a:spcAft>
                <a:spcPts val="0"/>
              </a:spcAft>
              <a:buSzPts val="2600"/>
              <a:buNone/>
              <a:defRPr sz="6933"/>
            </a:lvl8pPr>
            <a:lvl9pPr lvl="8" rtl="0">
              <a:spcBef>
                <a:spcPts val="0"/>
              </a:spcBef>
              <a:spcAft>
                <a:spcPts val="0"/>
              </a:spcAft>
              <a:buSzPts val="2600"/>
              <a:buNone/>
              <a:defRPr sz="6933"/>
            </a:lvl9pPr>
          </a:lstStyle>
          <a:p>
            <a:r>
              <a:rPr lang="en-US" sz="6000" b="1" dirty="0">
                <a:solidFill>
                  <a:srgbClr val="006B64"/>
                </a:solidFill>
                <a:latin typeface="Helvetica Neue" panose="02000503000000020004" pitchFamily="2" charset="0"/>
                <a:ea typeface="Helvetica Neue" panose="02000503000000020004" pitchFamily="2" charset="0"/>
                <a:cs typeface="Helvetica Neue" panose="02000503000000020004" pitchFamily="2" charset="0"/>
              </a:rPr>
              <a:t>pop()</a:t>
            </a:r>
          </a:p>
        </p:txBody>
      </p:sp>
      <p:sp>
        <p:nvSpPr>
          <p:cNvPr id="4" name="TextBox 3">
            <a:extLst>
              <a:ext uri="{FF2B5EF4-FFF2-40B4-BE49-F238E27FC236}">
                <a16:creationId xmlns:a16="http://schemas.microsoft.com/office/drawing/2014/main" id="{3CFB051A-9364-6FF8-ABB0-818D63159FD6}"/>
              </a:ext>
            </a:extLst>
          </p:cNvPr>
          <p:cNvSpPr txBox="1"/>
          <p:nvPr/>
        </p:nvSpPr>
        <p:spPr>
          <a:xfrm>
            <a:off x="1270417" y="5953806"/>
            <a:ext cx="12194498" cy="1015663"/>
          </a:xfrm>
          <a:prstGeom prst="rect">
            <a:avLst/>
          </a:prstGeom>
          <a:noFill/>
        </p:spPr>
        <p:txBody>
          <a:bodyPr wrap="square">
            <a:spAutoFit/>
          </a:bodyPr>
          <a:lstStyle/>
          <a:p>
            <a:r>
              <a:rPr lang="en-US" sz="6000" b="0" dirty="0" err="1">
                <a:solidFill>
                  <a:srgbClr val="000000"/>
                </a:solidFill>
                <a:effectLst/>
                <a:latin typeface="Courier New" panose="02070309020205020404" pitchFamily="49" charset="0"/>
              </a:rPr>
              <a:t>my_list.pop</a:t>
            </a:r>
            <a:r>
              <a:rPr lang="en-US" sz="6000" b="0" dirty="0">
                <a:solidFill>
                  <a:srgbClr val="000000"/>
                </a:solidFill>
                <a:effectLst/>
                <a:latin typeface="Courier New" panose="02070309020205020404" pitchFamily="49" charset="0"/>
              </a:rPr>
              <a:t>(</a:t>
            </a:r>
            <a:r>
              <a:rPr lang="en-US" sz="6000" b="0" dirty="0">
                <a:solidFill>
                  <a:srgbClr val="098156"/>
                </a:solidFill>
                <a:effectLst/>
                <a:latin typeface="Courier New" panose="02070309020205020404" pitchFamily="49" charset="0"/>
              </a:rPr>
              <a:t>3</a:t>
            </a:r>
            <a:r>
              <a:rPr lang="en-US" sz="6000" b="0" dirty="0">
                <a:solidFill>
                  <a:srgbClr val="000000"/>
                </a:solidFill>
                <a:effectLst/>
                <a:latin typeface="Courier New" panose="02070309020205020404" pitchFamily="49" charset="0"/>
              </a:rPr>
              <a:t>)</a:t>
            </a:r>
          </a:p>
        </p:txBody>
      </p:sp>
      <p:sp>
        <p:nvSpPr>
          <p:cNvPr id="10" name="TextBox 9">
            <a:extLst>
              <a:ext uri="{FF2B5EF4-FFF2-40B4-BE49-F238E27FC236}">
                <a16:creationId xmlns:a16="http://schemas.microsoft.com/office/drawing/2014/main" id="{9DCD0C32-E662-8B4B-261D-D2FC0CB6FD39}"/>
              </a:ext>
            </a:extLst>
          </p:cNvPr>
          <p:cNvSpPr txBox="1"/>
          <p:nvPr/>
        </p:nvSpPr>
        <p:spPr>
          <a:xfrm>
            <a:off x="4846299" y="3599282"/>
            <a:ext cx="5030980" cy="1015663"/>
          </a:xfrm>
          <a:prstGeom prst="rect">
            <a:avLst/>
          </a:prstGeom>
          <a:noFill/>
        </p:spPr>
        <p:txBody>
          <a:bodyPr wrap="square">
            <a:spAutoFit/>
          </a:bodyPr>
          <a:lstStyle/>
          <a:p>
            <a:r>
              <a:rPr lang="en-US" sz="6000" b="0" dirty="0">
                <a:solidFill>
                  <a:srgbClr val="000000"/>
                </a:solidFill>
                <a:effectLst/>
                <a:latin typeface="Courier New" panose="02070309020205020404" pitchFamily="49" charset="0"/>
              </a:rPr>
              <a:t>[</a:t>
            </a:r>
            <a:r>
              <a:rPr lang="en-US" sz="6000" b="0" dirty="0">
                <a:solidFill>
                  <a:srgbClr val="098156"/>
                </a:solidFill>
                <a:effectLst/>
                <a:latin typeface="Courier New" panose="02070309020205020404" pitchFamily="49" charset="0"/>
              </a:rPr>
              <a:t>3</a:t>
            </a:r>
            <a:r>
              <a:rPr lang="en-US" sz="6000" b="0" dirty="0">
                <a:solidFill>
                  <a:srgbClr val="000000"/>
                </a:solidFill>
                <a:effectLst/>
                <a:latin typeface="Courier New" panose="02070309020205020404" pitchFamily="49" charset="0"/>
              </a:rPr>
              <a:t>, </a:t>
            </a:r>
            <a:r>
              <a:rPr lang="en-US" sz="6000" b="0" dirty="0">
                <a:solidFill>
                  <a:srgbClr val="098156"/>
                </a:solidFill>
                <a:effectLst/>
                <a:latin typeface="Courier New" panose="02070309020205020404" pitchFamily="49" charset="0"/>
              </a:rPr>
              <a:t>14</a:t>
            </a:r>
            <a:r>
              <a:rPr lang="en-US" sz="6000" b="0" dirty="0">
                <a:solidFill>
                  <a:srgbClr val="000000"/>
                </a:solidFill>
                <a:effectLst/>
                <a:latin typeface="Courier New" panose="02070309020205020404" pitchFamily="49" charset="0"/>
              </a:rPr>
              <a:t>, </a:t>
            </a:r>
            <a:r>
              <a:rPr lang="en-US" sz="6000" b="0" dirty="0">
                <a:solidFill>
                  <a:srgbClr val="098156"/>
                </a:solidFill>
                <a:effectLst/>
                <a:latin typeface="Courier New" panose="02070309020205020404" pitchFamily="49" charset="0"/>
              </a:rPr>
              <a:t>0</a:t>
            </a:r>
            <a:r>
              <a:rPr lang="en-US" sz="6000" b="0" dirty="0">
                <a:solidFill>
                  <a:srgbClr val="000000"/>
                </a:solidFill>
                <a:effectLst/>
                <a:latin typeface="Courier New" panose="02070309020205020404" pitchFamily="49" charset="0"/>
              </a:rPr>
              <a:t>, </a:t>
            </a:r>
          </a:p>
        </p:txBody>
      </p:sp>
    </p:spTree>
    <p:extLst>
      <p:ext uri="{BB962C8B-B14F-4D97-AF65-F5344CB8AC3E}">
        <p14:creationId xmlns:p14="http://schemas.microsoft.com/office/powerpoint/2010/main" val="61519242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xit"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hidden"/>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P spid="9" grpId="0"/>
      <p:bldP spid="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sp>
        <p:nvSpPr>
          <p:cNvPr id="6" name="TextBox 5">
            <a:extLst>
              <a:ext uri="{FF2B5EF4-FFF2-40B4-BE49-F238E27FC236}">
                <a16:creationId xmlns:a16="http://schemas.microsoft.com/office/drawing/2014/main" id="{47147BF0-A9C1-2803-8ED0-92057DC3B9EF}"/>
              </a:ext>
            </a:extLst>
          </p:cNvPr>
          <p:cNvSpPr txBox="1"/>
          <p:nvPr/>
        </p:nvSpPr>
        <p:spPr>
          <a:xfrm>
            <a:off x="9884376" y="3599282"/>
            <a:ext cx="4618421" cy="1015663"/>
          </a:xfrm>
          <a:prstGeom prst="rect">
            <a:avLst/>
          </a:prstGeom>
          <a:noFill/>
        </p:spPr>
        <p:txBody>
          <a:bodyPr wrap="square">
            <a:spAutoFit/>
          </a:bodyPr>
          <a:lstStyle/>
          <a:p>
            <a:r>
              <a:rPr lang="en-US" sz="6000" b="0" dirty="0">
                <a:solidFill>
                  <a:srgbClr val="098156"/>
                </a:solidFill>
                <a:effectLst/>
                <a:latin typeface="Courier New" panose="02070309020205020404" pitchFamily="49" charset="0"/>
              </a:rPr>
              <a:t>14</a:t>
            </a:r>
            <a:r>
              <a:rPr lang="en-US" sz="6000" b="0" dirty="0">
                <a:solidFill>
                  <a:srgbClr val="000000"/>
                </a:solidFill>
                <a:effectLst/>
                <a:latin typeface="Courier New" panose="02070309020205020404" pitchFamily="49" charset="0"/>
              </a:rPr>
              <a:t>, </a:t>
            </a:r>
            <a:r>
              <a:rPr lang="en-US" sz="6000" dirty="0">
                <a:solidFill>
                  <a:srgbClr val="098156"/>
                </a:solidFill>
                <a:latin typeface="Courier New" panose="02070309020205020404" pitchFamily="49" charset="0"/>
              </a:rPr>
              <a:t>5</a:t>
            </a:r>
            <a:r>
              <a:rPr lang="en-US" sz="6000" b="0" dirty="0">
                <a:solidFill>
                  <a:srgbClr val="000000"/>
                </a:solidFill>
                <a:effectLst/>
                <a:latin typeface="Courier New" panose="02070309020205020404" pitchFamily="49" charset="0"/>
              </a:rPr>
              <a:t>, </a:t>
            </a:r>
            <a:r>
              <a:rPr lang="en-US" sz="6000" dirty="0">
                <a:solidFill>
                  <a:srgbClr val="098156"/>
                </a:solidFill>
                <a:latin typeface="Courier New" panose="02070309020205020404" pitchFamily="49" charset="0"/>
              </a:rPr>
              <a:t>8</a:t>
            </a:r>
            <a:r>
              <a:rPr lang="en-US" sz="6000" b="0" dirty="0">
                <a:solidFill>
                  <a:srgbClr val="000000"/>
                </a:solidFill>
                <a:effectLst/>
                <a:latin typeface="Courier New" panose="02070309020205020404" pitchFamily="49" charset="0"/>
              </a:rPr>
              <a:t>]</a:t>
            </a:r>
          </a:p>
        </p:txBody>
      </p:sp>
      <p:sp>
        <p:nvSpPr>
          <p:cNvPr id="15" name="TextBox 14">
            <a:extLst>
              <a:ext uri="{FF2B5EF4-FFF2-40B4-BE49-F238E27FC236}">
                <a16:creationId xmlns:a16="http://schemas.microsoft.com/office/drawing/2014/main" id="{A3942272-9367-1723-F86A-5070F5B11408}"/>
              </a:ext>
            </a:extLst>
          </p:cNvPr>
          <p:cNvSpPr txBox="1"/>
          <p:nvPr/>
        </p:nvSpPr>
        <p:spPr>
          <a:xfrm>
            <a:off x="9884376" y="3599280"/>
            <a:ext cx="1244569" cy="1015663"/>
          </a:xfrm>
          <a:prstGeom prst="rect">
            <a:avLst/>
          </a:prstGeom>
          <a:noFill/>
        </p:spPr>
        <p:txBody>
          <a:bodyPr wrap="square">
            <a:spAutoFit/>
          </a:bodyPr>
          <a:lstStyle/>
          <a:p>
            <a:r>
              <a:rPr lang="en-US" sz="6000" b="0" dirty="0">
                <a:solidFill>
                  <a:srgbClr val="098156"/>
                </a:solidFill>
                <a:effectLst/>
                <a:latin typeface="Courier New" panose="02070309020205020404" pitchFamily="49" charset="0"/>
              </a:rPr>
              <a:t>14</a:t>
            </a:r>
            <a:endParaRPr lang="en-US" sz="6000" b="0" dirty="0">
              <a:solidFill>
                <a:srgbClr val="000000"/>
              </a:solidFill>
              <a:effectLst/>
              <a:latin typeface="Courier New" panose="02070309020205020404" pitchFamily="49" charset="0"/>
            </a:endParaRPr>
          </a:p>
        </p:txBody>
      </p:sp>
      <p:sp>
        <p:nvSpPr>
          <p:cNvPr id="14" name="TextBox 13">
            <a:extLst>
              <a:ext uri="{FF2B5EF4-FFF2-40B4-BE49-F238E27FC236}">
                <a16:creationId xmlns:a16="http://schemas.microsoft.com/office/drawing/2014/main" id="{ED3230C9-F0C7-246D-27C7-1ADE8D87DF1C}"/>
              </a:ext>
            </a:extLst>
          </p:cNvPr>
          <p:cNvSpPr txBox="1"/>
          <p:nvPr/>
        </p:nvSpPr>
        <p:spPr>
          <a:xfrm>
            <a:off x="11710343" y="3599281"/>
            <a:ext cx="2522742" cy="1015663"/>
          </a:xfrm>
          <a:prstGeom prst="rect">
            <a:avLst/>
          </a:prstGeom>
          <a:noFill/>
        </p:spPr>
        <p:txBody>
          <a:bodyPr wrap="square">
            <a:spAutoFit/>
          </a:bodyPr>
          <a:lstStyle/>
          <a:p>
            <a:r>
              <a:rPr lang="en-US" sz="6000" dirty="0">
                <a:solidFill>
                  <a:srgbClr val="098156"/>
                </a:solidFill>
                <a:latin typeface="Courier New" panose="02070309020205020404" pitchFamily="49" charset="0"/>
              </a:rPr>
              <a:t>5</a:t>
            </a:r>
            <a:r>
              <a:rPr lang="en-US" sz="6000" b="0" dirty="0">
                <a:solidFill>
                  <a:srgbClr val="000000"/>
                </a:solidFill>
                <a:effectLst/>
                <a:latin typeface="Courier New" panose="02070309020205020404" pitchFamily="49" charset="0"/>
              </a:rPr>
              <a:t>, </a:t>
            </a:r>
            <a:r>
              <a:rPr lang="en-US" sz="6000" dirty="0">
                <a:solidFill>
                  <a:srgbClr val="098156"/>
                </a:solidFill>
                <a:latin typeface="Courier New" panose="02070309020205020404" pitchFamily="49" charset="0"/>
              </a:rPr>
              <a:t>8</a:t>
            </a:r>
            <a:r>
              <a:rPr lang="en-US" sz="6000" b="0" dirty="0">
                <a:solidFill>
                  <a:srgbClr val="000000"/>
                </a:solidFill>
                <a:effectLst/>
                <a:latin typeface="Courier New" panose="02070309020205020404" pitchFamily="49" charset="0"/>
              </a:rPr>
              <a:t>]</a:t>
            </a:r>
          </a:p>
        </p:txBody>
      </p:sp>
      <p:sp>
        <p:nvSpPr>
          <p:cNvPr id="4" name="TextBox 3">
            <a:extLst>
              <a:ext uri="{FF2B5EF4-FFF2-40B4-BE49-F238E27FC236}">
                <a16:creationId xmlns:a16="http://schemas.microsoft.com/office/drawing/2014/main" id="{3CFB051A-9364-6FF8-ABB0-818D63159FD6}"/>
              </a:ext>
            </a:extLst>
          </p:cNvPr>
          <p:cNvSpPr txBox="1"/>
          <p:nvPr/>
        </p:nvSpPr>
        <p:spPr>
          <a:xfrm>
            <a:off x="1270417" y="5953806"/>
            <a:ext cx="12194498" cy="1015663"/>
          </a:xfrm>
          <a:prstGeom prst="rect">
            <a:avLst/>
          </a:prstGeom>
          <a:noFill/>
        </p:spPr>
        <p:txBody>
          <a:bodyPr wrap="square">
            <a:spAutoFit/>
          </a:bodyPr>
          <a:lstStyle/>
          <a:p>
            <a:r>
              <a:rPr lang="en-US" sz="6000" b="0" dirty="0" err="1">
                <a:solidFill>
                  <a:srgbClr val="000000"/>
                </a:solidFill>
                <a:effectLst/>
                <a:latin typeface="Courier New" panose="02070309020205020404" pitchFamily="49" charset="0"/>
              </a:rPr>
              <a:t>my_list.pop</a:t>
            </a:r>
            <a:r>
              <a:rPr lang="en-US" sz="6000" b="0" dirty="0">
                <a:solidFill>
                  <a:srgbClr val="000000"/>
                </a:solidFill>
                <a:effectLst/>
                <a:latin typeface="Courier New" panose="02070309020205020404" pitchFamily="49" charset="0"/>
              </a:rPr>
              <a:t>(</a:t>
            </a:r>
            <a:r>
              <a:rPr lang="en-US" sz="6000" b="0" dirty="0">
                <a:solidFill>
                  <a:srgbClr val="098156"/>
                </a:solidFill>
                <a:effectLst/>
                <a:latin typeface="Courier New" panose="02070309020205020404" pitchFamily="49" charset="0"/>
              </a:rPr>
              <a:t>3</a:t>
            </a:r>
            <a:r>
              <a:rPr lang="en-US" sz="6000" b="0" dirty="0">
                <a:solidFill>
                  <a:srgbClr val="000000"/>
                </a:solidFill>
                <a:effectLst/>
                <a:latin typeface="Courier New" panose="02070309020205020404" pitchFamily="49" charset="0"/>
              </a:rPr>
              <a:t>)</a:t>
            </a:r>
          </a:p>
        </p:txBody>
      </p:sp>
      <p:sp>
        <p:nvSpPr>
          <p:cNvPr id="8" name="TextBox 7">
            <a:extLst>
              <a:ext uri="{FF2B5EF4-FFF2-40B4-BE49-F238E27FC236}">
                <a16:creationId xmlns:a16="http://schemas.microsoft.com/office/drawing/2014/main" id="{87E4D263-4E79-BACA-F173-D772B07A3D8D}"/>
              </a:ext>
            </a:extLst>
          </p:cNvPr>
          <p:cNvSpPr txBox="1"/>
          <p:nvPr/>
        </p:nvSpPr>
        <p:spPr>
          <a:xfrm>
            <a:off x="9393529" y="5953805"/>
            <a:ext cx="702294" cy="1015663"/>
          </a:xfrm>
          <a:prstGeom prst="rect">
            <a:avLst/>
          </a:prstGeom>
          <a:noFill/>
        </p:spPr>
        <p:txBody>
          <a:bodyPr wrap="square">
            <a:spAutoFit/>
          </a:bodyPr>
          <a:lstStyle/>
          <a:p>
            <a:r>
              <a:rPr lang="en-US" sz="6000" b="0" dirty="0">
                <a:solidFill>
                  <a:srgbClr val="098156"/>
                </a:solidFill>
                <a:effectLst/>
                <a:latin typeface="Courier New" panose="02070309020205020404" pitchFamily="49" charset="0"/>
              </a:rPr>
              <a:t>1</a:t>
            </a:r>
            <a:endParaRPr lang="en-US" sz="6000" b="0" dirty="0">
              <a:solidFill>
                <a:srgbClr val="000000"/>
              </a:solidFill>
              <a:effectLst/>
              <a:latin typeface="Courier New" panose="02070309020205020404" pitchFamily="49" charset="0"/>
            </a:endParaRPr>
          </a:p>
        </p:txBody>
      </p:sp>
      <p:sp>
        <p:nvSpPr>
          <p:cNvPr id="2" name="Google Shape;412;p56">
            <a:extLst>
              <a:ext uri="{FF2B5EF4-FFF2-40B4-BE49-F238E27FC236}">
                <a16:creationId xmlns:a16="http://schemas.microsoft.com/office/drawing/2014/main" id="{4E5DC0DC-DCEB-F4EA-FA06-D349E1D17C1C}"/>
              </a:ext>
            </a:extLst>
          </p:cNvPr>
          <p:cNvSpPr txBox="1">
            <a:spLocks/>
          </p:cNvSpPr>
          <p:nvPr/>
        </p:nvSpPr>
        <p:spPr>
          <a:xfrm>
            <a:off x="298453" y="249400"/>
            <a:ext cx="20503200" cy="1427200"/>
          </a:xfrm>
          <a:prstGeom prst="rect">
            <a:avLst/>
          </a:prstGeom>
        </p:spPr>
        <p:txBody>
          <a:bodyPr spcFirstLastPara="1" vert="horz" wrap="square" lIns="243800" tIns="243800" rIns="243800" bIns="243800" rtlCol="0" anchor="t" anchorCtr="0">
            <a:normAutofit/>
          </a:bodyPr>
          <a:lstStyle>
            <a:lvl1pPr lvl="0" algn="l" defTabSz="1828800" rtl="0" eaLnBrk="1" latinLnBrk="0" hangingPunct="1">
              <a:lnSpc>
                <a:spcPct val="90000"/>
              </a:lnSpc>
              <a:spcBef>
                <a:spcPts val="0"/>
              </a:spcBef>
              <a:spcAft>
                <a:spcPts val="0"/>
              </a:spcAft>
              <a:buSzPts val="2600"/>
              <a:buNone/>
              <a:defRPr sz="6933" kern="1200">
                <a:solidFill>
                  <a:schemeClr val="tx1"/>
                </a:solidFill>
                <a:latin typeface="+mj-lt"/>
                <a:ea typeface="+mj-ea"/>
                <a:cs typeface="+mj-cs"/>
              </a:defRPr>
            </a:lvl1pPr>
            <a:lvl2pPr lvl="1" rtl="0">
              <a:spcBef>
                <a:spcPts val="0"/>
              </a:spcBef>
              <a:spcAft>
                <a:spcPts val="0"/>
              </a:spcAft>
              <a:buSzPts val="2600"/>
              <a:buNone/>
              <a:defRPr sz="6933"/>
            </a:lvl2pPr>
            <a:lvl3pPr lvl="2" rtl="0">
              <a:spcBef>
                <a:spcPts val="0"/>
              </a:spcBef>
              <a:spcAft>
                <a:spcPts val="0"/>
              </a:spcAft>
              <a:buSzPts val="2600"/>
              <a:buNone/>
              <a:defRPr sz="6933"/>
            </a:lvl3pPr>
            <a:lvl4pPr lvl="3" rtl="0">
              <a:spcBef>
                <a:spcPts val="0"/>
              </a:spcBef>
              <a:spcAft>
                <a:spcPts val="0"/>
              </a:spcAft>
              <a:buSzPts val="2600"/>
              <a:buNone/>
              <a:defRPr sz="6933"/>
            </a:lvl4pPr>
            <a:lvl5pPr lvl="4" rtl="0">
              <a:spcBef>
                <a:spcPts val="0"/>
              </a:spcBef>
              <a:spcAft>
                <a:spcPts val="0"/>
              </a:spcAft>
              <a:buSzPts val="2600"/>
              <a:buNone/>
              <a:defRPr sz="6933"/>
            </a:lvl5pPr>
            <a:lvl6pPr lvl="5" rtl="0">
              <a:spcBef>
                <a:spcPts val="0"/>
              </a:spcBef>
              <a:spcAft>
                <a:spcPts val="0"/>
              </a:spcAft>
              <a:buSzPts val="2600"/>
              <a:buNone/>
              <a:defRPr sz="6933"/>
            </a:lvl6pPr>
            <a:lvl7pPr lvl="6" rtl="0">
              <a:spcBef>
                <a:spcPts val="0"/>
              </a:spcBef>
              <a:spcAft>
                <a:spcPts val="0"/>
              </a:spcAft>
              <a:buSzPts val="2600"/>
              <a:buNone/>
              <a:defRPr sz="6933"/>
            </a:lvl7pPr>
            <a:lvl8pPr lvl="7" rtl="0">
              <a:spcBef>
                <a:spcPts val="0"/>
              </a:spcBef>
              <a:spcAft>
                <a:spcPts val="0"/>
              </a:spcAft>
              <a:buSzPts val="2600"/>
              <a:buNone/>
              <a:defRPr sz="6933"/>
            </a:lvl8pPr>
            <a:lvl9pPr lvl="8" rtl="0">
              <a:spcBef>
                <a:spcPts val="0"/>
              </a:spcBef>
              <a:spcAft>
                <a:spcPts val="0"/>
              </a:spcAft>
              <a:buSzPts val="2600"/>
              <a:buNone/>
              <a:defRPr sz="6933"/>
            </a:lvl9pPr>
          </a:lstStyle>
          <a:p>
            <a:r>
              <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List Manipulation</a:t>
            </a:r>
          </a:p>
        </p:txBody>
      </p:sp>
      <p:sp>
        <p:nvSpPr>
          <p:cNvPr id="3" name="Google Shape;412;p56">
            <a:extLst>
              <a:ext uri="{FF2B5EF4-FFF2-40B4-BE49-F238E27FC236}">
                <a16:creationId xmlns:a16="http://schemas.microsoft.com/office/drawing/2014/main" id="{D91AA8B2-6D4C-AEDC-81A7-C8190312A9C2}"/>
              </a:ext>
            </a:extLst>
          </p:cNvPr>
          <p:cNvSpPr txBox="1">
            <a:spLocks/>
          </p:cNvSpPr>
          <p:nvPr/>
        </p:nvSpPr>
        <p:spPr>
          <a:xfrm>
            <a:off x="296105" y="1175521"/>
            <a:ext cx="20503200" cy="1427200"/>
          </a:xfrm>
          <a:prstGeom prst="rect">
            <a:avLst/>
          </a:prstGeom>
        </p:spPr>
        <p:txBody>
          <a:bodyPr spcFirstLastPara="1" vert="horz" wrap="square" lIns="243800" tIns="243800" rIns="243800" bIns="243800" rtlCol="0" anchor="t" anchorCtr="0">
            <a:normAutofit fontScale="97500"/>
          </a:bodyPr>
          <a:lstStyle>
            <a:lvl1pPr lvl="0" algn="l" defTabSz="1828800" rtl="0" eaLnBrk="1" latinLnBrk="0" hangingPunct="1">
              <a:lnSpc>
                <a:spcPct val="90000"/>
              </a:lnSpc>
              <a:spcBef>
                <a:spcPts val="0"/>
              </a:spcBef>
              <a:spcAft>
                <a:spcPts val="0"/>
              </a:spcAft>
              <a:buSzPts val="2600"/>
              <a:buNone/>
              <a:defRPr sz="6933" kern="1200">
                <a:solidFill>
                  <a:schemeClr val="tx1"/>
                </a:solidFill>
                <a:latin typeface="+mj-lt"/>
                <a:ea typeface="+mj-ea"/>
                <a:cs typeface="+mj-cs"/>
              </a:defRPr>
            </a:lvl1pPr>
            <a:lvl2pPr lvl="1" rtl="0">
              <a:spcBef>
                <a:spcPts val="0"/>
              </a:spcBef>
              <a:spcAft>
                <a:spcPts val="0"/>
              </a:spcAft>
              <a:buSzPts val="2600"/>
              <a:buNone/>
              <a:defRPr sz="6933"/>
            </a:lvl2pPr>
            <a:lvl3pPr lvl="2" rtl="0">
              <a:spcBef>
                <a:spcPts val="0"/>
              </a:spcBef>
              <a:spcAft>
                <a:spcPts val="0"/>
              </a:spcAft>
              <a:buSzPts val="2600"/>
              <a:buNone/>
              <a:defRPr sz="6933"/>
            </a:lvl3pPr>
            <a:lvl4pPr lvl="3" rtl="0">
              <a:spcBef>
                <a:spcPts val="0"/>
              </a:spcBef>
              <a:spcAft>
                <a:spcPts val="0"/>
              </a:spcAft>
              <a:buSzPts val="2600"/>
              <a:buNone/>
              <a:defRPr sz="6933"/>
            </a:lvl4pPr>
            <a:lvl5pPr lvl="4" rtl="0">
              <a:spcBef>
                <a:spcPts val="0"/>
              </a:spcBef>
              <a:spcAft>
                <a:spcPts val="0"/>
              </a:spcAft>
              <a:buSzPts val="2600"/>
              <a:buNone/>
              <a:defRPr sz="6933"/>
            </a:lvl5pPr>
            <a:lvl6pPr lvl="5" rtl="0">
              <a:spcBef>
                <a:spcPts val="0"/>
              </a:spcBef>
              <a:spcAft>
                <a:spcPts val="0"/>
              </a:spcAft>
              <a:buSzPts val="2600"/>
              <a:buNone/>
              <a:defRPr sz="6933"/>
            </a:lvl6pPr>
            <a:lvl7pPr lvl="6" rtl="0">
              <a:spcBef>
                <a:spcPts val="0"/>
              </a:spcBef>
              <a:spcAft>
                <a:spcPts val="0"/>
              </a:spcAft>
              <a:buSzPts val="2600"/>
              <a:buNone/>
              <a:defRPr sz="6933"/>
            </a:lvl7pPr>
            <a:lvl8pPr lvl="7" rtl="0">
              <a:spcBef>
                <a:spcPts val="0"/>
              </a:spcBef>
              <a:spcAft>
                <a:spcPts val="0"/>
              </a:spcAft>
              <a:buSzPts val="2600"/>
              <a:buNone/>
              <a:defRPr sz="6933"/>
            </a:lvl8pPr>
            <a:lvl9pPr lvl="8" rtl="0">
              <a:spcBef>
                <a:spcPts val="0"/>
              </a:spcBef>
              <a:spcAft>
                <a:spcPts val="0"/>
              </a:spcAft>
              <a:buSzPts val="2600"/>
              <a:buNone/>
              <a:defRPr sz="6933"/>
            </a:lvl9pPr>
          </a:lstStyle>
          <a:p>
            <a:r>
              <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List Operations</a:t>
            </a:r>
          </a:p>
        </p:txBody>
      </p:sp>
      <p:sp>
        <p:nvSpPr>
          <p:cNvPr id="7" name="Google Shape;412;p56">
            <a:extLst>
              <a:ext uri="{FF2B5EF4-FFF2-40B4-BE49-F238E27FC236}">
                <a16:creationId xmlns:a16="http://schemas.microsoft.com/office/drawing/2014/main" id="{1DF98835-E352-EAD3-E001-8739AE1A0C64}"/>
              </a:ext>
            </a:extLst>
          </p:cNvPr>
          <p:cNvSpPr txBox="1">
            <a:spLocks/>
          </p:cNvSpPr>
          <p:nvPr/>
        </p:nvSpPr>
        <p:spPr>
          <a:xfrm>
            <a:off x="298605" y="2092419"/>
            <a:ext cx="20503200" cy="1427200"/>
          </a:xfrm>
          <a:prstGeom prst="rect">
            <a:avLst/>
          </a:prstGeom>
        </p:spPr>
        <p:txBody>
          <a:bodyPr spcFirstLastPara="1" vert="horz" wrap="square" lIns="243800" tIns="243800" rIns="243800" bIns="243800" rtlCol="0" anchor="t" anchorCtr="0">
            <a:normAutofit fontScale="97500"/>
          </a:bodyPr>
          <a:lstStyle>
            <a:lvl1pPr lvl="0" algn="l" defTabSz="1828800" rtl="0" eaLnBrk="1" latinLnBrk="0" hangingPunct="1">
              <a:lnSpc>
                <a:spcPct val="90000"/>
              </a:lnSpc>
              <a:spcBef>
                <a:spcPts val="0"/>
              </a:spcBef>
              <a:spcAft>
                <a:spcPts val="0"/>
              </a:spcAft>
              <a:buSzPts val="2600"/>
              <a:buNone/>
              <a:defRPr sz="6933" kern="1200">
                <a:solidFill>
                  <a:schemeClr val="tx1"/>
                </a:solidFill>
                <a:latin typeface="+mj-lt"/>
                <a:ea typeface="+mj-ea"/>
                <a:cs typeface="+mj-cs"/>
              </a:defRPr>
            </a:lvl1pPr>
            <a:lvl2pPr lvl="1" rtl="0">
              <a:spcBef>
                <a:spcPts val="0"/>
              </a:spcBef>
              <a:spcAft>
                <a:spcPts val="0"/>
              </a:spcAft>
              <a:buSzPts val="2600"/>
              <a:buNone/>
              <a:defRPr sz="6933"/>
            </a:lvl2pPr>
            <a:lvl3pPr lvl="2" rtl="0">
              <a:spcBef>
                <a:spcPts val="0"/>
              </a:spcBef>
              <a:spcAft>
                <a:spcPts val="0"/>
              </a:spcAft>
              <a:buSzPts val="2600"/>
              <a:buNone/>
              <a:defRPr sz="6933"/>
            </a:lvl3pPr>
            <a:lvl4pPr lvl="3" rtl="0">
              <a:spcBef>
                <a:spcPts val="0"/>
              </a:spcBef>
              <a:spcAft>
                <a:spcPts val="0"/>
              </a:spcAft>
              <a:buSzPts val="2600"/>
              <a:buNone/>
              <a:defRPr sz="6933"/>
            </a:lvl4pPr>
            <a:lvl5pPr lvl="4" rtl="0">
              <a:spcBef>
                <a:spcPts val="0"/>
              </a:spcBef>
              <a:spcAft>
                <a:spcPts val="0"/>
              </a:spcAft>
              <a:buSzPts val="2600"/>
              <a:buNone/>
              <a:defRPr sz="6933"/>
            </a:lvl5pPr>
            <a:lvl6pPr lvl="5" rtl="0">
              <a:spcBef>
                <a:spcPts val="0"/>
              </a:spcBef>
              <a:spcAft>
                <a:spcPts val="0"/>
              </a:spcAft>
              <a:buSzPts val="2600"/>
              <a:buNone/>
              <a:defRPr sz="6933"/>
            </a:lvl6pPr>
            <a:lvl7pPr lvl="6" rtl="0">
              <a:spcBef>
                <a:spcPts val="0"/>
              </a:spcBef>
              <a:spcAft>
                <a:spcPts val="0"/>
              </a:spcAft>
              <a:buSzPts val="2600"/>
              <a:buNone/>
              <a:defRPr sz="6933"/>
            </a:lvl7pPr>
            <a:lvl8pPr lvl="7" rtl="0">
              <a:spcBef>
                <a:spcPts val="0"/>
              </a:spcBef>
              <a:spcAft>
                <a:spcPts val="0"/>
              </a:spcAft>
              <a:buSzPts val="2600"/>
              <a:buNone/>
              <a:defRPr sz="6933"/>
            </a:lvl8pPr>
            <a:lvl9pPr lvl="8" rtl="0">
              <a:spcBef>
                <a:spcPts val="0"/>
              </a:spcBef>
              <a:spcAft>
                <a:spcPts val="0"/>
              </a:spcAft>
              <a:buSzPts val="2600"/>
              <a:buNone/>
              <a:defRPr sz="6933"/>
            </a:lvl9pPr>
          </a:lstStyle>
          <a:p>
            <a:r>
              <a:rPr lang="en-US" sz="6000" b="1" dirty="0">
                <a:solidFill>
                  <a:srgbClr val="006B64"/>
                </a:solidFill>
                <a:latin typeface="Helvetica Neue" panose="02000503000000020004" pitchFamily="2" charset="0"/>
                <a:ea typeface="Helvetica Neue" panose="02000503000000020004" pitchFamily="2" charset="0"/>
                <a:cs typeface="Helvetica Neue" panose="02000503000000020004" pitchFamily="2" charset="0"/>
              </a:rPr>
              <a:t>pop()</a:t>
            </a:r>
          </a:p>
        </p:txBody>
      </p:sp>
      <p:sp>
        <p:nvSpPr>
          <p:cNvPr id="10" name="TextBox 9">
            <a:extLst>
              <a:ext uri="{FF2B5EF4-FFF2-40B4-BE49-F238E27FC236}">
                <a16:creationId xmlns:a16="http://schemas.microsoft.com/office/drawing/2014/main" id="{9DCD0C32-E662-8B4B-261D-D2FC0CB6FD39}"/>
              </a:ext>
            </a:extLst>
          </p:cNvPr>
          <p:cNvSpPr txBox="1"/>
          <p:nvPr/>
        </p:nvSpPr>
        <p:spPr>
          <a:xfrm>
            <a:off x="4846298" y="3599282"/>
            <a:ext cx="5249525" cy="1015663"/>
          </a:xfrm>
          <a:prstGeom prst="rect">
            <a:avLst/>
          </a:prstGeom>
          <a:noFill/>
        </p:spPr>
        <p:txBody>
          <a:bodyPr wrap="square">
            <a:spAutoFit/>
          </a:bodyPr>
          <a:lstStyle/>
          <a:p>
            <a:r>
              <a:rPr lang="en-US" sz="6000" b="0" dirty="0">
                <a:solidFill>
                  <a:srgbClr val="000000"/>
                </a:solidFill>
                <a:effectLst/>
                <a:latin typeface="Courier New" panose="02070309020205020404" pitchFamily="49" charset="0"/>
              </a:rPr>
              <a:t>[</a:t>
            </a:r>
            <a:r>
              <a:rPr lang="en-US" sz="6000" b="0" dirty="0">
                <a:solidFill>
                  <a:srgbClr val="098156"/>
                </a:solidFill>
                <a:effectLst/>
                <a:latin typeface="Courier New" panose="02070309020205020404" pitchFamily="49" charset="0"/>
              </a:rPr>
              <a:t>3</a:t>
            </a:r>
            <a:r>
              <a:rPr lang="en-US" sz="6000" b="0" dirty="0">
                <a:solidFill>
                  <a:srgbClr val="000000"/>
                </a:solidFill>
                <a:effectLst/>
                <a:latin typeface="Courier New" panose="02070309020205020404" pitchFamily="49" charset="0"/>
              </a:rPr>
              <a:t>, </a:t>
            </a:r>
            <a:r>
              <a:rPr lang="en-US" sz="6000" b="0" dirty="0">
                <a:solidFill>
                  <a:srgbClr val="098156"/>
                </a:solidFill>
                <a:effectLst/>
                <a:latin typeface="Courier New" panose="02070309020205020404" pitchFamily="49" charset="0"/>
              </a:rPr>
              <a:t>14</a:t>
            </a:r>
            <a:r>
              <a:rPr lang="en-US" sz="6000" b="0" dirty="0">
                <a:solidFill>
                  <a:srgbClr val="000000"/>
                </a:solidFill>
                <a:effectLst/>
                <a:latin typeface="Courier New" panose="02070309020205020404" pitchFamily="49" charset="0"/>
              </a:rPr>
              <a:t>, </a:t>
            </a:r>
            <a:r>
              <a:rPr lang="en-US" sz="6000" b="0" dirty="0">
                <a:solidFill>
                  <a:srgbClr val="098156"/>
                </a:solidFill>
                <a:effectLst/>
                <a:latin typeface="Courier New" panose="02070309020205020404" pitchFamily="49" charset="0"/>
              </a:rPr>
              <a:t>0</a:t>
            </a:r>
            <a:r>
              <a:rPr lang="en-US" sz="6000" b="0" dirty="0">
                <a:solidFill>
                  <a:srgbClr val="000000"/>
                </a:solidFill>
                <a:effectLst/>
                <a:latin typeface="Courier New" panose="02070309020205020404" pitchFamily="49" charset="0"/>
              </a:rPr>
              <a:t>, </a:t>
            </a:r>
          </a:p>
        </p:txBody>
      </p:sp>
      <p:cxnSp>
        <p:nvCxnSpPr>
          <p:cNvPr id="12" name="Straight Arrow Connector 11">
            <a:extLst>
              <a:ext uri="{FF2B5EF4-FFF2-40B4-BE49-F238E27FC236}">
                <a16:creationId xmlns:a16="http://schemas.microsoft.com/office/drawing/2014/main" id="{78A7A41F-0047-B996-7B2F-1D17E7AD713B}"/>
              </a:ext>
            </a:extLst>
          </p:cNvPr>
          <p:cNvCxnSpPr>
            <a:cxnSpLocks/>
          </p:cNvCxnSpPr>
          <p:nvPr/>
        </p:nvCxnSpPr>
        <p:spPr>
          <a:xfrm>
            <a:off x="7796463" y="6464968"/>
            <a:ext cx="1379621" cy="0"/>
          </a:xfrm>
          <a:prstGeom prst="straightConnector1">
            <a:avLst/>
          </a:prstGeom>
          <a:ln w="76200">
            <a:solidFill>
              <a:srgbClr val="004C7F"/>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28AB5025-AA84-E535-5427-554EF5FFB297}"/>
              </a:ext>
            </a:extLst>
          </p:cNvPr>
          <p:cNvSpPr txBox="1"/>
          <p:nvPr/>
        </p:nvSpPr>
        <p:spPr>
          <a:xfrm>
            <a:off x="10800023" y="3599279"/>
            <a:ext cx="702294" cy="1015663"/>
          </a:xfrm>
          <a:prstGeom prst="rect">
            <a:avLst/>
          </a:prstGeom>
          <a:noFill/>
        </p:spPr>
        <p:txBody>
          <a:bodyPr wrap="square">
            <a:spAutoFit/>
          </a:bodyPr>
          <a:lstStyle/>
          <a:p>
            <a:r>
              <a:rPr lang="en-US" sz="6000" b="0" dirty="0">
                <a:effectLst/>
                <a:latin typeface="Courier New" panose="02070309020205020404" pitchFamily="49" charset="0"/>
              </a:rPr>
              <a:t>,</a:t>
            </a:r>
          </a:p>
        </p:txBody>
      </p:sp>
      <p:sp>
        <p:nvSpPr>
          <p:cNvPr id="17" name="TextBox 16">
            <a:extLst>
              <a:ext uri="{FF2B5EF4-FFF2-40B4-BE49-F238E27FC236}">
                <a16:creationId xmlns:a16="http://schemas.microsoft.com/office/drawing/2014/main" id="{073FA089-4F77-D6CC-1CBF-86464EB6CEF5}"/>
              </a:ext>
            </a:extLst>
          </p:cNvPr>
          <p:cNvSpPr txBox="1"/>
          <p:nvPr/>
        </p:nvSpPr>
        <p:spPr>
          <a:xfrm>
            <a:off x="1270417" y="6969469"/>
            <a:ext cx="12194498" cy="1015663"/>
          </a:xfrm>
          <a:prstGeom prst="rect">
            <a:avLst/>
          </a:prstGeom>
          <a:noFill/>
        </p:spPr>
        <p:txBody>
          <a:bodyPr wrap="square">
            <a:spAutoFit/>
          </a:bodyPr>
          <a:lstStyle/>
          <a:p>
            <a:r>
              <a:rPr lang="en-US" sz="6000" b="0" dirty="0" err="1">
                <a:solidFill>
                  <a:srgbClr val="000000"/>
                </a:solidFill>
                <a:effectLst/>
                <a:latin typeface="Courier New" panose="02070309020205020404" pitchFamily="49" charset="0"/>
              </a:rPr>
              <a:t>my_list.pop</a:t>
            </a:r>
            <a:r>
              <a:rPr lang="en-US" sz="6000" b="0" dirty="0">
                <a:solidFill>
                  <a:srgbClr val="000000"/>
                </a:solidFill>
                <a:effectLst/>
                <a:latin typeface="Courier New" panose="02070309020205020404" pitchFamily="49" charset="0"/>
              </a:rPr>
              <a:t>(</a:t>
            </a:r>
            <a:r>
              <a:rPr lang="en-US" sz="6000" b="0" dirty="0">
                <a:solidFill>
                  <a:srgbClr val="098156"/>
                </a:solidFill>
                <a:effectLst/>
                <a:latin typeface="Courier New" panose="02070309020205020404" pitchFamily="49" charset="0"/>
              </a:rPr>
              <a:t>3</a:t>
            </a:r>
            <a:r>
              <a:rPr lang="en-US" sz="6000" b="0" dirty="0">
                <a:solidFill>
                  <a:srgbClr val="000000"/>
                </a:solidFill>
                <a:effectLst/>
                <a:latin typeface="Courier New" panose="02070309020205020404" pitchFamily="49" charset="0"/>
              </a:rPr>
              <a:t>)</a:t>
            </a:r>
          </a:p>
        </p:txBody>
      </p:sp>
    </p:spTree>
    <p:extLst>
      <p:ext uri="{BB962C8B-B14F-4D97-AF65-F5344CB8AC3E}">
        <p14:creationId xmlns:p14="http://schemas.microsoft.com/office/powerpoint/2010/main" val="332396750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xit"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hidden"/>
                                      </p:to>
                                    </p:set>
                                  </p:childTnLst>
                                </p:cTn>
                              </p:par>
                              <p:par>
                                <p:cTn id="9" presetID="1" presetClass="entr" presetSubtype="0"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5" grpId="0"/>
      <p:bldP spid="14" grpId="0"/>
      <p:bldP spid="16" grpId="0"/>
      <p:bldP spid="1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sp>
        <p:nvSpPr>
          <p:cNvPr id="15" name="TextBox 14">
            <a:extLst>
              <a:ext uri="{FF2B5EF4-FFF2-40B4-BE49-F238E27FC236}">
                <a16:creationId xmlns:a16="http://schemas.microsoft.com/office/drawing/2014/main" id="{A3942272-9367-1723-F86A-5070F5B11408}"/>
              </a:ext>
            </a:extLst>
          </p:cNvPr>
          <p:cNvSpPr txBox="1"/>
          <p:nvPr/>
        </p:nvSpPr>
        <p:spPr>
          <a:xfrm>
            <a:off x="9303136" y="6991852"/>
            <a:ext cx="1244569" cy="1015663"/>
          </a:xfrm>
          <a:prstGeom prst="rect">
            <a:avLst/>
          </a:prstGeom>
          <a:noFill/>
        </p:spPr>
        <p:txBody>
          <a:bodyPr wrap="square">
            <a:spAutoFit/>
          </a:bodyPr>
          <a:lstStyle/>
          <a:p>
            <a:r>
              <a:rPr lang="en-US" sz="6000" b="0" dirty="0">
                <a:solidFill>
                  <a:srgbClr val="098156"/>
                </a:solidFill>
                <a:effectLst/>
                <a:latin typeface="Courier New" panose="02070309020205020404" pitchFamily="49" charset="0"/>
              </a:rPr>
              <a:t>14</a:t>
            </a:r>
            <a:endParaRPr lang="en-US" sz="6000" b="0" dirty="0">
              <a:solidFill>
                <a:srgbClr val="000000"/>
              </a:solidFill>
              <a:effectLst/>
              <a:latin typeface="Courier New" panose="02070309020205020404" pitchFamily="49" charset="0"/>
            </a:endParaRPr>
          </a:p>
        </p:txBody>
      </p:sp>
      <p:sp>
        <p:nvSpPr>
          <p:cNvPr id="14" name="TextBox 13">
            <a:extLst>
              <a:ext uri="{FF2B5EF4-FFF2-40B4-BE49-F238E27FC236}">
                <a16:creationId xmlns:a16="http://schemas.microsoft.com/office/drawing/2014/main" id="{ED3230C9-F0C7-246D-27C7-1ADE8D87DF1C}"/>
              </a:ext>
            </a:extLst>
          </p:cNvPr>
          <p:cNvSpPr txBox="1"/>
          <p:nvPr/>
        </p:nvSpPr>
        <p:spPr>
          <a:xfrm>
            <a:off x="9877461" y="3599281"/>
            <a:ext cx="2522742" cy="1015663"/>
          </a:xfrm>
          <a:prstGeom prst="rect">
            <a:avLst/>
          </a:prstGeom>
          <a:noFill/>
        </p:spPr>
        <p:txBody>
          <a:bodyPr wrap="square">
            <a:spAutoFit/>
          </a:bodyPr>
          <a:lstStyle/>
          <a:p>
            <a:r>
              <a:rPr lang="en-US" sz="6000" dirty="0">
                <a:solidFill>
                  <a:srgbClr val="098156"/>
                </a:solidFill>
                <a:latin typeface="Courier New" panose="02070309020205020404" pitchFamily="49" charset="0"/>
              </a:rPr>
              <a:t>5</a:t>
            </a:r>
            <a:r>
              <a:rPr lang="en-US" sz="6000" b="0" dirty="0">
                <a:solidFill>
                  <a:srgbClr val="000000"/>
                </a:solidFill>
                <a:effectLst/>
                <a:latin typeface="Courier New" panose="02070309020205020404" pitchFamily="49" charset="0"/>
              </a:rPr>
              <a:t>, </a:t>
            </a:r>
            <a:r>
              <a:rPr lang="en-US" sz="6000" dirty="0">
                <a:solidFill>
                  <a:srgbClr val="098156"/>
                </a:solidFill>
                <a:latin typeface="Courier New" panose="02070309020205020404" pitchFamily="49" charset="0"/>
              </a:rPr>
              <a:t>8</a:t>
            </a:r>
            <a:r>
              <a:rPr lang="en-US" sz="6000" b="0" dirty="0">
                <a:solidFill>
                  <a:srgbClr val="000000"/>
                </a:solidFill>
                <a:effectLst/>
                <a:latin typeface="Courier New" panose="02070309020205020404" pitchFamily="49" charset="0"/>
              </a:rPr>
              <a:t>]</a:t>
            </a:r>
          </a:p>
        </p:txBody>
      </p:sp>
      <p:sp>
        <p:nvSpPr>
          <p:cNvPr id="4" name="TextBox 3">
            <a:extLst>
              <a:ext uri="{FF2B5EF4-FFF2-40B4-BE49-F238E27FC236}">
                <a16:creationId xmlns:a16="http://schemas.microsoft.com/office/drawing/2014/main" id="{3CFB051A-9364-6FF8-ABB0-818D63159FD6}"/>
              </a:ext>
            </a:extLst>
          </p:cNvPr>
          <p:cNvSpPr txBox="1"/>
          <p:nvPr/>
        </p:nvSpPr>
        <p:spPr>
          <a:xfrm>
            <a:off x="1270417" y="5953806"/>
            <a:ext cx="12194498" cy="1015663"/>
          </a:xfrm>
          <a:prstGeom prst="rect">
            <a:avLst/>
          </a:prstGeom>
          <a:noFill/>
        </p:spPr>
        <p:txBody>
          <a:bodyPr wrap="square">
            <a:spAutoFit/>
          </a:bodyPr>
          <a:lstStyle/>
          <a:p>
            <a:r>
              <a:rPr lang="en-US" sz="6000" b="0" dirty="0" err="1">
                <a:solidFill>
                  <a:srgbClr val="000000"/>
                </a:solidFill>
                <a:effectLst/>
                <a:latin typeface="Courier New" panose="02070309020205020404" pitchFamily="49" charset="0"/>
              </a:rPr>
              <a:t>my_list.pop</a:t>
            </a:r>
            <a:r>
              <a:rPr lang="en-US" sz="6000" b="0" dirty="0">
                <a:solidFill>
                  <a:srgbClr val="000000"/>
                </a:solidFill>
                <a:effectLst/>
                <a:latin typeface="Courier New" panose="02070309020205020404" pitchFamily="49" charset="0"/>
              </a:rPr>
              <a:t>(</a:t>
            </a:r>
            <a:r>
              <a:rPr lang="en-US" sz="6000" b="0" dirty="0">
                <a:solidFill>
                  <a:srgbClr val="098156"/>
                </a:solidFill>
                <a:effectLst/>
                <a:latin typeface="Courier New" panose="02070309020205020404" pitchFamily="49" charset="0"/>
              </a:rPr>
              <a:t>3</a:t>
            </a:r>
            <a:r>
              <a:rPr lang="en-US" sz="6000" b="0" dirty="0">
                <a:solidFill>
                  <a:srgbClr val="000000"/>
                </a:solidFill>
                <a:effectLst/>
                <a:latin typeface="Courier New" panose="02070309020205020404" pitchFamily="49" charset="0"/>
              </a:rPr>
              <a:t>)</a:t>
            </a:r>
          </a:p>
        </p:txBody>
      </p:sp>
      <p:sp>
        <p:nvSpPr>
          <p:cNvPr id="8" name="TextBox 7">
            <a:extLst>
              <a:ext uri="{FF2B5EF4-FFF2-40B4-BE49-F238E27FC236}">
                <a16:creationId xmlns:a16="http://schemas.microsoft.com/office/drawing/2014/main" id="{87E4D263-4E79-BACA-F173-D772B07A3D8D}"/>
              </a:ext>
            </a:extLst>
          </p:cNvPr>
          <p:cNvSpPr txBox="1"/>
          <p:nvPr/>
        </p:nvSpPr>
        <p:spPr>
          <a:xfrm>
            <a:off x="9393529" y="5953805"/>
            <a:ext cx="702294" cy="1015663"/>
          </a:xfrm>
          <a:prstGeom prst="rect">
            <a:avLst/>
          </a:prstGeom>
          <a:noFill/>
        </p:spPr>
        <p:txBody>
          <a:bodyPr wrap="square">
            <a:spAutoFit/>
          </a:bodyPr>
          <a:lstStyle/>
          <a:p>
            <a:r>
              <a:rPr lang="en-US" sz="6000" b="0" dirty="0">
                <a:solidFill>
                  <a:srgbClr val="098156"/>
                </a:solidFill>
                <a:effectLst/>
                <a:latin typeface="Courier New" panose="02070309020205020404" pitchFamily="49" charset="0"/>
              </a:rPr>
              <a:t>1</a:t>
            </a:r>
            <a:endParaRPr lang="en-US" sz="6000" b="0" dirty="0">
              <a:solidFill>
                <a:srgbClr val="000000"/>
              </a:solidFill>
              <a:effectLst/>
              <a:latin typeface="Courier New" panose="02070309020205020404" pitchFamily="49" charset="0"/>
            </a:endParaRPr>
          </a:p>
        </p:txBody>
      </p:sp>
      <p:sp>
        <p:nvSpPr>
          <p:cNvPr id="2" name="Google Shape;412;p56">
            <a:extLst>
              <a:ext uri="{FF2B5EF4-FFF2-40B4-BE49-F238E27FC236}">
                <a16:creationId xmlns:a16="http://schemas.microsoft.com/office/drawing/2014/main" id="{4E5DC0DC-DCEB-F4EA-FA06-D349E1D17C1C}"/>
              </a:ext>
            </a:extLst>
          </p:cNvPr>
          <p:cNvSpPr txBox="1">
            <a:spLocks/>
          </p:cNvSpPr>
          <p:nvPr/>
        </p:nvSpPr>
        <p:spPr>
          <a:xfrm>
            <a:off x="298453" y="249400"/>
            <a:ext cx="20503200" cy="1427200"/>
          </a:xfrm>
          <a:prstGeom prst="rect">
            <a:avLst/>
          </a:prstGeom>
        </p:spPr>
        <p:txBody>
          <a:bodyPr spcFirstLastPara="1" vert="horz" wrap="square" lIns="243800" tIns="243800" rIns="243800" bIns="243800" rtlCol="0" anchor="t" anchorCtr="0">
            <a:normAutofit/>
          </a:bodyPr>
          <a:lstStyle>
            <a:lvl1pPr lvl="0" algn="l" defTabSz="1828800" rtl="0" eaLnBrk="1" latinLnBrk="0" hangingPunct="1">
              <a:lnSpc>
                <a:spcPct val="90000"/>
              </a:lnSpc>
              <a:spcBef>
                <a:spcPts val="0"/>
              </a:spcBef>
              <a:spcAft>
                <a:spcPts val="0"/>
              </a:spcAft>
              <a:buSzPts val="2600"/>
              <a:buNone/>
              <a:defRPr sz="6933" kern="1200">
                <a:solidFill>
                  <a:schemeClr val="tx1"/>
                </a:solidFill>
                <a:latin typeface="+mj-lt"/>
                <a:ea typeface="+mj-ea"/>
                <a:cs typeface="+mj-cs"/>
              </a:defRPr>
            </a:lvl1pPr>
            <a:lvl2pPr lvl="1" rtl="0">
              <a:spcBef>
                <a:spcPts val="0"/>
              </a:spcBef>
              <a:spcAft>
                <a:spcPts val="0"/>
              </a:spcAft>
              <a:buSzPts val="2600"/>
              <a:buNone/>
              <a:defRPr sz="6933"/>
            </a:lvl2pPr>
            <a:lvl3pPr lvl="2" rtl="0">
              <a:spcBef>
                <a:spcPts val="0"/>
              </a:spcBef>
              <a:spcAft>
                <a:spcPts val="0"/>
              </a:spcAft>
              <a:buSzPts val="2600"/>
              <a:buNone/>
              <a:defRPr sz="6933"/>
            </a:lvl3pPr>
            <a:lvl4pPr lvl="3" rtl="0">
              <a:spcBef>
                <a:spcPts val="0"/>
              </a:spcBef>
              <a:spcAft>
                <a:spcPts val="0"/>
              </a:spcAft>
              <a:buSzPts val="2600"/>
              <a:buNone/>
              <a:defRPr sz="6933"/>
            </a:lvl4pPr>
            <a:lvl5pPr lvl="4" rtl="0">
              <a:spcBef>
                <a:spcPts val="0"/>
              </a:spcBef>
              <a:spcAft>
                <a:spcPts val="0"/>
              </a:spcAft>
              <a:buSzPts val="2600"/>
              <a:buNone/>
              <a:defRPr sz="6933"/>
            </a:lvl5pPr>
            <a:lvl6pPr lvl="5" rtl="0">
              <a:spcBef>
                <a:spcPts val="0"/>
              </a:spcBef>
              <a:spcAft>
                <a:spcPts val="0"/>
              </a:spcAft>
              <a:buSzPts val="2600"/>
              <a:buNone/>
              <a:defRPr sz="6933"/>
            </a:lvl6pPr>
            <a:lvl7pPr lvl="6" rtl="0">
              <a:spcBef>
                <a:spcPts val="0"/>
              </a:spcBef>
              <a:spcAft>
                <a:spcPts val="0"/>
              </a:spcAft>
              <a:buSzPts val="2600"/>
              <a:buNone/>
              <a:defRPr sz="6933"/>
            </a:lvl7pPr>
            <a:lvl8pPr lvl="7" rtl="0">
              <a:spcBef>
                <a:spcPts val="0"/>
              </a:spcBef>
              <a:spcAft>
                <a:spcPts val="0"/>
              </a:spcAft>
              <a:buSzPts val="2600"/>
              <a:buNone/>
              <a:defRPr sz="6933"/>
            </a:lvl8pPr>
            <a:lvl9pPr lvl="8" rtl="0">
              <a:spcBef>
                <a:spcPts val="0"/>
              </a:spcBef>
              <a:spcAft>
                <a:spcPts val="0"/>
              </a:spcAft>
              <a:buSzPts val="2600"/>
              <a:buNone/>
              <a:defRPr sz="6933"/>
            </a:lvl9pPr>
          </a:lstStyle>
          <a:p>
            <a:r>
              <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List Manipulation</a:t>
            </a:r>
          </a:p>
        </p:txBody>
      </p:sp>
      <p:sp>
        <p:nvSpPr>
          <p:cNvPr id="3" name="Google Shape;412;p56">
            <a:extLst>
              <a:ext uri="{FF2B5EF4-FFF2-40B4-BE49-F238E27FC236}">
                <a16:creationId xmlns:a16="http://schemas.microsoft.com/office/drawing/2014/main" id="{D91AA8B2-6D4C-AEDC-81A7-C8190312A9C2}"/>
              </a:ext>
            </a:extLst>
          </p:cNvPr>
          <p:cNvSpPr txBox="1">
            <a:spLocks/>
          </p:cNvSpPr>
          <p:nvPr/>
        </p:nvSpPr>
        <p:spPr>
          <a:xfrm>
            <a:off x="296105" y="1175521"/>
            <a:ext cx="20503200" cy="1427200"/>
          </a:xfrm>
          <a:prstGeom prst="rect">
            <a:avLst/>
          </a:prstGeom>
        </p:spPr>
        <p:txBody>
          <a:bodyPr spcFirstLastPara="1" vert="horz" wrap="square" lIns="243800" tIns="243800" rIns="243800" bIns="243800" rtlCol="0" anchor="t" anchorCtr="0">
            <a:normAutofit fontScale="97500"/>
          </a:bodyPr>
          <a:lstStyle>
            <a:lvl1pPr lvl="0" algn="l" defTabSz="1828800" rtl="0" eaLnBrk="1" latinLnBrk="0" hangingPunct="1">
              <a:lnSpc>
                <a:spcPct val="90000"/>
              </a:lnSpc>
              <a:spcBef>
                <a:spcPts val="0"/>
              </a:spcBef>
              <a:spcAft>
                <a:spcPts val="0"/>
              </a:spcAft>
              <a:buSzPts val="2600"/>
              <a:buNone/>
              <a:defRPr sz="6933" kern="1200">
                <a:solidFill>
                  <a:schemeClr val="tx1"/>
                </a:solidFill>
                <a:latin typeface="+mj-lt"/>
                <a:ea typeface="+mj-ea"/>
                <a:cs typeface="+mj-cs"/>
              </a:defRPr>
            </a:lvl1pPr>
            <a:lvl2pPr lvl="1" rtl="0">
              <a:spcBef>
                <a:spcPts val="0"/>
              </a:spcBef>
              <a:spcAft>
                <a:spcPts val="0"/>
              </a:spcAft>
              <a:buSzPts val="2600"/>
              <a:buNone/>
              <a:defRPr sz="6933"/>
            </a:lvl2pPr>
            <a:lvl3pPr lvl="2" rtl="0">
              <a:spcBef>
                <a:spcPts val="0"/>
              </a:spcBef>
              <a:spcAft>
                <a:spcPts val="0"/>
              </a:spcAft>
              <a:buSzPts val="2600"/>
              <a:buNone/>
              <a:defRPr sz="6933"/>
            </a:lvl3pPr>
            <a:lvl4pPr lvl="3" rtl="0">
              <a:spcBef>
                <a:spcPts val="0"/>
              </a:spcBef>
              <a:spcAft>
                <a:spcPts val="0"/>
              </a:spcAft>
              <a:buSzPts val="2600"/>
              <a:buNone/>
              <a:defRPr sz="6933"/>
            </a:lvl4pPr>
            <a:lvl5pPr lvl="4" rtl="0">
              <a:spcBef>
                <a:spcPts val="0"/>
              </a:spcBef>
              <a:spcAft>
                <a:spcPts val="0"/>
              </a:spcAft>
              <a:buSzPts val="2600"/>
              <a:buNone/>
              <a:defRPr sz="6933"/>
            </a:lvl5pPr>
            <a:lvl6pPr lvl="5" rtl="0">
              <a:spcBef>
                <a:spcPts val="0"/>
              </a:spcBef>
              <a:spcAft>
                <a:spcPts val="0"/>
              </a:spcAft>
              <a:buSzPts val="2600"/>
              <a:buNone/>
              <a:defRPr sz="6933"/>
            </a:lvl6pPr>
            <a:lvl7pPr lvl="6" rtl="0">
              <a:spcBef>
                <a:spcPts val="0"/>
              </a:spcBef>
              <a:spcAft>
                <a:spcPts val="0"/>
              </a:spcAft>
              <a:buSzPts val="2600"/>
              <a:buNone/>
              <a:defRPr sz="6933"/>
            </a:lvl7pPr>
            <a:lvl8pPr lvl="7" rtl="0">
              <a:spcBef>
                <a:spcPts val="0"/>
              </a:spcBef>
              <a:spcAft>
                <a:spcPts val="0"/>
              </a:spcAft>
              <a:buSzPts val="2600"/>
              <a:buNone/>
              <a:defRPr sz="6933"/>
            </a:lvl8pPr>
            <a:lvl9pPr lvl="8" rtl="0">
              <a:spcBef>
                <a:spcPts val="0"/>
              </a:spcBef>
              <a:spcAft>
                <a:spcPts val="0"/>
              </a:spcAft>
              <a:buSzPts val="2600"/>
              <a:buNone/>
              <a:defRPr sz="6933"/>
            </a:lvl9pPr>
          </a:lstStyle>
          <a:p>
            <a:r>
              <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List Operations</a:t>
            </a:r>
          </a:p>
        </p:txBody>
      </p:sp>
      <p:sp>
        <p:nvSpPr>
          <p:cNvPr id="7" name="Google Shape;412;p56">
            <a:extLst>
              <a:ext uri="{FF2B5EF4-FFF2-40B4-BE49-F238E27FC236}">
                <a16:creationId xmlns:a16="http://schemas.microsoft.com/office/drawing/2014/main" id="{1DF98835-E352-EAD3-E001-8739AE1A0C64}"/>
              </a:ext>
            </a:extLst>
          </p:cNvPr>
          <p:cNvSpPr txBox="1">
            <a:spLocks/>
          </p:cNvSpPr>
          <p:nvPr/>
        </p:nvSpPr>
        <p:spPr>
          <a:xfrm>
            <a:off x="298605" y="2092419"/>
            <a:ext cx="20503200" cy="1427200"/>
          </a:xfrm>
          <a:prstGeom prst="rect">
            <a:avLst/>
          </a:prstGeom>
        </p:spPr>
        <p:txBody>
          <a:bodyPr spcFirstLastPara="1" vert="horz" wrap="square" lIns="243800" tIns="243800" rIns="243800" bIns="243800" rtlCol="0" anchor="t" anchorCtr="0">
            <a:normAutofit fontScale="97500"/>
          </a:bodyPr>
          <a:lstStyle>
            <a:lvl1pPr lvl="0" algn="l" defTabSz="1828800" rtl="0" eaLnBrk="1" latinLnBrk="0" hangingPunct="1">
              <a:lnSpc>
                <a:spcPct val="90000"/>
              </a:lnSpc>
              <a:spcBef>
                <a:spcPts val="0"/>
              </a:spcBef>
              <a:spcAft>
                <a:spcPts val="0"/>
              </a:spcAft>
              <a:buSzPts val="2600"/>
              <a:buNone/>
              <a:defRPr sz="6933" kern="1200">
                <a:solidFill>
                  <a:schemeClr val="tx1"/>
                </a:solidFill>
                <a:latin typeface="+mj-lt"/>
                <a:ea typeface="+mj-ea"/>
                <a:cs typeface="+mj-cs"/>
              </a:defRPr>
            </a:lvl1pPr>
            <a:lvl2pPr lvl="1" rtl="0">
              <a:spcBef>
                <a:spcPts val="0"/>
              </a:spcBef>
              <a:spcAft>
                <a:spcPts val="0"/>
              </a:spcAft>
              <a:buSzPts val="2600"/>
              <a:buNone/>
              <a:defRPr sz="6933"/>
            </a:lvl2pPr>
            <a:lvl3pPr lvl="2" rtl="0">
              <a:spcBef>
                <a:spcPts val="0"/>
              </a:spcBef>
              <a:spcAft>
                <a:spcPts val="0"/>
              </a:spcAft>
              <a:buSzPts val="2600"/>
              <a:buNone/>
              <a:defRPr sz="6933"/>
            </a:lvl3pPr>
            <a:lvl4pPr lvl="3" rtl="0">
              <a:spcBef>
                <a:spcPts val="0"/>
              </a:spcBef>
              <a:spcAft>
                <a:spcPts val="0"/>
              </a:spcAft>
              <a:buSzPts val="2600"/>
              <a:buNone/>
              <a:defRPr sz="6933"/>
            </a:lvl4pPr>
            <a:lvl5pPr lvl="4" rtl="0">
              <a:spcBef>
                <a:spcPts val="0"/>
              </a:spcBef>
              <a:spcAft>
                <a:spcPts val="0"/>
              </a:spcAft>
              <a:buSzPts val="2600"/>
              <a:buNone/>
              <a:defRPr sz="6933"/>
            </a:lvl5pPr>
            <a:lvl6pPr lvl="5" rtl="0">
              <a:spcBef>
                <a:spcPts val="0"/>
              </a:spcBef>
              <a:spcAft>
                <a:spcPts val="0"/>
              </a:spcAft>
              <a:buSzPts val="2600"/>
              <a:buNone/>
              <a:defRPr sz="6933"/>
            </a:lvl6pPr>
            <a:lvl7pPr lvl="6" rtl="0">
              <a:spcBef>
                <a:spcPts val="0"/>
              </a:spcBef>
              <a:spcAft>
                <a:spcPts val="0"/>
              </a:spcAft>
              <a:buSzPts val="2600"/>
              <a:buNone/>
              <a:defRPr sz="6933"/>
            </a:lvl7pPr>
            <a:lvl8pPr lvl="7" rtl="0">
              <a:spcBef>
                <a:spcPts val="0"/>
              </a:spcBef>
              <a:spcAft>
                <a:spcPts val="0"/>
              </a:spcAft>
              <a:buSzPts val="2600"/>
              <a:buNone/>
              <a:defRPr sz="6933"/>
            </a:lvl8pPr>
            <a:lvl9pPr lvl="8" rtl="0">
              <a:spcBef>
                <a:spcPts val="0"/>
              </a:spcBef>
              <a:spcAft>
                <a:spcPts val="0"/>
              </a:spcAft>
              <a:buSzPts val="2600"/>
              <a:buNone/>
              <a:defRPr sz="6933"/>
            </a:lvl9pPr>
          </a:lstStyle>
          <a:p>
            <a:r>
              <a:rPr lang="en-US" sz="6000" b="1" dirty="0">
                <a:solidFill>
                  <a:srgbClr val="006B64"/>
                </a:solidFill>
                <a:latin typeface="Helvetica Neue" panose="02000503000000020004" pitchFamily="2" charset="0"/>
                <a:ea typeface="Helvetica Neue" panose="02000503000000020004" pitchFamily="2" charset="0"/>
                <a:cs typeface="Helvetica Neue" panose="02000503000000020004" pitchFamily="2" charset="0"/>
              </a:rPr>
              <a:t>pop()</a:t>
            </a:r>
          </a:p>
        </p:txBody>
      </p:sp>
      <p:sp>
        <p:nvSpPr>
          <p:cNvPr id="10" name="TextBox 9">
            <a:extLst>
              <a:ext uri="{FF2B5EF4-FFF2-40B4-BE49-F238E27FC236}">
                <a16:creationId xmlns:a16="http://schemas.microsoft.com/office/drawing/2014/main" id="{9DCD0C32-E662-8B4B-261D-D2FC0CB6FD39}"/>
              </a:ext>
            </a:extLst>
          </p:cNvPr>
          <p:cNvSpPr txBox="1"/>
          <p:nvPr/>
        </p:nvSpPr>
        <p:spPr>
          <a:xfrm>
            <a:off x="4846298" y="3599282"/>
            <a:ext cx="5249525" cy="1015663"/>
          </a:xfrm>
          <a:prstGeom prst="rect">
            <a:avLst/>
          </a:prstGeom>
          <a:noFill/>
        </p:spPr>
        <p:txBody>
          <a:bodyPr wrap="square">
            <a:spAutoFit/>
          </a:bodyPr>
          <a:lstStyle/>
          <a:p>
            <a:r>
              <a:rPr lang="en-US" sz="6000" b="0" dirty="0">
                <a:solidFill>
                  <a:srgbClr val="000000"/>
                </a:solidFill>
                <a:effectLst/>
                <a:latin typeface="Courier New" panose="02070309020205020404" pitchFamily="49" charset="0"/>
              </a:rPr>
              <a:t>[</a:t>
            </a:r>
            <a:r>
              <a:rPr lang="en-US" sz="6000" b="0" dirty="0">
                <a:solidFill>
                  <a:srgbClr val="098156"/>
                </a:solidFill>
                <a:effectLst/>
                <a:latin typeface="Courier New" panose="02070309020205020404" pitchFamily="49" charset="0"/>
              </a:rPr>
              <a:t>3</a:t>
            </a:r>
            <a:r>
              <a:rPr lang="en-US" sz="6000" b="0" dirty="0">
                <a:solidFill>
                  <a:srgbClr val="000000"/>
                </a:solidFill>
                <a:effectLst/>
                <a:latin typeface="Courier New" panose="02070309020205020404" pitchFamily="49" charset="0"/>
              </a:rPr>
              <a:t>, </a:t>
            </a:r>
            <a:r>
              <a:rPr lang="en-US" sz="6000" b="0" dirty="0">
                <a:solidFill>
                  <a:srgbClr val="098156"/>
                </a:solidFill>
                <a:effectLst/>
                <a:latin typeface="Courier New" panose="02070309020205020404" pitchFamily="49" charset="0"/>
              </a:rPr>
              <a:t>14</a:t>
            </a:r>
            <a:r>
              <a:rPr lang="en-US" sz="6000" b="0" dirty="0">
                <a:solidFill>
                  <a:srgbClr val="000000"/>
                </a:solidFill>
                <a:effectLst/>
                <a:latin typeface="Courier New" panose="02070309020205020404" pitchFamily="49" charset="0"/>
              </a:rPr>
              <a:t>, </a:t>
            </a:r>
            <a:r>
              <a:rPr lang="en-US" sz="6000" b="0" dirty="0">
                <a:solidFill>
                  <a:srgbClr val="098156"/>
                </a:solidFill>
                <a:effectLst/>
                <a:latin typeface="Courier New" panose="02070309020205020404" pitchFamily="49" charset="0"/>
              </a:rPr>
              <a:t>0</a:t>
            </a:r>
            <a:r>
              <a:rPr lang="en-US" sz="6000" b="0" dirty="0">
                <a:solidFill>
                  <a:srgbClr val="000000"/>
                </a:solidFill>
                <a:effectLst/>
                <a:latin typeface="Courier New" panose="02070309020205020404" pitchFamily="49" charset="0"/>
              </a:rPr>
              <a:t>, </a:t>
            </a:r>
          </a:p>
        </p:txBody>
      </p:sp>
      <p:cxnSp>
        <p:nvCxnSpPr>
          <p:cNvPr id="12" name="Straight Arrow Connector 11">
            <a:extLst>
              <a:ext uri="{FF2B5EF4-FFF2-40B4-BE49-F238E27FC236}">
                <a16:creationId xmlns:a16="http://schemas.microsoft.com/office/drawing/2014/main" id="{78A7A41F-0047-B996-7B2F-1D17E7AD713B}"/>
              </a:ext>
            </a:extLst>
          </p:cNvPr>
          <p:cNvCxnSpPr>
            <a:cxnSpLocks/>
          </p:cNvCxnSpPr>
          <p:nvPr/>
        </p:nvCxnSpPr>
        <p:spPr>
          <a:xfrm>
            <a:off x="7796463" y="6464968"/>
            <a:ext cx="1379621" cy="0"/>
          </a:xfrm>
          <a:prstGeom prst="straightConnector1">
            <a:avLst/>
          </a:prstGeom>
          <a:ln w="76200">
            <a:solidFill>
              <a:srgbClr val="004C7F"/>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073FA089-4F77-D6CC-1CBF-86464EB6CEF5}"/>
              </a:ext>
            </a:extLst>
          </p:cNvPr>
          <p:cNvSpPr txBox="1"/>
          <p:nvPr/>
        </p:nvSpPr>
        <p:spPr>
          <a:xfrm>
            <a:off x="1270417" y="6969469"/>
            <a:ext cx="12194498" cy="1015663"/>
          </a:xfrm>
          <a:prstGeom prst="rect">
            <a:avLst/>
          </a:prstGeom>
          <a:noFill/>
        </p:spPr>
        <p:txBody>
          <a:bodyPr wrap="square">
            <a:spAutoFit/>
          </a:bodyPr>
          <a:lstStyle/>
          <a:p>
            <a:r>
              <a:rPr lang="en-US" sz="6000" b="0" dirty="0" err="1">
                <a:solidFill>
                  <a:srgbClr val="000000"/>
                </a:solidFill>
                <a:effectLst/>
                <a:latin typeface="Courier New" panose="02070309020205020404" pitchFamily="49" charset="0"/>
              </a:rPr>
              <a:t>my_list.pop</a:t>
            </a:r>
            <a:r>
              <a:rPr lang="en-US" sz="6000" b="0" dirty="0">
                <a:solidFill>
                  <a:srgbClr val="000000"/>
                </a:solidFill>
                <a:effectLst/>
                <a:latin typeface="Courier New" panose="02070309020205020404" pitchFamily="49" charset="0"/>
              </a:rPr>
              <a:t>(</a:t>
            </a:r>
            <a:r>
              <a:rPr lang="en-US" sz="6000" b="0" dirty="0">
                <a:solidFill>
                  <a:srgbClr val="098156"/>
                </a:solidFill>
                <a:effectLst/>
                <a:latin typeface="Courier New" panose="02070309020205020404" pitchFamily="49" charset="0"/>
              </a:rPr>
              <a:t>3</a:t>
            </a:r>
            <a:r>
              <a:rPr lang="en-US" sz="6000" b="0" dirty="0">
                <a:solidFill>
                  <a:srgbClr val="000000"/>
                </a:solidFill>
                <a:effectLst/>
                <a:latin typeface="Courier New" panose="02070309020205020404" pitchFamily="49" charset="0"/>
              </a:rPr>
              <a:t>)</a:t>
            </a:r>
          </a:p>
        </p:txBody>
      </p:sp>
      <p:cxnSp>
        <p:nvCxnSpPr>
          <p:cNvPr id="5" name="Straight Arrow Connector 4">
            <a:extLst>
              <a:ext uri="{FF2B5EF4-FFF2-40B4-BE49-F238E27FC236}">
                <a16:creationId xmlns:a16="http://schemas.microsoft.com/office/drawing/2014/main" id="{5014F976-B1B5-BB91-5BCA-9449F77F8089}"/>
              </a:ext>
            </a:extLst>
          </p:cNvPr>
          <p:cNvCxnSpPr>
            <a:cxnSpLocks/>
          </p:cNvCxnSpPr>
          <p:nvPr/>
        </p:nvCxnSpPr>
        <p:spPr>
          <a:xfrm>
            <a:off x="7796463" y="7499684"/>
            <a:ext cx="1379621" cy="0"/>
          </a:xfrm>
          <a:prstGeom prst="straightConnector1">
            <a:avLst/>
          </a:prstGeom>
          <a:ln w="76200">
            <a:solidFill>
              <a:srgbClr val="004C7F"/>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6024743F-2A7D-B891-11B9-A5D7F64B3FB7}"/>
              </a:ext>
            </a:extLst>
          </p:cNvPr>
          <p:cNvSpPr txBox="1"/>
          <p:nvPr/>
        </p:nvSpPr>
        <p:spPr>
          <a:xfrm>
            <a:off x="4846298" y="3599281"/>
            <a:ext cx="7553905" cy="1015663"/>
          </a:xfrm>
          <a:prstGeom prst="rect">
            <a:avLst/>
          </a:prstGeom>
          <a:noFill/>
        </p:spPr>
        <p:txBody>
          <a:bodyPr wrap="square">
            <a:spAutoFit/>
          </a:bodyPr>
          <a:lstStyle/>
          <a:p>
            <a:r>
              <a:rPr lang="en-US" sz="6000" b="0" dirty="0">
                <a:solidFill>
                  <a:srgbClr val="000000"/>
                </a:solidFill>
                <a:effectLst/>
                <a:latin typeface="Courier New" panose="02070309020205020404" pitchFamily="49" charset="0"/>
              </a:rPr>
              <a:t>[</a:t>
            </a:r>
            <a:r>
              <a:rPr lang="en-US" sz="6000" b="0" dirty="0">
                <a:solidFill>
                  <a:srgbClr val="098156"/>
                </a:solidFill>
                <a:effectLst/>
                <a:latin typeface="Courier New" panose="02070309020205020404" pitchFamily="49" charset="0"/>
              </a:rPr>
              <a:t>3</a:t>
            </a:r>
            <a:r>
              <a:rPr lang="en-US" sz="6000" b="0" dirty="0">
                <a:solidFill>
                  <a:srgbClr val="000000"/>
                </a:solidFill>
                <a:effectLst/>
                <a:latin typeface="Courier New" panose="02070309020205020404" pitchFamily="49" charset="0"/>
              </a:rPr>
              <a:t>, </a:t>
            </a:r>
            <a:r>
              <a:rPr lang="en-US" sz="6000" b="0" dirty="0">
                <a:solidFill>
                  <a:srgbClr val="098156"/>
                </a:solidFill>
                <a:effectLst/>
                <a:latin typeface="Courier New" panose="02070309020205020404" pitchFamily="49" charset="0"/>
              </a:rPr>
              <a:t>14</a:t>
            </a:r>
            <a:r>
              <a:rPr lang="en-US" sz="6000" b="0" dirty="0">
                <a:solidFill>
                  <a:srgbClr val="000000"/>
                </a:solidFill>
                <a:effectLst/>
                <a:latin typeface="Courier New" panose="02070309020205020404" pitchFamily="49" charset="0"/>
              </a:rPr>
              <a:t>, </a:t>
            </a:r>
            <a:r>
              <a:rPr lang="en-US" sz="6000" b="0" dirty="0">
                <a:solidFill>
                  <a:srgbClr val="098156"/>
                </a:solidFill>
                <a:effectLst/>
                <a:latin typeface="Courier New" panose="02070309020205020404" pitchFamily="49" charset="0"/>
              </a:rPr>
              <a:t>0</a:t>
            </a:r>
            <a:r>
              <a:rPr lang="en-US" sz="6000" b="0" dirty="0">
                <a:solidFill>
                  <a:srgbClr val="000000"/>
                </a:solidFill>
                <a:effectLst/>
                <a:latin typeface="Courier New" panose="02070309020205020404" pitchFamily="49" charset="0"/>
              </a:rPr>
              <a:t>, </a:t>
            </a:r>
            <a:r>
              <a:rPr lang="en-US" sz="6000" b="0" dirty="0">
                <a:solidFill>
                  <a:srgbClr val="098156"/>
                </a:solidFill>
                <a:effectLst/>
                <a:latin typeface="Courier New" panose="02070309020205020404" pitchFamily="49" charset="0"/>
              </a:rPr>
              <a:t>5</a:t>
            </a:r>
            <a:r>
              <a:rPr lang="en-US" sz="6000" b="0" dirty="0">
                <a:solidFill>
                  <a:srgbClr val="000000"/>
                </a:solidFill>
                <a:effectLst/>
                <a:latin typeface="Courier New" panose="02070309020205020404" pitchFamily="49" charset="0"/>
              </a:rPr>
              <a:t>, </a:t>
            </a:r>
            <a:r>
              <a:rPr lang="en-US" sz="6000" b="0" dirty="0">
                <a:solidFill>
                  <a:srgbClr val="098156"/>
                </a:solidFill>
                <a:effectLst/>
                <a:latin typeface="Courier New" panose="02070309020205020404" pitchFamily="49" charset="0"/>
              </a:rPr>
              <a:t>8</a:t>
            </a:r>
            <a:r>
              <a:rPr lang="en-US" sz="6000" b="0" dirty="0">
                <a:solidFill>
                  <a:srgbClr val="000000"/>
                </a:solidFill>
                <a:effectLst/>
                <a:latin typeface="Courier New" panose="02070309020205020404" pitchFamily="49" charset="0"/>
              </a:rPr>
              <a:t>]</a:t>
            </a:r>
          </a:p>
        </p:txBody>
      </p:sp>
    </p:spTree>
    <p:extLst>
      <p:ext uri="{BB962C8B-B14F-4D97-AF65-F5344CB8AC3E}">
        <p14:creationId xmlns:p14="http://schemas.microsoft.com/office/powerpoint/2010/main" val="260807674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xit"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hidden"/>
                                      </p:to>
                                    </p:set>
                                  </p:childTnLst>
                                </p:cTn>
                              </p:par>
                              <p:par>
                                <p:cTn id="9" presetID="1" presetClass="exit"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0" grpId="0"/>
      <p:bldP spid="6"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sp>
        <p:nvSpPr>
          <p:cNvPr id="18" name="TextBox 17">
            <a:extLst>
              <a:ext uri="{FF2B5EF4-FFF2-40B4-BE49-F238E27FC236}">
                <a16:creationId xmlns:a16="http://schemas.microsoft.com/office/drawing/2014/main" id="{F7FC67CC-520F-06A1-4267-9EE5ABC3665B}"/>
              </a:ext>
            </a:extLst>
          </p:cNvPr>
          <p:cNvSpPr txBox="1"/>
          <p:nvPr/>
        </p:nvSpPr>
        <p:spPr>
          <a:xfrm>
            <a:off x="4846298" y="3597439"/>
            <a:ext cx="7153198" cy="1015663"/>
          </a:xfrm>
          <a:prstGeom prst="rect">
            <a:avLst/>
          </a:prstGeom>
          <a:noFill/>
        </p:spPr>
        <p:txBody>
          <a:bodyPr wrap="square">
            <a:spAutoFit/>
          </a:bodyPr>
          <a:lstStyle/>
          <a:p>
            <a:r>
              <a:rPr lang="en-US" sz="6000" b="0" dirty="0">
                <a:solidFill>
                  <a:srgbClr val="000000"/>
                </a:solidFill>
                <a:effectLst/>
                <a:latin typeface="Courier New" panose="02070309020205020404" pitchFamily="49" charset="0"/>
              </a:rPr>
              <a:t>[</a:t>
            </a:r>
            <a:r>
              <a:rPr lang="en-US" sz="6000" b="0" dirty="0">
                <a:solidFill>
                  <a:srgbClr val="098156"/>
                </a:solidFill>
                <a:effectLst/>
                <a:latin typeface="Courier New" panose="02070309020205020404" pitchFamily="49" charset="0"/>
              </a:rPr>
              <a:t>3</a:t>
            </a:r>
            <a:r>
              <a:rPr lang="en-US" sz="6000" b="0" dirty="0">
                <a:solidFill>
                  <a:srgbClr val="000000"/>
                </a:solidFill>
                <a:effectLst/>
                <a:latin typeface="Courier New" panose="02070309020205020404" pitchFamily="49" charset="0"/>
              </a:rPr>
              <a:t>, </a:t>
            </a:r>
            <a:r>
              <a:rPr lang="en-US" sz="6000" b="0" dirty="0">
                <a:solidFill>
                  <a:srgbClr val="098156"/>
                </a:solidFill>
                <a:effectLst/>
                <a:latin typeface="Courier New" panose="02070309020205020404" pitchFamily="49" charset="0"/>
              </a:rPr>
              <a:t>14</a:t>
            </a:r>
            <a:r>
              <a:rPr lang="en-US" sz="6000" b="0" dirty="0">
                <a:solidFill>
                  <a:srgbClr val="000000"/>
                </a:solidFill>
                <a:effectLst/>
                <a:latin typeface="Courier New" panose="02070309020205020404" pitchFamily="49" charset="0"/>
              </a:rPr>
              <a:t>, </a:t>
            </a:r>
            <a:r>
              <a:rPr lang="en-US" sz="6000" b="0" dirty="0">
                <a:solidFill>
                  <a:srgbClr val="098156"/>
                </a:solidFill>
                <a:effectLst/>
                <a:latin typeface="Courier New" panose="02070309020205020404" pitchFamily="49" charset="0"/>
              </a:rPr>
              <a:t>0</a:t>
            </a:r>
            <a:r>
              <a:rPr lang="en-US" sz="6000" b="0" dirty="0">
                <a:solidFill>
                  <a:srgbClr val="000000"/>
                </a:solidFill>
                <a:effectLst/>
                <a:latin typeface="Courier New" panose="02070309020205020404" pitchFamily="49" charset="0"/>
              </a:rPr>
              <a:t>, </a:t>
            </a:r>
            <a:r>
              <a:rPr lang="en-US" sz="6000" b="0" dirty="0">
                <a:solidFill>
                  <a:srgbClr val="098156"/>
                </a:solidFill>
                <a:effectLst/>
                <a:latin typeface="Courier New" panose="02070309020205020404" pitchFamily="49" charset="0"/>
              </a:rPr>
              <a:t>5</a:t>
            </a:r>
            <a:r>
              <a:rPr lang="en-US" sz="6000" b="0" dirty="0">
                <a:solidFill>
                  <a:srgbClr val="000000"/>
                </a:solidFill>
                <a:effectLst/>
                <a:latin typeface="Courier New" panose="02070309020205020404" pitchFamily="49" charset="0"/>
              </a:rPr>
              <a:t>, </a:t>
            </a:r>
            <a:r>
              <a:rPr lang="en-US" sz="6000" b="0" dirty="0">
                <a:solidFill>
                  <a:srgbClr val="098156"/>
                </a:solidFill>
                <a:effectLst/>
                <a:latin typeface="Courier New" panose="02070309020205020404" pitchFamily="49" charset="0"/>
              </a:rPr>
              <a:t>8</a:t>
            </a:r>
            <a:endParaRPr lang="en-US" sz="6000" b="0" dirty="0">
              <a:solidFill>
                <a:srgbClr val="000000"/>
              </a:solidFill>
              <a:effectLst/>
              <a:latin typeface="Courier New" panose="02070309020205020404" pitchFamily="49" charset="0"/>
            </a:endParaRPr>
          </a:p>
        </p:txBody>
      </p:sp>
      <p:sp>
        <p:nvSpPr>
          <p:cNvPr id="19" name="TextBox 18">
            <a:extLst>
              <a:ext uri="{FF2B5EF4-FFF2-40B4-BE49-F238E27FC236}">
                <a16:creationId xmlns:a16="http://schemas.microsoft.com/office/drawing/2014/main" id="{BBF2149E-32AD-1AC4-6AB9-B5372027F9CF}"/>
              </a:ext>
            </a:extLst>
          </p:cNvPr>
          <p:cNvSpPr txBox="1"/>
          <p:nvPr/>
        </p:nvSpPr>
        <p:spPr>
          <a:xfrm>
            <a:off x="11704139" y="3597438"/>
            <a:ext cx="536002" cy="1015663"/>
          </a:xfrm>
          <a:prstGeom prst="rect">
            <a:avLst/>
          </a:prstGeom>
          <a:noFill/>
        </p:spPr>
        <p:txBody>
          <a:bodyPr wrap="square">
            <a:spAutoFit/>
          </a:bodyPr>
          <a:lstStyle/>
          <a:p>
            <a:r>
              <a:rPr lang="en-US" sz="6000" b="0" dirty="0">
                <a:effectLst/>
                <a:latin typeface="Courier New" panose="02070309020205020404" pitchFamily="49" charset="0"/>
              </a:rPr>
              <a:t>]</a:t>
            </a:r>
          </a:p>
        </p:txBody>
      </p:sp>
      <p:sp>
        <p:nvSpPr>
          <p:cNvPr id="6" name="TextBox 5">
            <a:extLst>
              <a:ext uri="{FF2B5EF4-FFF2-40B4-BE49-F238E27FC236}">
                <a16:creationId xmlns:a16="http://schemas.microsoft.com/office/drawing/2014/main" id="{6024743F-2A7D-B891-11B9-A5D7F64B3FB7}"/>
              </a:ext>
            </a:extLst>
          </p:cNvPr>
          <p:cNvSpPr txBox="1"/>
          <p:nvPr/>
        </p:nvSpPr>
        <p:spPr>
          <a:xfrm>
            <a:off x="4846298" y="3599281"/>
            <a:ext cx="7553905" cy="1015663"/>
          </a:xfrm>
          <a:prstGeom prst="rect">
            <a:avLst/>
          </a:prstGeom>
          <a:noFill/>
        </p:spPr>
        <p:txBody>
          <a:bodyPr wrap="square">
            <a:spAutoFit/>
          </a:bodyPr>
          <a:lstStyle/>
          <a:p>
            <a:r>
              <a:rPr lang="en-US" sz="6000" b="0" dirty="0">
                <a:solidFill>
                  <a:srgbClr val="000000"/>
                </a:solidFill>
                <a:effectLst/>
                <a:latin typeface="Courier New" panose="02070309020205020404" pitchFamily="49" charset="0"/>
              </a:rPr>
              <a:t>[</a:t>
            </a:r>
            <a:r>
              <a:rPr lang="en-US" sz="6000" b="0" dirty="0">
                <a:solidFill>
                  <a:srgbClr val="098156"/>
                </a:solidFill>
                <a:effectLst/>
                <a:latin typeface="Courier New" panose="02070309020205020404" pitchFamily="49" charset="0"/>
              </a:rPr>
              <a:t>3</a:t>
            </a:r>
            <a:r>
              <a:rPr lang="en-US" sz="6000" b="0" dirty="0">
                <a:solidFill>
                  <a:srgbClr val="000000"/>
                </a:solidFill>
                <a:effectLst/>
                <a:latin typeface="Courier New" panose="02070309020205020404" pitchFamily="49" charset="0"/>
              </a:rPr>
              <a:t>, </a:t>
            </a:r>
            <a:r>
              <a:rPr lang="en-US" sz="6000" b="0" dirty="0">
                <a:solidFill>
                  <a:srgbClr val="098156"/>
                </a:solidFill>
                <a:effectLst/>
                <a:latin typeface="Courier New" panose="02070309020205020404" pitchFamily="49" charset="0"/>
              </a:rPr>
              <a:t>14</a:t>
            </a:r>
            <a:r>
              <a:rPr lang="en-US" sz="6000" b="0" dirty="0">
                <a:solidFill>
                  <a:srgbClr val="000000"/>
                </a:solidFill>
                <a:effectLst/>
                <a:latin typeface="Courier New" panose="02070309020205020404" pitchFamily="49" charset="0"/>
              </a:rPr>
              <a:t>, </a:t>
            </a:r>
            <a:r>
              <a:rPr lang="en-US" sz="6000" b="0" dirty="0">
                <a:solidFill>
                  <a:srgbClr val="098156"/>
                </a:solidFill>
                <a:effectLst/>
                <a:latin typeface="Courier New" panose="02070309020205020404" pitchFamily="49" charset="0"/>
              </a:rPr>
              <a:t>0</a:t>
            </a:r>
            <a:r>
              <a:rPr lang="en-US" sz="6000" b="0" dirty="0">
                <a:solidFill>
                  <a:srgbClr val="000000"/>
                </a:solidFill>
                <a:effectLst/>
                <a:latin typeface="Courier New" panose="02070309020205020404" pitchFamily="49" charset="0"/>
              </a:rPr>
              <a:t>, </a:t>
            </a:r>
            <a:r>
              <a:rPr lang="en-US" sz="6000" b="0" dirty="0">
                <a:solidFill>
                  <a:srgbClr val="098156"/>
                </a:solidFill>
                <a:effectLst/>
                <a:latin typeface="Courier New" panose="02070309020205020404" pitchFamily="49" charset="0"/>
              </a:rPr>
              <a:t>5</a:t>
            </a:r>
            <a:r>
              <a:rPr lang="en-US" sz="6000" b="0" dirty="0">
                <a:solidFill>
                  <a:srgbClr val="000000"/>
                </a:solidFill>
                <a:effectLst/>
                <a:latin typeface="Courier New" panose="02070309020205020404" pitchFamily="49" charset="0"/>
              </a:rPr>
              <a:t>, </a:t>
            </a:r>
            <a:r>
              <a:rPr lang="en-US" sz="6000" b="0" dirty="0">
                <a:solidFill>
                  <a:srgbClr val="098156"/>
                </a:solidFill>
                <a:effectLst/>
                <a:latin typeface="Courier New" panose="02070309020205020404" pitchFamily="49" charset="0"/>
              </a:rPr>
              <a:t>8</a:t>
            </a:r>
            <a:r>
              <a:rPr lang="en-US" sz="6000" b="0" dirty="0">
                <a:solidFill>
                  <a:srgbClr val="000000"/>
                </a:solidFill>
                <a:effectLst/>
                <a:latin typeface="Courier New" panose="02070309020205020404" pitchFamily="49" charset="0"/>
              </a:rPr>
              <a:t>]</a:t>
            </a:r>
          </a:p>
        </p:txBody>
      </p:sp>
      <p:sp>
        <p:nvSpPr>
          <p:cNvPr id="4" name="TextBox 3">
            <a:extLst>
              <a:ext uri="{FF2B5EF4-FFF2-40B4-BE49-F238E27FC236}">
                <a16:creationId xmlns:a16="http://schemas.microsoft.com/office/drawing/2014/main" id="{3CFB051A-9364-6FF8-ABB0-818D63159FD6}"/>
              </a:ext>
            </a:extLst>
          </p:cNvPr>
          <p:cNvSpPr txBox="1"/>
          <p:nvPr/>
        </p:nvSpPr>
        <p:spPr>
          <a:xfrm>
            <a:off x="1270417" y="5953806"/>
            <a:ext cx="6558130" cy="1015663"/>
          </a:xfrm>
          <a:prstGeom prst="rect">
            <a:avLst/>
          </a:prstGeom>
          <a:noFill/>
        </p:spPr>
        <p:txBody>
          <a:bodyPr wrap="square">
            <a:spAutoFit/>
          </a:bodyPr>
          <a:lstStyle/>
          <a:p>
            <a:r>
              <a:rPr lang="en-US" sz="6000" b="0" dirty="0">
                <a:solidFill>
                  <a:srgbClr val="000000"/>
                </a:solidFill>
                <a:effectLst/>
                <a:latin typeface="Courier New" panose="02070309020205020404" pitchFamily="49" charset="0"/>
              </a:rPr>
              <a:t>my_list_2 = [</a:t>
            </a:r>
            <a:endParaRPr lang="en-US" sz="6000" b="0" dirty="0">
              <a:solidFill>
                <a:srgbClr val="FF0000"/>
              </a:solidFill>
              <a:effectLst/>
              <a:latin typeface="Courier New" panose="02070309020205020404" pitchFamily="49" charset="0"/>
            </a:endParaRPr>
          </a:p>
        </p:txBody>
      </p:sp>
      <p:sp>
        <p:nvSpPr>
          <p:cNvPr id="2" name="Google Shape;412;p56">
            <a:extLst>
              <a:ext uri="{FF2B5EF4-FFF2-40B4-BE49-F238E27FC236}">
                <a16:creationId xmlns:a16="http://schemas.microsoft.com/office/drawing/2014/main" id="{4E5DC0DC-DCEB-F4EA-FA06-D349E1D17C1C}"/>
              </a:ext>
            </a:extLst>
          </p:cNvPr>
          <p:cNvSpPr txBox="1">
            <a:spLocks/>
          </p:cNvSpPr>
          <p:nvPr/>
        </p:nvSpPr>
        <p:spPr>
          <a:xfrm>
            <a:off x="298453" y="249400"/>
            <a:ext cx="20503200" cy="1427200"/>
          </a:xfrm>
          <a:prstGeom prst="rect">
            <a:avLst/>
          </a:prstGeom>
        </p:spPr>
        <p:txBody>
          <a:bodyPr spcFirstLastPara="1" vert="horz" wrap="square" lIns="243800" tIns="243800" rIns="243800" bIns="243800" rtlCol="0" anchor="t" anchorCtr="0">
            <a:normAutofit/>
          </a:bodyPr>
          <a:lstStyle>
            <a:lvl1pPr lvl="0" algn="l" defTabSz="1828800" rtl="0" eaLnBrk="1" latinLnBrk="0" hangingPunct="1">
              <a:lnSpc>
                <a:spcPct val="90000"/>
              </a:lnSpc>
              <a:spcBef>
                <a:spcPts val="0"/>
              </a:spcBef>
              <a:spcAft>
                <a:spcPts val="0"/>
              </a:spcAft>
              <a:buSzPts val="2600"/>
              <a:buNone/>
              <a:defRPr sz="6933" kern="1200">
                <a:solidFill>
                  <a:schemeClr val="tx1"/>
                </a:solidFill>
                <a:latin typeface="+mj-lt"/>
                <a:ea typeface="+mj-ea"/>
                <a:cs typeface="+mj-cs"/>
              </a:defRPr>
            </a:lvl1pPr>
            <a:lvl2pPr lvl="1" rtl="0">
              <a:spcBef>
                <a:spcPts val="0"/>
              </a:spcBef>
              <a:spcAft>
                <a:spcPts val="0"/>
              </a:spcAft>
              <a:buSzPts val="2600"/>
              <a:buNone/>
              <a:defRPr sz="6933"/>
            </a:lvl2pPr>
            <a:lvl3pPr lvl="2" rtl="0">
              <a:spcBef>
                <a:spcPts val="0"/>
              </a:spcBef>
              <a:spcAft>
                <a:spcPts val="0"/>
              </a:spcAft>
              <a:buSzPts val="2600"/>
              <a:buNone/>
              <a:defRPr sz="6933"/>
            </a:lvl3pPr>
            <a:lvl4pPr lvl="3" rtl="0">
              <a:spcBef>
                <a:spcPts val="0"/>
              </a:spcBef>
              <a:spcAft>
                <a:spcPts val="0"/>
              </a:spcAft>
              <a:buSzPts val="2600"/>
              <a:buNone/>
              <a:defRPr sz="6933"/>
            </a:lvl4pPr>
            <a:lvl5pPr lvl="4" rtl="0">
              <a:spcBef>
                <a:spcPts val="0"/>
              </a:spcBef>
              <a:spcAft>
                <a:spcPts val="0"/>
              </a:spcAft>
              <a:buSzPts val="2600"/>
              <a:buNone/>
              <a:defRPr sz="6933"/>
            </a:lvl5pPr>
            <a:lvl6pPr lvl="5" rtl="0">
              <a:spcBef>
                <a:spcPts val="0"/>
              </a:spcBef>
              <a:spcAft>
                <a:spcPts val="0"/>
              </a:spcAft>
              <a:buSzPts val="2600"/>
              <a:buNone/>
              <a:defRPr sz="6933"/>
            </a:lvl6pPr>
            <a:lvl7pPr lvl="6" rtl="0">
              <a:spcBef>
                <a:spcPts val="0"/>
              </a:spcBef>
              <a:spcAft>
                <a:spcPts val="0"/>
              </a:spcAft>
              <a:buSzPts val="2600"/>
              <a:buNone/>
              <a:defRPr sz="6933"/>
            </a:lvl7pPr>
            <a:lvl8pPr lvl="7" rtl="0">
              <a:spcBef>
                <a:spcPts val="0"/>
              </a:spcBef>
              <a:spcAft>
                <a:spcPts val="0"/>
              </a:spcAft>
              <a:buSzPts val="2600"/>
              <a:buNone/>
              <a:defRPr sz="6933"/>
            </a:lvl8pPr>
            <a:lvl9pPr lvl="8" rtl="0">
              <a:spcBef>
                <a:spcPts val="0"/>
              </a:spcBef>
              <a:spcAft>
                <a:spcPts val="0"/>
              </a:spcAft>
              <a:buSzPts val="2600"/>
              <a:buNone/>
              <a:defRPr sz="6933"/>
            </a:lvl9pPr>
          </a:lstStyle>
          <a:p>
            <a:r>
              <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List Manipulation</a:t>
            </a:r>
          </a:p>
        </p:txBody>
      </p:sp>
      <p:sp>
        <p:nvSpPr>
          <p:cNvPr id="3" name="Google Shape;412;p56">
            <a:extLst>
              <a:ext uri="{FF2B5EF4-FFF2-40B4-BE49-F238E27FC236}">
                <a16:creationId xmlns:a16="http://schemas.microsoft.com/office/drawing/2014/main" id="{D91AA8B2-6D4C-AEDC-81A7-C8190312A9C2}"/>
              </a:ext>
            </a:extLst>
          </p:cNvPr>
          <p:cNvSpPr txBox="1">
            <a:spLocks/>
          </p:cNvSpPr>
          <p:nvPr/>
        </p:nvSpPr>
        <p:spPr>
          <a:xfrm>
            <a:off x="296105" y="1175521"/>
            <a:ext cx="20503200" cy="1427200"/>
          </a:xfrm>
          <a:prstGeom prst="rect">
            <a:avLst/>
          </a:prstGeom>
        </p:spPr>
        <p:txBody>
          <a:bodyPr spcFirstLastPara="1" vert="horz" wrap="square" lIns="243800" tIns="243800" rIns="243800" bIns="243800" rtlCol="0" anchor="t" anchorCtr="0">
            <a:normAutofit fontScale="97500"/>
          </a:bodyPr>
          <a:lstStyle>
            <a:lvl1pPr lvl="0" algn="l" defTabSz="1828800" rtl="0" eaLnBrk="1" latinLnBrk="0" hangingPunct="1">
              <a:lnSpc>
                <a:spcPct val="90000"/>
              </a:lnSpc>
              <a:spcBef>
                <a:spcPts val="0"/>
              </a:spcBef>
              <a:spcAft>
                <a:spcPts val="0"/>
              </a:spcAft>
              <a:buSzPts val="2600"/>
              <a:buNone/>
              <a:defRPr sz="6933" kern="1200">
                <a:solidFill>
                  <a:schemeClr val="tx1"/>
                </a:solidFill>
                <a:latin typeface="+mj-lt"/>
                <a:ea typeface="+mj-ea"/>
                <a:cs typeface="+mj-cs"/>
              </a:defRPr>
            </a:lvl1pPr>
            <a:lvl2pPr lvl="1" rtl="0">
              <a:spcBef>
                <a:spcPts val="0"/>
              </a:spcBef>
              <a:spcAft>
                <a:spcPts val="0"/>
              </a:spcAft>
              <a:buSzPts val="2600"/>
              <a:buNone/>
              <a:defRPr sz="6933"/>
            </a:lvl2pPr>
            <a:lvl3pPr lvl="2" rtl="0">
              <a:spcBef>
                <a:spcPts val="0"/>
              </a:spcBef>
              <a:spcAft>
                <a:spcPts val="0"/>
              </a:spcAft>
              <a:buSzPts val="2600"/>
              <a:buNone/>
              <a:defRPr sz="6933"/>
            </a:lvl3pPr>
            <a:lvl4pPr lvl="3" rtl="0">
              <a:spcBef>
                <a:spcPts val="0"/>
              </a:spcBef>
              <a:spcAft>
                <a:spcPts val="0"/>
              </a:spcAft>
              <a:buSzPts val="2600"/>
              <a:buNone/>
              <a:defRPr sz="6933"/>
            </a:lvl4pPr>
            <a:lvl5pPr lvl="4" rtl="0">
              <a:spcBef>
                <a:spcPts val="0"/>
              </a:spcBef>
              <a:spcAft>
                <a:spcPts val="0"/>
              </a:spcAft>
              <a:buSzPts val="2600"/>
              <a:buNone/>
              <a:defRPr sz="6933"/>
            </a:lvl5pPr>
            <a:lvl6pPr lvl="5" rtl="0">
              <a:spcBef>
                <a:spcPts val="0"/>
              </a:spcBef>
              <a:spcAft>
                <a:spcPts val="0"/>
              </a:spcAft>
              <a:buSzPts val="2600"/>
              <a:buNone/>
              <a:defRPr sz="6933"/>
            </a:lvl6pPr>
            <a:lvl7pPr lvl="6" rtl="0">
              <a:spcBef>
                <a:spcPts val="0"/>
              </a:spcBef>
              <a:spcAft>
                <a:spcPts val="0"/>
              </a:spcAft>
              <a:buSzPts val="2600"/>
              <a:buNone/>
              <a:defRPr sz="6933"/>
            </a:lvl7pPr>
            <a:lvl8pPr lvl="7" rtl="0">
              <a:spcBef>
                <a:spcPts val="0"/>
              </a:spcBef>
              <a:spcAft>
                <a:spcPts val="0"/>
              </a:spcAft>
              <a:buSzPts val="2600"/>
              <a:buNone/>
              <a:defRPr sz="6933"/>
            </a:lvl8pPr>
            <a:lvl9pPr lvl="8" rtl="0">
              <a:spcBef>
                <a:spcPts val="0"/>
              </a:spcBef>
              <a:spcAft>
                <a:spcPts val="0"/>
              </a:spcAft>
              <a:buSzPts val="2600"/>
              <a:buNone/>
              <a:defRPr sz="6933"/>
            </a:lvl9pPr>
          </a:lstStyle>
          <a:p>
            <a:r>
              <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List Operations</a:t>
            </a:r>
          </a:p>
        </p:txBody>
      </p:sp>
      <p:sp>
        <p:nvSpPr>
          <p:cNvPr id="7" name="Google Shape;412;p56">
            <a:extLst>
              <a:ext uri="{FF2B5EF4-FFF2-40B4-BE49-F238E27FC236}">
                <a16:creationId xmlns:a16="http://schemas.microsoft.com/office/drawing/2014/main" id="{1DF98835-E352-EAD3-E001-8739AE1A0C64}"/>
              </a:ext>
            </a:extLst>
          </p:cNvPr>
          <p:cNvSpPr txBox="1">
            <a:spLocks/>
          </p:cNvSpPr>
          <p:nvPr/>
        </p:nvSpPr>
        <p:spPr>
          <a:xfrm>
            <a:off x="298605" y="2092419"/>
            <a:ext cx="20503200" cy="1427200"/>
          </a:xfrm>
          <a:prstGeom prst="rect">
            <a:avLst/>
          </a:prstGeom>
        </p:spPr>
        <p:txBody>
          <a:bodyPr spcFirstLastPara="1" vert="horz" wrap="square" lIns="243800" tIns="243800" rIns="243800" bIns="243800" rtlCol="0" anchor="t" anchorCtr="0">
            <a:normAutofit fontScale="97500"/>
          </a:bodyPr>
          <a:lstStyle>
            <a:lvl1pPr lvl="0" algn="l" defTabSz="1828800" rtl="0" eaLnBrk="1" latinLnBrk="0" hangingPunct="1">
              <a:lnSpc>
                <a:spcPct val="90000"/>
              </a:lnSpc>
              <a:spcBef>
                <a:spcPts val="0"/>
              </a:spcBef>
              <a:spcAft>
                <a:spcPts val="0"/>
              </a:spcAft>
              <a:buSzPts val="2600"/>
              <a:buNone/>
              <a:defRPr sz="6933" kern="1200">
                <a:solidFill>
                  <a:schemeClr val="tx1"/>
                </a:solidFill>
                <a:latin typeface="+mj-lt"/>
                <a:ea typeface="+mj-ea"/>
                <a:cs typeface="+mj-cs"/>
              </a:defRPr>
            </a:lvl1pPr>
            <a:lvl2pPr lvl="1" rtl="0">
              <a:spcBef>
                <a:spcPts val="0"/>
              </a:spcBef>
              <a:spcAft>
                <a:spcPts val="0"/>
              </a:spcAft>
              <a:buSzPts val="2600"/>
              <a:buNone/>
              <a:defRPr sz="6933"/>
            </a:lvl2pPr>
            <a:lvl3pPr lvl="2" rtl="0">
              <a:spcBef>
                <a:spcPts val="0"/>
              </a:spcBef>
              <a:spcAft>
                <a:spcPts val="0"/>
              </a:spcAft>
              <a:buSzPts val="2600"/>
              <a:buNone/>
              <a:defRPr sz="6933"/>
            </a:lvl3pPr>
            <a:lvl4pPr lvl="3" rtl="0">
              <a:spcBef>
                <a:spcPts val="0"/>
              </a:spcBef>
              <a:spcAft>
                <a:spcPts val="0"/>
              </a:spcAft>
              <a:buSzPts val="2600"/>
              <a:buNone/>
              <a:defRPr sz="6933"/>
            </a:lvl4pPr>
            <a:lvl5pPr lvl="4" rtl="0">
              <a:spcBef>
                <a:spcPts val="0"/>
              </a:spcBef>
              <a:spcAft>
                <a:spcPts val="0"/>
              </a:spcAft>
              <a:buSzPts val="2600"/>
              <a:buNone/>
              <a:defRPr sz="6933"/>
            </a:lvl5pPr>
            <a:lvl6pPr lvl="5" rtl="0">
              <a:spcBef>
                <a:spcPts val="0"/>
              </a:spcBef>
              <a:spcAft>
                <a:spcPts val="0"/>
              </a:spcAft>
              <a:buSzPts val="2600"/>
              <a:buNone/>
              <a:defRPr sz="6933"/>
            </a:lvl6pPr>
            <a:lvl7pPr lvl="6" rtl="0">
              <a:spcBef>
                <a:spcPts val="0"/>
              </a:spcBef>
              <a:spcAft>
                <a:spcPts val="0"/>
              </a:spcAft>
              <a:buSzPts val="2600"/>
              <a:buNone/>
              <a:defRPr sz="6933"/>
            </a:lvl7pPr>
            <a:lvl8pPr lvl="7" rtl="0">
              <a:spcBef>
                <a:spcPts val="0"/>
              </a:spcBef>
              <a:spcAft>
                <a:spcPts val="0"/>
              </a:spcAft>
              <a:buSzPts val="2600"/>
              <a:buNone/>
              <a:defRPr sz="6933"/>
            </a:lvl8pPr>
            <a:lvl9pPr lvl="8" rtl="0">
              <a:spcBef>
                <a:spcPts val="0"/>
              </a:spcBef>
              <a:spcAft>
                <a:spcPts val="0"/>
              </a:spcAft>
              <a:buSzPts val="2600"/>
              <a:buNone/>
              <a:defRPr sz="6933"/>
            </a:lvl9pPr>
          </a:lstStyle>
          <a:p>
            <a:r>
              <a:rPr lang="en-US" sz="6000" b="1" dirty="0">
                <a:solidFill>
                  <a:srgbClr val="006B64"/>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9" name="TextBox 8">
            <a:extLst>
              <a:ext uri="{FF2B5EF4-FFF2-40B4-BE49-F238E27FC236}">
                <a16:creationId xmlns:a16="http://schemas.microsoft.com/office/drawing/2014/main" id="{4D94FBFB-62BE-A66F-B058-AC514ED77ADD}"/>
              </a:ext>
            </a:extLst>
          </p:cNvPr>
          <p:cNvSpPr txBox="1"/>
          <p:nvPr/>
        </p:nvSpPr>
        <p:spPr>
          <a:xfrm>
            <a:off x="1270416" y="6969469"/>
            <a:ext cx="14126899" cy="1015663"/>
          </a:xfrm>
          <a:prstGeom prst="rect">
            <a:avLst/>
          </a:prstGeom>
          <a:noFill/>
        </p:spPr>
        <p:txBody>
          <a:bodyPr wrap="square">
            <a:spAutoFit/>
          </a:bodyPr>
          <a:lstStyle/>
          <a:p>
            <a:r>
              <a:rPr lang="en-US" sz="6000" b="0" dirty="0" err="1">
                <a:solidFill>
                  <a:srgbClr val="000000"/>
                </a:solidFill>
                <a:effectLst/>
                <a:latin typeface="Courier New" panose="02070309020205020404" pitchFamily="49" charset="0"/>
              </a:rPr>
              <a:t>my_list</a:t>
            </a:r>
            <a:r>
              <a:rPr lang="en-US" sz="6000" b="0" dirty="0">
                <a:solidFill>
                  <a:srgbClr val="000000"/>
                </a:solidFill>
                <a:effectLst/>
                <a:latin typeface="Courier New" panose="02070309020205020404" pitchFamily="49" charset="0"/>
              </a:rPr>
              <a:t> = </a:t>
            </a:r>
            <a:r>
              <a:rPr lang="en-US" sz="6000" b="0" dirty="0" err="1">
                <a:solidFill>
                  <a:srgbClr val="000000"/>
                </a:solidFill>
                <a:effectLst/>
                <a:latin typeface="Courier New" panose="02070309020205020404" pitchFamily="49" charset="0"/>
              </a:rPr>
              <a:t>my_list</a:t>
            </a:r>
            <a:r>
              <a:rPr lang="en-US" sz="6000" b="0" dirty="0">
                <a:solidFill>
                  <a:srgbClr val="000000"/>
                </a:solidFill>
                <a:effectLst/>
                <a:latin typeface="Courier New" panose="02070309020205020404" pitchFamily="49" charset="0"/>
              </a:rPr>
              <a:t> + my_list_2</a:t>
            </a:r>
          </a:p>
        </p:txBody>
      </p:sp>
      <p:sp>
        <p:nvSpPr>
          <p:cNvPr id="16" name="TextBox 15">
            <a:extLst>
              <a:ext uri="{FF2B5EF4-FFF2-40B4-BE49-F238E27FC236}">
                <a16:creationId xmlns:a16="http://schemas.microsoft.com/office/drawing/2014/main" id="{28CEDFEB-23E1-456A-401E-8B503EC17A54}"/>
              </a:ext>
            </a:extLst>
          </p:cNvPr>
          <p:cNvSpPr txBox="1"/>
          <p:nvPr/>
        </p:nvSpPr>
        <p:spPr>
          <a:xfrm>
            <a:off x="7211081" y="5954406"/>
            <a:ext cx="5730151" cy="1015663"/>
          </a:xfrm>
          <a:prstGeom prst="rect">
            <a:avLst/>
          </a:prstGeom>
          <a:noFill/>
        </p:spPr>
        <p:txBody>
          <a:bodyPr wrap="square">
            <a:spAutoFit/>
          </a:bodyPr>
          <a:lstStyle/>
          <a:p>
            <a:r>
              <a:rPr lang="en-US" sz="6000" dirty="0">
                <a:solidFill>
                  <a:srgbClr val="098156"/>
                </a:solidFill>
                <a:latin typeface="Courier New" panose="02070309020205020404" pitchFamily="49" charset="0"/>
              </a:rPr>
              <a:t>10</a:t>
            </a:r>
            <a:r>
              <a:rPr lang="en-US" sz="6000" b="0" dirty="0">
                <a:solidFill>
                  <a:srgbClr val="000000"/>
                </a:solidFill>
                <a:effectLst/>
                <a:latin typeface="Courier New" panose="02070309020205020404" pitchFamily="49" charset="0"/>
              </a:rPr>
              <a:t>, </a:t>
            </a:r>
            <a:r>
              <a:rPr lang="en-US" sz="6000" dirty="0">
                <a:solidFill>
                  <a:srgbClr val="098156"/>
                </a:solidFill>
                <a:latin typeface="Courier New" panose="02070309020205020404" pitchFamily="49" charset="0"/>
              </a:rPr>
              <a:t>9</a:t>
            </a:r>
            <a:r>
              <a:rPr lang="en-US" sz="6000" b="0" dirty="0">
                <a:solidFill>
                  <a:srgbClr val="000000"/>
                </a:solidFill>
                <a:effectLst/>
                <a:latin typeface="Courier New" panose="02070309020205020404" pitchFamily="49" charset="0"/>
              </a:rPr>
              <a:t>, </a:t>
            </a:r>
            <a:r>
              <a:rPr lang="en-US" sz="6000" dirty="0">
                <a:solidFill>
                  <a:srgbClr val="098156"/>
                </a:solidFill>
                <a:latin typeface="Courier New" panose="02070309020205020404" pitchFamily="49" charset="0"/>
              </a:rPr>
              <a:t>8</a:t>
            </a:r>
            <a:r>
              <a:rPr lang="en-US" sz="6000" b="0" dirty="0">
                <a:solidFill>
                  <a:srgbClr val="000000"/>
                </a:solidFill>
                <a:effectLst/>
                <a:latin typeface="Courier New" panose="02070309020205020404" pitchFamily="49" charset="0"/>
              </a:rPr>
              <a:t>, </a:t>
            </a:r>
            <a:r>
              <a:rPr lang="en-US" sz="6000" dirty="0">
                <a:solidFill>
                  <a:srgbClr val="098156"/>
                </a:solidFill>
                <a:latin typeface="Courier New" panose="02070309020205020404" pitchFamily="49" charset="0"/>
              </a:rPr>
              <a:t>7</a:t>
            </a:r>
            <a:r>
              <a:rPr lang="en-US" sz="6000" b="0" dirty="0">
                <a:solidFill>
                  <a:srgbClr val="000000"/>
                </a:solidFill>
                <a:effectLst/>
                <a:latin typeface="Courier New" panose="02070309020205020404" pitchFamily="49" charset="0"/>
              </a:rPr>
              <a:t>]</a:t>
            </a:r>
          </a:p>
        </p:txBody>
      </p:sp>
      <p:sp>
        <p:nvSpPr>
          <p:cNvPr id="20" name="TextBox 19">
            <a:extLst>
              <a:ext uri="{FF2B5EF4-FFF2-40B4-BE49-F238E27FC236}">
                <a16:creationId xmlns:a16="http://schemas.microsoft.com/office/drawing/2014/main" id="{150E50A1-CF0B-8AD5-E4B2-5A73319AC3EE}"/>
              </a:ext>
            </a:extLst>
          </p:cNvPr>
          <p:cNvSpPr txBox="1"/>
          <p:nvPr/>
        </p:nvSpPr>
        <p:spPr>
          <a:xfrm>
            <a:off x="1270415" y="5953806"/>
            <a:ext cx="11670816" cy="1015663"/>
          </a:xfrm>
          <a:prstGeom prst="rect">
            <a:avLst/>
          </a:prstGeom>
          <a:noFill/>
        </p:spPr>
        <p:txBody>
          <a:bodyPr wrap="square">
            <a:spAutoFit/>
          </a:bodyPr>
          <a:lstStyle/>
          <a:p>
            <a:r>
              <a:rPr lang="en-US" sz="6000" b="0" dirty="0">
                <a:solidFill>
                  <a:srgbClr val="000000"/>
                </a:solidFill>
                <a:effectLst/>
                <a:latin typeface="Courier New" panose="02070309020205020404" pitchFamily="49" charset="0"/>
              </a:rPr>
              <a:t>my_list_2 = [</a:t>
            </a:r>
            <a:r>
              <a:rPr lang="en-US" sz="6000" dirty="0">
                <a:solidFill>
                  <a:srgbClr val="098156"/>
                </a:solidFill>
                <a:latin typeface="Courier New" panose="02070309020205020404" pitchFamily="49" charset="0"/>
              </a:rPr>
              <a:t>10</a:t>
            </a:r>
            <a:r>
              <a:rPr lang="en-US" sz="6000" dirty="0">
                <a:solidFill>
                  <a:srgbClr val="000000"/>
                </a:solidFill>
                <a:latin typeface="Courier New" panose="02070309020205020404" pitchFamily="49" charset="0"/>
              </a:rPr>
              <a:t>, </a:t>
            </a:r>
            <a:r>
              <a:rPr lang="en-US" sz="6000" dirty="0">
                <a:solidFill>
                  <a:srgbClr val="098156"/>
                </a:solidFill>
                <a:latin typeface="Courier New" panose="02070309020205020404" pitchFamily="49" charset="0"/>
              </a:rPr>
              <a:t>9</a:t>
            </a:r>
            <a:r>
              <a:rPr lang="en-US" sz="6000" dirty="0">
                <a:solidFill>
                  <a:srgbClr val="000000"/>
                </a:solidFill>
                <a:latin typeface="Courier New" panose="02070309020205020404" pitchFamily="49" charset="0"/>
              </a:rPr>
              <a:t>, </a:t>
            </a:r>
            <a:r>
              <a:rPr lang="en-US" sz="6000" dirty="0">
                <a:solidFill>
                  <a:srgbClr val="098156"/>
                </a:solidFill>
                <a:latin typeface="Courier New" panose="02070309020205020404" pitchFamily="49" charset="0"/>
              </a:rPr>
              <a:t>8</a:t>
            </a:r>
            <a:r>
              <a:rPr lang="en-US" sz="6000" dirty="0">
                <a:solidFill>
                  <a:srgbClr val="000000"/>
                </a:solidFill>
                <a:latin typeface="Courier New" panose="02070309020205020404" pitchFamily="49" charset="0"/>
              </a:rPr>
              <a:t>, </a:t>
            </a:r>
            <a:r>
              <a:rPr lang="en-US" sz="6000" dirty="0">
                <a:solidFill>
                  <a:srgbClr val="098156"/>
                </a:solidFill>
                <a:latin typeface="Courier New" panose="02070309020205020404" pitchFamily="49" charset="0"/>
              </a:rPr>
              <a:t>7</a:t>
            </a:r>
            <a:r>
              <a:rPr lang="en-US" sz="6000" dirty="0">
                <a:solidFill>
                  <a:srgbClr val="000000"/>
                </a:solidFill>
                <a:latin typeface="Courier New" panose="02070309020205020404" pitchFamily="49" charset="0"/>
              </a:rPr>
              <a:t>]</a:t>
            </a:r>
          </a:p>
        </p:txBody>
      </p:sp>
    </p:spTree>
    <p:extLst>
      <p:ext uri="{BB962C8B-B14F-4D97-AF65-F5344CB8AC3E}">
        <p14:creationId xmlns:p14="http://schemas.microsoft.com/office/powerpoint/2010/main" val="230730214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par>
                                <p:cTn id="13" presetID="1" presetClass="exit"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P spid="6" grpId="0"/>
      <p:bldP spid="4" grpId="0"/>
      <p:bldP spid="9" grpId="0"/>
      <p:bldP spid="16" grpId="0"/>
      <p:bldP spid="20"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sp>
        <p:nvSpPr>
          <p:cNvPr id="18" name="TextBox 17">
            <a:extLst>
              <a:ext uri="{FF2B5EF4-FFF2-40B4-BE49-F238E27FC236}">
                <a16:creationId xmlns:a16="http://schemas.microsoft.com/office/drawing/2014/main" id="{F7FC67CC-520F-06A1-4267-9EE5ABC3665B}"/>
              </a:ext>
            </a:extLst>
          </p:cNvPr>
          <p:cNvSpPr txBox="1"/>
          <p:nvPr/>
        </p:nvSpPr>
        <p:spPr>
          <a:xfrm>
            <a:off x="4846298" y="3597439"/>
            <a:ext cx="7347289" cy="1015663"/>
          </a:xfrm>
          <a:prstGeom prst="rect">
            <a:avLst/>
          </a:prstGeom>
          <a:noFill/>
        </p:spPr>
        <p:txBody>
          <a:bodyPr wrap="square">
            <a:spAutoFit/>
          </a:bodyPr>
          <a:lstStyle/>
          <a:p>
            <a:r>
              <a:rPr lang="en-US" sz="6000" b="0" dirty="0">
                <a:solidFill>
                  <a:srgbClr val="000000"/>
                </a:solidFill>
                <a:effectLst/>
                <a:latin typeface="Courier New" panose="02070309020205020404" pitchFamily="49" charset="0"/>
              </a:rPr>
              <a:t>[</a:t>
            </a:r>
            <a:r>
              <a:rPr lang="en-US" sz="6000" b="0" dirty="0">
                <a:solidFill>
                  <a:srgbClr val="098156"/>
                </a:solidFill>
                <a:effectLst/>
                <a:latin typeface="Courier New" panose="02070309020205020404" pitchFamily="49" charset="0"/>
              </a:rPr>
              <a:t>3</a:t>
            </a:r>
            <a:r>
              <a:rPr lang="en-US" sz="6000" b="0" dirty="0">
                <a:solidFill>
                  <a:srgbClr val="000000"/>
                </a:solidFill>
                <a:effectLst/>
                <a:latin typeface="Courier New" panose="02070309020205020404" pitchFamily="49" charset="0"/>
              </a:rPr>
              <a:t>, </a:t>
            </a:r>
            <a:r>
              <a:rPr lang="en-US" sz="6000" b="0" dirty="0">
                <a:solidFill>
                  <a:srgbClr val="098156"/>
                </a:solidFill>
                <a:effectLst/>
                <a:latin typeface="Courier New" panose="02070309020205020404" pitchFamily="49" charset="0"/>
              </a:rPr>
              <a:t>14</a:t>
            </a:r>
            <a:r>
              <a:rPr lang="en-US" sz="6000" b="0" dirty="0">
                <a:solidFill>
                  <a:srgbClr val="000000"/>
                </a:solidFill>
                <a:effectLst/>
                <a:latin typeface="Courier New" panose="02070309020205020404" pitchFamily="49" charset="0"/>
              </a:rPr>
              <a:t>, </a:t>
            </a:r>
            <a:r>
              <a:rPr lang="en-US" sz="6000" b="0" dirty="0">
                <a:solidFill>
                  <a:srgbClr val="098156"/>
                </a:solidFill>
                <a:effectLst/>
                <a:latin typeface="Courier New" panose="02070309020205020404" pitchFamily="49" charset="0"/>
              </a:rPr>
              <a:t>0</a:t>
            </a:r>
            <a:r>
              <a:rPr lang="en-US" sz="6000" b="0" dirty="0">
                <a:solidFill>
                  <a:srgbClr val="000000"/>
                </a:solidFill>
                <a:effectLst/>
                <a:latin typeface="Courier New" panose="02070309020205020404" pitchFamily="49" charset="0"/>
              </a:rPr>
              <a:t>, </a:t>
            </a:r>
            <a:r>
              <a:rPr lang="en-US" sz="6000" b="0" dirty="0">
                <a:solidFill>
                  <a:srgbClr val="098156"/>
                </a:solidFill>
                <a:effectLst/>
                <a:latin typeface="Courier New" panose="02070309020205020404" pitchFamily="49" charset="0"/>
              </a:rPr>
              <a:t>5</a:t>
            </a:r>
            <a:r>
              <a:rPr lang="en-US" sz="6000" b="0" dirty="0">
                <a:solidFill>
                  <a:srgbClr val="000000"/>
                </a:solidFill>
                <a:effectLst/>
                <a:latin typeface="Courier New" panose="02070309020205020404" pitchFamily="49" charset="0"/>
              </a:rPr>
              <a:t>, </a:t>
            </a:r>
            <a:r>
              <a:rPr lang="en-US" sz="6000" b="0" dirty="0">
                <a:solidFill>
                  <a:srgbClr val="098156"/>
                </a:solidFill>
                <a:effectLst/>
                <a:latin typeface="Courier New" panose="02070309020205020404" pitchFamily="49" charset="0"/>
              </a:rPr>
              <a:t>8</a:t>
            </a:r>
            <a:endParaRPr lang="en-US" sz="6000" b="0" dirty="0">
              <a:effectLst/>
              <a:latin typeface="Courier New" panose="02070309020205020404" pitchFamily="49" charset="0"/>
            </a:endParaRPr>
          </a:p>
        </p:txBody>
      </p:sp>
      <p:sp>
        <p:nvSpPr>
          <p:cNvPr id="2" name="Google Shape;412;p56">
            <a:extLst>
              <a:ext uri="{FF2B5EF4-FFF2-40B4-BE49-F238E27FC236}">
                <a16:creationId xmlns:a16="http://schemas.microsoft.com/office/drawing/2014/main" id="{4E5DC0DC-DCEB-F4EA-FA06-D349E1D17C1C}"/>
              </a:ext>
            </a:extLst>
          </p:cNvPr>
          <p:cNvSpPr txBox="1">
            <a:spLocks/>
          </p:cNvSpPr>
          <p:nvPr/>
        </p:nvSpPr>
        <p:spPr>
          <a:xfrm>
            <a:off x="298453" y="249400"/>
            <a:ext cx="20503200" cy="1427200"/>
          </a:xfrm>
          <a:prstGeom prst="rect">
            <a:avLst/>
          </a:prstGeom>
        </p:spPr>
        <p:txBody>
          <a:bodyPr spcFirstLastPara="1" vert="horz" wrap="square" lIns="243800" tIns="243800" rIns="243800" bIns="243800" rtlCol="0" anchor="t" anchorCtr="0">
            <a:normAutofit/>
          </a:bodyPr>
          <a:lstStyle>
            <a:lvl1pPr lvl="0" algn="l" defTabSz="1828800" rtl="0" eaLnBrk="1" latinLnBrk="0" hangingPunct="1">
              <a:lnSpc>
                <a:spcPct val="90000"/>
              </a:lnSpc>
              <a:spcBef>
                <a:spcPts val="0"/>
              </a:spcBef>
              <a:spcAft>
                <a:spcPts val="0"/>
              </a:spcAft>
              <a:buSzPts val="2600"/>
              <a:buNone/>
              <a:defRPr sz="6933" kern="1200">
                <a:solidFill>
                  <a:schemeClr val="tx1"/>
                </a:solidFill>
                <a:latin typeface="+mj-lt"/>
                <a:ea typeface="+mj-ea"/>
                <a:cs typeface="+mj-cs"/>
              </a:defRPr>
            </a:lvl1pPr>
            <a:lvl2pPr lvl="1" rtl="0">
              <a:spcBef>
                <a:spcPts val="0"/>
              </a:spcBef>
              <a:spcAft>
                <a:spcPts val="0"/>
              </a:spcAft>
              <a:buSzPts val="2600"/>
              <a:buNone/>
              <a:defRPr sz="6933"/>
            </a:lvl2pPr>
            <a:lvl3pPr lvl="2" rtl="0">
              <a:spcBef>
                <a:spcPts val="0"/>
              </a:spcBef>
              <a:spcAft>
                <a:spcPts val="0"/>
              </a:spcAft>
              <a:buSzPts val="2600"/>
              <a:buNone/>
              <a:defRPr sz="6933"/>
            </a:lvl3pPr>
            <a:lvl4pPr lvl="3" rtl="0">
              <a:spcBef>
                <a:spcPts val="0"/>
              </a:spcBef>
              <a:spcAft>
                <a:spcPts val="0"/>
              </a:spcAft>
              <a:buSzPts val="2600"/>
              <a:buNone/>
              <a:defRPr sz="6933"/>
            </a:lvl4pPr>
            <a:lvl5pPr lvl="4" rtl="0">
              <a:spcBef>
                <a:spcPts val="0"/>
              </a:spcBef>
              <a:spcAft>
                <a:spcPts val="0"/>
              </a:spcAft>
              <a:buSzPts val="2600"/>
              <a:buNone/>
              <a:defRPr sz="6933"/>
            </a:lvl5pPr>
            <a:lvl6pPr lvl="5" rtl="0">
              <a:spcBef>
                <a:spcPts val="0"/>
              </a:spcBef>
              <a:spcAft>
                <a:spcPts val="0"/>
              </a:spcAft>
              <a:buSzPts val="2600"/>
              <a:buNone/>
              <a:defRPr sz="6933"/>
            </a:lvl6pPr>
            <a:lvl7pPr lvl="6" rtl="0">
              <a:spcBef>
                <a:spcPts val="0"/>
              </a:spcBef>
              <a:spcAft>
                <a:spcPts val="0"/>
              </a:spcAft>
              <a:buSzPts val="2600"/>
              <a:buNone/>
              <a:defRPr sz="6933"/>
            </a:lvl7pPr>
            <a:lvl8pPr lvl="7" rtl="0">
              <a:spcBef>
                <a:spcPts val="0"/>
              </a:spcBef>
              <a:spcAft>
                <a:spcPts val="0"/>
              </a:spcAft>
              <a:buSzPts val="2600"/>
              <a:buNone/>
              <a:defRPr sz="6933"/>
            </a:lvl8pPr>
            <a:lvl9pPr lvl="8" rtl="0">
              <a:spcBef>
                <a:spcPts val="0"/>
              </a:spcBef>
              <a:spcAft>
                <a:spcPts val="0"/>
              </a:spcAft>
              <a:buSzPts val="2600"/>
              <a:buNone/>
              <a:defRPr sz="6933"/>
            </a:lvl9pPr>
          </a:lstStyle>
          <a:p>
            <a:r>
              <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List Manipulation</a:t>
            </a:r>
          </a:p>
        </p:txBody>
      </p:sp>
      <p:sp>
        <p:nvSpPr>
          <p:cNvPr id="3" name="Google Shape;412;p56">
            <a:extLst>
              <a:ext uri="{FF2B5EF4-FFF2-40B4-BE49-F238E27FC236}">
                <a16:creationId xmlns:a16="http://schemas.microsoft.com/office/drawing/2014/main" id="{D91AA8B2-6D4C-AEDC-81A7-C8190312A9C2}"/>
              </a:ext>
            </a:extLst>
          </p:cNvPr>
          <p:cNvSpPr txBox="1">
            <a:spLocks/>
          </p:cNvSpPr>
          <p:nvPr/>
        </p:nvSpPr>
        <p:spPr>
          <a:xfrm>
            <a:off x="296105" y="1175521"/>
            <a:ext cx="20503200" cy="1427200"/>
          </a:xfrm>
          <a:prstGeom prst="rect">
            <a:avLst/>
          </a:prstGeom>
        </p:spPr>
        <p:txBody>
          <a:bodyPr spcFirstLastPara="1" vert="horz" wrap="square" lIns="243800" tIns="243800" rIns="243800" bIns="243800" rtlCol="0" anchor="t" anchorCtr="0">
            <a:normAutofit fontScale="97500"/>
          </a:bodyPr>
          <a:lstStyle>
            <a:lvl1pPr lvl="0" algn="l" defTabSz="1828800" rtl="0" eaLnBrk="1" latinLnBrk="0" hangingPunct="1">
              <a:lnSpc>
                <a:spcPct val="90000"/>
              </a:lnSpc>
              <a:spcBef>
                <a:spcPts val="0"/>
              </a:spcBef>
              <a:spcAft>
                <a:spcPts val="0"/>
              </a:spcAft>
              <a:buSzPts val="2600"/>
              <a:buNone/>
              <a:defRPr sz="6933" kern="1200">
                <a:solidFill>
                  <a:schemeClr val="tx1"/>
                </a:solidFill>
                <a:latin typeface="+mj-lt"/>
                <a:ea typeface="+mj-ea"/>
                <a:cs typeface="+mj-cs"/>
              </a:defRPr>
            </a:lvl1pPr>
            <a:lvl2pPr lvl="1" rtl="0">
              <a:spcBef>
                <a:spcPts val="0"/>
              </a:spcBef>
              <a:spcAft>
                <a:spcPts val="0"/>
              </a:spcAft>
              <a:buSzPts val="2600"/>
              <a:buNone/>
              <a:defRPr sz="6933"/>
            </a:lvl2pPr>
            <a:lvl3pPr lvl="2" rtl="0">
              <a:spcBef>
                <a:spcPts val="0"/>
              </a:spcBef>
              <a:spcAft>
                <a:spcPts val="0"/>
              </a:spcAft>
              <a:buSzPts val="2600"/>
              <a:buNone/>
              <a:defRPr sz="6933"/>
            </a:lvl3pPr>
            <a:lvl4pPr lvl="3" rtl="0">
              <a:spcBef>
                <a:spcPts val="0"/>
              </a:spcBef>
              <a:spcAft>
                <a:spcPts val="0"/>
              </a:spcAft>
              <a:buSzPts val="2600"/>
              <a:buNone/>
              <a:defRPr sz="6933"/>
            </a:lvl4pPr>
            <a:lvl5pPr lvl="4" rtl="0">
              <a:spcBef>
                <a:spcPts val="0"/>
              </a:spcBef>
              <a:spcAft>
                <a:spcPts val="0"/>
              </a:spcAft>
              <a:buSzPts val="2600"/>
              <a:buNone/>
              <a:defRPr sz="6933"/>
            </a:lvl5pPr>
            <a:lvl6pPr lvl="5" rtl="0">
              <a:spcBef>
                <a:spcPts val="0"/>
              </a:spcBef>
              <a:spcAft>
                <a:spcPts val="0"/>
              </a:spcAft>
              <a:buSzPts val="2600"/>
              <a:buNone/>
              <a:defRPr sz="6933"/>
            </a:lvl6pPr>
            <a:lvl7pPr lvl="6" rtl="0">
              <a:spcBef>
                <a:spcPts val="0"/>
              </a:spcBef>
              <a:spcAft>
                <a:spcPts val="0"/>
              </a:spcAft>
              <a:buSzPts val="2600"/>
              <a:buNone/>
              <a:defRPr sz="6933"/>
            </a:lvl7pPr>
            <a:lvl8pPr lvl="7" rtl="0">
              <a:spcBef>
                <a:spcPts val="0"/>
              </a:spcBef>
              <a:spcAft>
                <a:spcPts val="0"/>
              </a:spcAft>
              <a:buSzPts val="2600"/>
              <a:buNone/>
              <a:defRPr sz="6933"/>
            </a:lvl8pPr>
            <a:lvl9pPr lvl="8" rtl="0">
              <a:spcBef>
                <a:spcPts val="0"/>
              </a:spcBef>
              <a:spcAft>
                <a:spcPts val="0"/>
              </a:spcAft>
              <a:buSzPts val="2600"/>
              <a:buNone/>
              <a:defRPr sz="6933"/>
            </a:lvl9pPr>
          </a:lstStyle>
          <a:p>
            <a:r>
              <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List Operations</a:t>
            </a:r>
          </a:p>
        </p:txBody>
      </p:sp>
      <p:sp>
        <p:nvSpPr>
          <p:cNvPr id="7" name="Google Shape;412;p56">
            <a:extLst>
              <a:ext uri="{FF2B5EF4-FFF2-40B4-BE49-F238E27FC236}">
                <a16:creationId xmlns:a16="http://schemas.microsoft.com/office/drawing/2014/main" id="{1DF98835-E352-EAD3-E001-8739AE1A0C64}"/>
              </a:ext>
            </a:extLst>
          </p:cNvPr>
          <p:cNvSpPr txBox="1">
            <a:spLocks/>
          </p:cNvSpPr>
          <p:nvPr/>
        </p:nvSpPr>
        <p:spPr>
          <a:xfrm>
            <a:off x="298605" y="2092419"/>
            <a:ext cx="20503200" cy="1427200"/>
          </a:xfrm>
          <a:prstGeom prst="rect">
            <a:avLst/>
          </a:prstGeom>
        </p:spPr>
        <p:txBody>
          <a:bodyPr spcFirstLastPara="1" vert="horz" wrap="square" lIns="243800" tIns="243800" rIns="243800" bIns="243800" rtlCol="0" anchor="t" anchorCtr="0">
            <a:normAutofit fontScale="97500"/>
          </a:bodyPr>
          <a:lstStyle>
            <a:lvl1pPr lvl="0" algn="l" defTabSz="1828800" rtl="0" eaLnBrk="1" latinLnBrk="0" hangingPunct="1">
              <a:lnSpc>
                <a:spcPct val="90000"/>
              </a:lnSpc>
              <a:spcBef>
                <a:spcPts val="0"/>
              </a:spcBef>
              <a:spcAft>
                <a:spcPts val="0"/>
              </a:spcAft>
              <a:buSzPts val="2600"/>
              <a:buNone/>
              <a:defRPr sz="6933" kern="1200">
                <a:solidFill>
                  <a:schemeClr val="tx1"/>
                </a:solidFill>
                <a:latin typeface="+mj-lt"/>
                <a:ea typeface="+mj-ea"/>
                <a:cs typeface="+mj-cs"/>
              </a:defRPr>
            </a:lvl1pPr>
            <a:lvl2pPr lvl="1" rtl="0">
              <a:spcBef>
                <a:spcPts val="0"/>
              </a:spcBef>
              <a:spcAft>
                <a:spcPts val="0"/>
              </a:spcAft>
              <a:buSzPts val="2600"/>
              <a:buNone/>
              <a:defRPr sz="6933"/>
            </a:lvl2pPr>
            <a:lvl3pPr lvl="2" rtl="0">
              <a:spcBef>
                <a:spcPts val="0"/>
              </a:spcBef>
              <a:spcAft>
                <a:spcPts val="0"/>
              </a:spcAft>
              <a:buSzPts val="2600"/>
              <a:buNone/>
              <a:defRPr sz="6933"/>
            </a:lvl3pPr>
            <a:lvl4pPr lvl="3" rtl="0">
              <a:spcBef>
                <a:spcPts val="0"/>
              </a:spcBef>
              <a:spcAft>
                <a:spcPts val="0"/>
              </a:spcAft>
              <a:buSzPts val="2600"/>
              <a:buNone/>
              <a:defRPr sz="6933"/>
            </a:lvl4pPr>
            <a:lvl5pPr lvl="4" rtl="0">
              <a:spcBef>
                <a:spcPts val="0"/>
              </a:spcBef>
              <a:spcAft>
                <a:spcPts val="0"/>
              </a:spcAft>
              <a:buSzPts val="2600"/>
              <a:buNone/>
              <a:defRPr sz="6933"/>
            </a:lvl5pPr>
            <a:lvl6pPr lvl="5" rtl="0">
              <a:spcBef>
                <a:spcPts val="0"/>
              </a:spcBef>
              <a:spcAft>
                <a:spcPts val="0"/>
              </a:spcAft>
              <a:buSzPts val="2600"/>
              <a:buNone/>
              <a:defRPr sz="6933"/>
            </a:lvl6pPr>
            <a:lvl7pPr lvl="6" rtl="0">
              <a:spcBef>
                <a:spcPts val="0"/>
              </a:spcBef>
              <a:spcAft>
                <a:spcPts val="0"/>
              </a:spcAft>
              <a:buSzPts val="2600"/>
              <a:buNone/>
              <a:defRPr sz="6933"/>
            </a:lvl7pPr>
            <a:lvl8pPr lvl="7" rtl="0">
              <a:spcBef>
                <a:spcPts val="0"/>
              </a:spcBef>
              <a:spcAft>
                <a:spcPts val="0"/>
              </a:spcAft>
              <a:buSzPts val="2600"/>
              <a:buNone/>
              <a:defRPr sz="6933"/>
            </a:lvl8pPr>
            <a:lvl9pPr lvl="8" rtl="0">
              <a:spcBef>
                <a:spcPts val="0"/>
              </a:spcBef>
              <a:spcAft>
                <a:spcPts val="0"/>
              </a:spcAft>
              <a:buSzPts val="2600"/>
              <a:buNone/>
              <a:defRPr sz="6933"/>
            </a:lvl9pPr>
          </a:lstStyle>
          <a:p>
            <a:r>
              <a:rPr lang="en-US" sz="6000" b="1" dirty="0">
                <a:solidFill>
                  <a:srgbClr val="006B64"/>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9" name="TextBox 8">
            <a:extLst>
              <a:ext uri="{FF2B5EF4-FFF2-40B4-BE49-F238E27FC236}">
                <a16:creationId xmlns:a16="http://schemas.microsoft.com/office/drawing/2014/main" id="{4D94FBFB-62BE-A66F-B058-AC514ED77ADD}"/>
              </a:ext>
            </a:extLst>
          </p:cNvPr>
          <p:cNvSpPr txBox="1"/>
          <p:nvPr/>
        </p:nvSpPr>
        <p:spPr>
          <a:xfrm>
            <a:off x="1270416" y="6969469"/>
            <a:ext cx="14126899" cy="1015663"/>
          </a:xfrm>
          <a:prstGeom prst="rect">
            <a:avLst/>
          </a:prstGeom>
          <a:noFill/>
        </p:spPr>
        <p:txBody>
          <a:bodyPr wrap="square">
            <a:spAutoFit/>
          </a:bodyPr>
          <a:lstStyle/>
          <a:p>
            <a:r>
              <a:rPr lang="en-US" sz="6000" b="0" dirty="0" err="1">
                <a:solidFill>
                  <a:srgbClr val="000000"/>
                </a:solidFill>
                <a:effectLst/>
                <a:latin typeface="Courier New" panose="02070309020205020404" pitchFamily="49" charset="0"/>
              </a:rPr>
              <a:t>my_list</a:t>
            </a:r>
            <a:r>
              <a:rPr lang="en-US" sz="6000" b="0" dirty="0">
                <a:solidFill>
                  <a:srgbClr val="000000"/>
                </a:solidFill>
                <a:effectLst/>
                <a:latin typeface="Courier New" panose="02070309020205020404" pitchFamily="49" charset="0"/>
              </a:rPr>
              <a:t> = </a:t>
            </a:r>
            <a:r>
              <a:rPr lang="en-US" sz="6000" b="0" dirty="0" err="1">
                <a:solidFill>
                  <a:srgbClr val="000000"/>
                </a:solidFill>
                <a:effectLst/>
                <a:latin typeface="Courier New" panose="02070309020205020404" pitchFamily="49" charset="0"/>
              </a:rPr>
              <a:t>my_list</a:t>
            </a:r>
            <a:r>
              <a:rPr lang="en-US" sz="6000" b="0" dirty="0">
                <a:solidFill>
                  <a:srgbClr val="000000"/>
                </a:solidFill>
                <a:effectLst/>
                <a:latin typeface="Courier New" panose="02070309020205020404" pitchFamily="49" charset="0"/>
              </a:rPr>
              <a:t> + my_list_2</a:t>
            </a:r>
          </a:p>
        </p:txBody>
      </p:sp>
      <p:sp>
        <p:nvSpPr>
          <p:cNvPr id="16" name="TextBox 15">
            <a:extLst>
              <a:ext uri="{FF2B5EF4-FFF2-40B4-BE49-F238E27FC236}">
                <a16:creationId xmlns:a16="http://schemas.microsoft.com/office/drawing/2014/main" id="{28CEDFEB-23E1-456A-401E-8B503EC17A54}"/>
              </a:ext>
            </a:extLst>
          </p:cNvPr>
          <p:cNvSpPr txBox="1"/>
          <p:nvPr/>
        </p:nvSpPr>
        <p:spPr>
          <a:xfrm>
            <a:off x="12623420" y="3594873"/>
            <a:ext cx="5730151" cy="1015663"/>
          </a:xfrm>
          <a:prstGeom prst="rect">
            <a:avLst/>
          </a:prstGeom>
          <a:noFill/>
        </p:spPr>
        <p:txBody>
          <a:bodyPr wrap="square">
            <a:spAutoFit/>
          </a:bodyPr>
          <a:lstStyle/>
          <a:p>
            <a:r>
              <a:rPr lang="en-US" sz="6000" dirty="0">
                <a:solidFill>
                  <a:srgbClr val="098156"/>
                </a:solidFill>
                <a:latin typeface="Courier New" panose="02070309020205020404" pitchFamily="49" charset="0"/>
              </a:rPr>
              <a:t>10</a:t>
            </a:r>
            <a:r>
              <a:rPr lang="en-US" sz="6000" b="0" dirty="0">
                <a:solidFill>
                  <a:srgbClr val="000000"/>
                </a:solidFill>
                <a:effectLst/>
                <a:latin typeface="Courier New" panose="02070309020205020404" pitchFamily="49" charset="0"/>
              </a:rPr>
              <a:t>, </a:t>
            </a:r>
            <a:r>
              <a:rPr lang="en-US" sz="6000" dirty="0">
                <a:solidFill>
                  <a:srgbClr val="098156"/>
                </a:solidFill>
                <a:latin typeface="Courier New" panose="02070309020205020404" pitchFamily="49" charset="0"/>
              </a:rPr>
              <a:t>9</a:t>
            </a:r>
            <a:r>
              <a:rPr lang="en-US" sz="6000" b="0" dirty="0">
                <a:solidFill>
                  <a:srgbClr val="000000"/>
                </a:solidFill>
                <a:effectLst/>
                <a:latin typeface="Courier New" panose="02070309020205020404" pitchFamily="49" charset="0"/>
              </a:rPr>
              <a:t>, </a:t>
            </a:r>
            <a:r>
              <a:rPr lang="en-US" sz="6000" dirty="0">
                <a:solidFill>
                  <a:srgbClr val="098156"/>
                </a:solidFill>
                <a:latin typeface="Courier New" panose="02070309020205020404" pitchFamily="49" charset="0"/>
              </a:rPr>
              <a:t>8</a:t>
            </a:r>
            <a:r>
              <a:rPr lang="en-US" sz="6000" b="0" dirty="0">
                <a:solidFill>
                  <a:srgbClr val="000000"/>
                </a:solidFill>
                <a:effectLst/>
                <a:latin typeface="Courier New" panose="02070309020205020404" pitchFamily="49" charset="0"/>
              </a:rPr>
              <a:t>, </a:t>
            </a:r>
            <a:r>
              <a:rPr lang="en-US" sz="6000" dirty="0">
                <a:solidFill>
                  <a:srgbClr val="098156"/>
                </a:solidFill>
                <a:latin typeface="Courier New" panose="02070309020205020404" pitchFamily="49" charset="0"/>
              </a:rPr>
              <a:t>7</a:t>
            </a:r>
            <a:r>
              <a:rPr lang="en-US" sz="6000" b="0" dirty="0">
                <a:solidFill>
                  <a:srgbClr val="000000"/>
                </a:solidFill>
                <a:effectLst/>
                <a:latin typeface="Courier New" panose="02070309020205020404" pitchFamily="49" charset="0"/>
              </a:rPr>
              <a:t>]</a:t>
            </a:r>
          </a:p>
        </p:txBody>
      </p:sp>
      <p:sp>
        <p:nvSpPr>
          <p:cNvPr id="10" name="TextBox 9">
            <a:extLst>
              <a:ext uri="{FF2B5EF4-FFF2-40B4-BE49-F238E27FC236}">
                <a16:creationId xmlns:a16="http://schemas.microsoft.com/office/drawing/2014/main" id="{608D9F8B-D78A-72F4-9083-EE5A2B50F60B}"/>
              </a:ext>
            </a:extLst>
          </p:cNvPr>
          <p:cNvSpPr txBox="1"/>
          <p:nvPr/>
        </p:nvSpPr>
        <p:spPr>
          <a:xfrm>
            <a:off x="11705416" y="3598716"/>
            <a:ext cx="632081" cy="1015663"/>
          </a:xfrm>
          <a:prstGeom prst="rect">
            <a:avLst/>
          </a:prstGeom>
          <a:noFill/>
        </p:spPr>
        <p:txBody>
          <a:bodyPr wrap="square">
            <a:spAutoFit/>
          </a:bodyPr>
          <a:lstStyle/>
          <a:p>
            <a:r>
              <a:rPr lang="en-US" sz="6000" b="0" dirty="0">
                <a:solidFill>
                  <a:srgbClr val="000000"/>
                </a:solidFill>
                <a:effectLst/>
                <a:latin typeface="Courier New" panose="02070309020205020404" pitchFamily="49" charset="0"/>
              </a:rPr>
              <a:t>,</a:t>
            </a:r>
          </a:p>
        </p:txBody>
      </p:sp>
      <p:sp>
        <p:nvSpPr>
          <p:cNvPr id="12" name="TextBox 11">
            <a:extLst>
              <a:ext uri="{FF2B5EF4-FFF2-40B4-BE49-F238E27FC236}">
                <a16:creationId xmlns:a16="http://schemas.microsoft.com/office/drawing/2014/main" id="{592EA4AB-D624-178A-243C-BDD002F13C91}"/>
              </a:ext>
            </a:extLst>
          </p:cNvPr>
          <p:cNvSpPr txBox="1"/>
          <p:nvPr/>
        </p:nvSpPr>
        <p:spPr>
          <a:xfrm>
            <a:off x="1270415" y="5953806"/>
            <a:ext cx="11670816" cy="1015663"/>
          </a:xfrm>
          <a:prstGeom prst="rect">
            <a:avLst/>
          </a:prstGeom>
          <a:noFill/>
        </p:spPr>
        <p:txBody>
          <a:bodyPr wrap="square">
            <a:spAutoFit/>
          </a:bodyPr>
          <a:lstStyle/>
          <a:p>
            <a:r>
              <a:rPr lang="en-US" sz="6000" b="0" dirty="0">
                <a:solidFill>
                  <a:srgbClr val="000000"/>
                </a:solidFill>
                <a:effectLst/>
                <a:latin typeface="Courier New" panose="02070309020205020404" pitchFamily="49" charset="0"/>
              </a:rPr>
              <a:t>my_list_2 = [</a:t>
            </a:r>
            <a:r>
              <a:rPr lang="en-US" sz="6000" dirty="0">
                <a:solidFill>
                  <a:srgbClr val="098156"/>
                </a:solidFill>
                <a:latin typeface="Courier New" panose="02070309020205020404" pitchFamily="49" charset="0"/>
              </a:rPr>
              <a:t>10</a:t>
            </a:r>
            <a:r>
              <a:rPr lang="en-US" sz="6000" dirty="0">
                <a:solidFill>
                  <a:srgbClr val="000000"/>
                </a:solidFill>
                <a:latin typeface="Courier New" panose="02070309020205020404" pitchFamily="49" charset="0"/>
              </a:rPr>
              <a:t>, </a:t>
            </a:r>
            <a:r>
              <a:rPr lang="en-US" sz="6000" dirty="0">
                <a:solidFill>
                  <a:srgbClr val="098156"/>
                </a:solidFill>
                <a:latin typeface="Courier New" panose="02070309020205020404" pitchFamily="49" charset="0"/>
              </a:rPr>
              <a:t>9</a:t>
            </a:r>
            <a:r>
              <a:rPr lang="en-US" sz="6000" dirty="0">
                <a:solidFill>
                  <a:srgbClr val="000000"/>
                </a:solidFill>
                <a:latin typeface="Courier New" panose="02070309020205020404" pitchFamily="49" charset="0"/>
              </a:rPr>
              <a:t>, </a:t>
            </a:r>
            <a:r>
              <a:rPr lang="en-US" sz="6000" dirty="0">
                <a:solidFill>
                  <a:srgbClr val="098156"/>
                </a:solidFill>
                <a:latin typeface="Courier New" panose="02070309020205020404" pitchFamily="49" charset="0"/>
              </a:rPr>
              <a:t>8</a:t>
            </a:r>
            <a:r>
              <a:rPr lang="en-US" sz="6000" dirty="0">
                <a:solidFill>
                  <a:srgbClr val="000000"/>
                </a:solidFill>
                <a:latin typeface="Courier New" panose="02070309020205020404" pitchFamily="49" charset="0"/>
              </a:rPr>
              <a:t>, </a:t>
            </a:r>
            <a:r>
              <a:rPr lang="en-US" sz="6000" dirty="0">
                <a:solidFill>
                  <a:srgbClr val="098156"/>
                </a:solidFill>
                <a:latin typeface="Courier New" panose="02070309020205020404" pitchFamily="49" charset="0"/>
              </a:rPr>
              <a:t>7</a:t>
            </a:r>
            <a:r>
              <a:rPr lang="en-US" sz="6000" dirty="0">
                <a:solidFill>
                  <a:srgbClr val="000000"/>
                </a:solidFill>
                <a:latin typeface="Courier New" panose="02070309020205020404" pitchFamily="49" charset="0"/>
              </a:rPr>
              <a:t>]</a:t>
            </a:r>
          </a:p>
        </p:txBody>
      </p:sp>
    </p:spTree>
    <p:extLst>
      <p:ext uri="{BB962C8B-B14F-4D97-AF65-F5344CB8AC3E}">
        <p14:creationId xmlns:p14="http://schemas.microsoft.com/office/powerpoint/2010/main" val="170421597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sp>
        <p:nvSpPr>
          <p:cNvPr id="13" name="TextBox 12">
            <a:extLst>
              <a:ext uri="{FF2B5EF4-FFF2-40B4-BE49-F238E27FC236}">
                <a16:creationId xmlns:a16="http://schemas.microsoft.com/office/drawing/2014/main" id="{9A4995FF-C764-0E16-E906-A0C1F49F19DE}"/>
              </a:ext>
            </a:extLst>
          </p:cNvPr>
          <p:cNvSpPr txBox="1"/>
          <p:nvPr/>
        </p:nvSpPr>
        <p:spPr>
          <a:xfrm>
            <a:off x="12622727" y="3595829"/>
            <a:ext cx="1739032" cy="1015663"/>
          </a:xfrm>
          <a:prstGeom prst="rect">
            <a:avLst/>
          </a:prstGeom>
          <a:noFill/>
        </p:spPr>
        <p:txBody>
          <a:bodyPr wrap="square">
            <a:spAutoFit/>
          </a:bodyPr>
          <a:lstStyle/>
          <a:p>
            <a:r>
              <a:rPr lang="en-US" sz="6000" b="0" dirty="0">
                <a:solidFill>
                  <a:srgbClr val="098156"/>
                </a:solidFill>
                <a:effectLst/>
                <a:latin typeface="Courier New" panose="02070309020205020404" pitchFamily="49" charset="0"/>
              </a:rPr>
              <a:t>10</a:t>
            </a:r>
            <a:r>
              <a:rPr lang="en-US" sz="6000" b="0" dirty="0">
                <a:solidFill>
                  <a:srgbClr val="000000"/>
                </a:solidFill>
                <a:effectLst/>
                <a:latin typeface="Courier New" panose="02070309020205020404" pitchFamily="49" charset="0"/>
              </a:rPr>
              <a:t>,</a:t>
            </a:r>
            <a:endParaRPr lang="en-US" sz="6000" b="0" dirty="0">
              <a:effectLst/>
              <a:latin typeface="Courier New" panose="02070309020205020404" pitchFamily="49" charset="0"/>
            </a:endParaRPr>
          </a:p>
        </p:txBody>
      </p:sp>
      <p:sp>
        <p:nvSpPr>
          <p:cNvPr id="14" name="TextBox 13">
            <a:extLst>
              <a:ext uri="{FF2B5EF4-FFF2-40B4-BE49-F238E27FC236}">
                <a16:creationId xmlns:a16="http://schemas.microsoft.com/office/drawing/2014/main" id="{E9F7E84F-9190-0FFD-9B26-2D08A5CE56E6}"/>
              </a:ext>
            </a:extLst>
          </p:cNvPr>
          <p:cNvSpPr txBox="1"/>
          <p:nvPr/>
        </p:nvSpPr>
        <p:spPr>
          <a:xfrm>
            <a:off x="14451693" y="3594526"/>
            <a:ext cx="1739032" cy="1015663"/>
          </a:xfrm>
          <a:prstGeom prst="rect">
            <a:avLst/>
          </a:prstGeom>
          <a:noFill/>
        </p:spPr>
        <p:txBody>
          <a:bodyPr wrap="square">
            <a:spAutoFit/>
          </a:bodyPr>
          <a:lstStyle/>
          <a:p>
            <a:r>
              <a:rPr lang="en-US" sz="6000" b="0" dirty="0">
                <a:solidFill>
                  <a:srgbClr val="098156"/>
                </a:solidFill>
                <a:effectLst/>
                <a:latin typeface="Courier New" panose="02070309020205020404" pitchFamily="49" charset="0"/>
              </a:rPr>
              <a:t>9</a:t>
            </a:r>
            <a:r>
              <a:rPr lang="en-US" sz="6000" b="0" dirty="0">
                <a:solidFill>
                  <a:srgbClr val="000000"/>
                </a:solidFill>
                <a:effectLst/>
                <a:latin typeface="Courier New" panose="02070309020205020404" pitchFamily="49" charset="0"/>
              </a:rPr>
              <a:t>,</a:t>
            </a:r>
            <a:endParaRPr lang="en-US" sz="6000" b="0" dirty="0">
              <a:effectLst/>
              <a:latin typeface="Courier New" panose="02070309020205020404" pitchFamily="49" charset="0"/>
            </a:endParaRPr>
          </a:p>
        </p:txBody>
      </p:sp>
      <p:sp>
        <p:nvSpPr>
          <p:cNvPr id="15" name="TextBox 14">
            <a:extLst>
              <a:ext uri="{FF2B5EF4-FFF2-40B4-BE49-F238E27FC236}">
                <a16:creationId xmlns:a16="http://schemas.microsoft.com/office/drawing/2014/main" id="{21F7AA60-85A2-FD20-4434-4860993EA298}"/>
              </a:ext>
            </a:extLst>
          </p:cNvPr>
          <p:cNvSpPr txBox="1"/>
          <p:nvPr/>
        </p:nvSpPr>
        <p:spPr>
          <a:xfrm>
            <a:off x="15824214" y="3595828"/>
            <a:ext cx="1739032" cy="1015663"/>
          </a:xfrm>
          <a:prstGeom prst="rect">
            <a:avLst/>
          </a:prstGeom>
          <a:noFill/>
        </p:spPr>
        <p:txBody>
          <a:bodyPr wrap="square">
            <a:spAutoFit/>
          </a:bodyPr>
          <a:lstStyle/>
          <a:p>
            <a:r>
              <a:rPr lang="en-US" sz="6000" b="0" dirty="0">
                <a:solidFill>
                  <a:srgbClr val="098156"/>
                </a:solidFill>
                <a:effectLst/>
                <a:latin typeface="Courier New" panose="02070309020205020404" pitchFamily="49" charset="0"/>
              </a:rPr>
              <a:t>8</a:t>
            </a:r>
            <a:r>
              <a:rPr lang="en-US" sz="6000" b="0" dirty="0">
                <a:solidFill>
                  <a:srgbClr val="000000"/>
                </a:solidFill>
                <a:effectLst/>
                <a:latin typeface="Courier New" panose="02070309020205020404" pitchFamily="49" charset="0"/>
              </a:rPr>
              <a:t>,</a:t>
            </a:r>
            <a:endParaRPr lang="en-US" sz="6000" b="0" dirty="0">
              <a:effectLst/>
              <a:latin typeface="Courier New" panose="02070309020205020404" pitchFamily="49" charset="0"/>
            </a:endParaRPr>
          </a:p>
        </p:txBody>
      </p:sp>
      <p:sp>
        <p:nvSpPr>
          <p:cNvPr id="17" name="TextBox 16">
            <a:extLst>
              <a:ext uri="{FF2B5EF4-FFF2-40B4-BE49-F238E27FC236}">
                <a16:creationId xmlns:a16="http://schemas.microsoft.com/office/drawing/2014/main" id="{A43CA81B-45DF-27FD-57FB-74B834834FA4}"/>
              </a:ext>
            </a:extLst>
          </p:cNvPr>
          <p:cNvSpPr txBox="1"/>
          <p:nvPr/>
        </p:nvSpPr>
        <p:spPr>
          <a:xfrm>
            <a:off x="17196975" y="3592323"/>
            <a:ext cx="1739032" cy="1015663"/>
          </a:xfrm>
          <a:prstGeom prst="rect">
            <a:avLst/>
          </a:prstGeom>
          <a:noFill/>
        </p:spPr>
        <p:txBody>
          <a:bodyPr wrap="square">
            <a:spAutoFit/>
          </a:bodyPr>
          <a:lstStyle/>
          <a:p>
            <a:r>
              <a:rPr lang="en-US" sz="6000" b="0" dirty="0">
                <a:solidFill>
                  <a:srgbClr val="098156"/>
                </a:solidFill>
                <a:effectLst/>
                <a:latin typeface="Courier New" panose="02070309020205020404" pitchFamily="49" charset="0"/>
              </a:rPr>
              <a:t>7</a:t>
            </a:r>
            <a:endParaRPr lang="en-US" sz="6000" b="0" dirty="0">
              <a:effectLst/>
              <a:latin typeface="Courier New" panose="02070309020205020404" pitchFamily="49" charset="0"/>
            </a:endParaRPr>
          </a:p>
        </p:txBody>
      </p:sp>
      <p:sp>
        <p:nvSpPr>
          <p:cNvPr id="16" name="TextBox 15">
            <a:extLst>
              <a:ext uri="{FF2B5EF4-FFF2-40B4-BE49-F238E27FC236}">
                <a16:creationId xmlns:a16="http://schemas.microsoft.com/office/drawing/2014/main" id="{28CEDFEB-23E1-456A-401E-8B503EC17A54}"/>
              </a:ext>
            </a:extLst>
          </p:cNvPr>
          <p:cNvSpPr txBox="1"/>
          <p:nvPr/>
        </p:nvSpPr>
        <p:spPr>
          <a:xfrm>
            <a:off x="12623420" y="3594873"/>
            <a:ext cx="5730151" cy="1015663"/>
          </a:xfrm>
          <a:prstGeom prst="rect">
            <a:avLst/>
          </a:prstGeom>
          <a:noFill/>
        </p:spPr>
        <p:txBody>
          <a:bodyPr wrap="square">
            <a:spAutoFit/>
          </a:bodyPr>
          <a:lstStyle/>
          <a:p>
            <a:r>
              <a:rPr lang="en-US" sz="6000" dirty="0">
                <a:solidFill>
                  <a:srgbClr val="098156"/>
                </a:solidFill>
                <a:latin typeface="Courier New" panose="02070309020205020404" pitchFamily="49" charset="0"/>
              </a:rPr>
              <a:t>10</a:t>
            </a:r>
            <a:r>
              <a:rPr lang="en-US" sz="6000" b="0" dirty="0">
                <a:effectLst/>
                <a:latin typeface="Courier New" panose="02070309020205020404" pitchFamily="49" charset="0"/>
              </a:rPr>
              <a:t>, </a:t>
            </a:r>
            <a:r>
              <a:rPr lang="en-US" sz="6000" dirty="0">
                <a:solidFill>
                  <a:srgbClr val="098156"/>
                </a:solidFill>
                <a:latin typeface="Courier New" panose="02070309020205020404" pitchFamily="49" charset="0"/>
              </a:rPr>
              <a:t>9</a:t>
            </a:r>
            <a:r>
              <a:rPr lang="en-US" sz="6000" b="0" dirty="0">
                <a:effectLst/>
                <a:latin typeface="Courier New" panose="02070309020205020404" pitchFamily="49" charset="0"/>
              </a:rPr>
              <a:t>, </a:t>
            </a:r>
            <a:r>
              <a:rPr lang="en-US" sz="6000" dirty="0">
                <a:solidFill>
                  <a:srgbClr val="098156"/>
                </a:solidFill>
                <a:latin typeface="Courier New" panose="02070309020205020404" pitchFamily="49" charset="0"/>
              </a:rPr>
              <a:t>8</a:t>
            </a:r>
            <a:r>
              <a:rPr lang="en-US" sz="6000" b="0" dirty="0">
                <a:effectLst/>
                <a:latin typeface="Courier New" panose="02070309020205020404" pitchFamily="49" charset="0"/>
              </a:rPr>
              <a:t>, </a:t>
            </a:r>
            <a:r>
              <a:rPr lang="en-US" sz="6000" dirty="0">
                <a:solidFill>
                  <a:srgbClr val="098156"/>
                </a:solidFill>
                <a:latin typeface="Courier New" panose="02070309020205020404" pitchFamily="49" charset="0"/>
              </a:rPr>
              <a:t>7</a:t>
            </a:r>
            <a:r>
              <a:rPr lang="en-US" sz="6000" b="0" dirty="0">
                <a:effectLst/>
                <a:latin typeface="Courier New" panose="02070309020205020404" pitchFamily="49" charset="0"/>
              </a:rPr>
              <a:t>]</a:t>
            </a:r>
          </a:p>
        </p:txBody>
      </p:sp>
      <p:sp>
        <p:nvSpPr>
          <p:cNvPr id="10" name="TextBox 9">
            <a:extLst>
              <a:ext uri="{FF2B5EF4-FFF2-40B4-BE49-F238E27FC236}">
                <a16:creationId xmlns:a16="http://schemas.microsoft.com/office/drawing/2014/main" id="{608D9F8B-D78A-72F4-9083-EE5A2B50F60B}"/>
              </a:ext>
            </a:extLst>
          </p:cNvPr>
          <p:cNvSpPr txBox="1"/>
          <p:nvPr/>
        </p:nvSpPr>
        <p:spPr>
          <a:xfrm>
            <a:off x="11705416" y="3598716"/>
            <a:ext cx="632081" cy="1015663"/>
          </a:xfrm>
          <a:prstGeom prst="rect">
            <a:avLst/>
          </a:prstGeom>
          <a:noFill/>
        </p:spPr>
        <p:txBody>
          <a:bodyPr wrap="square">
            <a:spAutoFit/>
          </a:bodyPr>
          <a:lstStyle/>
          <a:p>
            <a:r>
              <a:rPr lang="en-US" sz="6000" b="0" dirty="0">
                <a:solidFill>
                  <a:srgbClr val="000000"/>
                </a:solidFill>
                <a:effectLst/>
                <a:latin typeface="Courier New" panose="02070309020205020404" pitchFamily="49" charset="0"/>
              </a:rPr>
              <a:t>,</a:t>
            </a:r>
          </a:p>
        </p:txBody>
      </p:sp>
      <p:sp>
        <p:nvSpPr>
          <p:cNvPr id="4" name="TextBox 3">
            <a:extLst>
              <a:ext uri="{FF2B5EF4-FFF2-40B4-BE49-F238E27FC236}">
                <a16:creationId xmlns:a16="http://schemas.microsoft.com/office/drawing/2014/main" id="{4DB0CDB9-0A45-0C6F-9D8A-4EE311287BAA}"/>
              </a:ext>
            </a:extLst>
          </p:cNvPr>
          <p:cNvSpPr txBox="1"/>
          <p:nvPr/>
        </p:nvSpPr>
        <p:spPr>
          <a:xfrm>
            <a:off x="5303463" y="3598047"/>
            <a:ext cx="1122738" cy="1015663"/>
          </a:xfrm>
          <a:prstGeom prst="rect">
            <a:avLst/>
          </a:prstGeom>
          <a:noFill/>
        </p:spPr>
        <p:txBody>
          <a:bodyPr wrap="square">
            <a:spAutoFit/>
          </a:bodyPr>
          <a:lstStyle/>
          <a:p>
            <a:r>
              <a:rPr lang="en-US" sz="6000" b="0" dirty="0">
                <a:solidFill>
                  <a:srgbClr val="098156"/>
                </a:solidFill>
                <a:effectLst/>
                <a:latin typeface="Courier New" panose="02070309020205020404" pitchFamily="49" charset="0"/>
              </a:rPr>
              <a:t>3</a:t>
            </a:r>
            <a:r>
              <a:rPr lang="en-US" sz="6000" b="0" dirty="0">
                <a:solidFill>
                  <a:srgbClr val="000000"/>
                </a:solidFill>
                <a:effectLst/>
                <a:latin typeface="Courier New" panose="02070309020205020404" pitchFamily="49" charset="0"/>
              </a:rPr>
              <a:t>,</a:t>
            </a:r>
            <a:endParaRPr lang="en-US" sz="6000" b="0" dirty="0">
              <a:effectLst/>
              <a:latin typeface="Courier New" panose="02070309020205020404" pitchFamily="49" charset="0"/>
            </a:endParaRPr>
          </a:p>
        </p:txBody>
      </p:sp>
      <p:sp>
        <p:nvSpPr>
          <p:cNvPr id="5" name="TextBox 4">
            <a:extLst>
              <a:ext uri="{FF2B5EF4-FFF2-40B4-BE49-F238E27FC236}">
                <a16:creationId xmlns:a16="http://schemas.microsoft.com/office/drawing/2014/main" id="{04F840D2-10FF-3A2F-CCC2-0A48B13914C3}"/>
              </a:ext>
            </a:extLst>
          </p:cNvPr>
          <p:cNvSpPr txBox="1"/>
          <p:nvPr/>
        </p:nvSpPr>
        <p:spPr>
          <a:xfrm>
            <a:off x="6675565" y="3597471"/>
            <a:ext cx="1739032" cy="1015663"/>
          </a:xfrm>
          <a:prstGeom prst="rect">
            <a:avLst/>
          </a:prstGeom>
          <a:noFill/>
        </p:spPr>
        <p:txBody>
          <a:bodyPr wrap="square">
            <a:spAutoFit/>
          </a:bodyPr>
          <a:lstStyle/>
          <a:p>
            <a:r>
              <a:rPr lang="en-US" sz="6000" dirty="0">
                <a:solidFill>
                  <a:srgbClr val="098156"/>
                </a:solidFill>
                <a:latin typeface="Courier New" panose="02070309020205020404" pitchFamily="49" charset="0"/>
              </a:rPr>
              <a:t>14</a:t>
            </a:r>
            <a:endParaRPr lang="en-US" sz="6000" b="0" dirty="0">
              <a:effectLst/>
              <a:latin typeface="Courier New" panose="02070309020205020404" pitchFamily="49" charset="0"/>
            </a:endParaRPr>
          </a:p>
        </p:txBody>
      </p:sp>
      <p:sp>
        <p:nvSpPr>
          <p:cNvPr id="6" name="TextBox 5">
            <a:extLst>
              <a:ext uri="{FF2B5EF4-FFF2-40B4-BE49-F238E27FC236}">
                <a16:creationId xmlns:a16="http://schemas.microsoft.com/office/drawing/2014/main" id="{9727060D-FA7A-C579-5B7A-D851800A5C76}"/>
              </a:ext>
            </a:extLst>
          </p:cNvPr>
          <p:cNvSpPr txBox="1"/>
          <p:nvPr/>
        </p:nvSpPr>
        <p:spPr>
          <a:xfrm>
            <a:off x="8503871" y="3595846"/>
            <a:ext cx="1739032" cy="1015663"/>
          </a:xfrm>
          <a:prstGeom prst="rect">
            <a:avLst/>
          </a:prstGeom>
          <a:noFill/>
        </p:spPr>
        <p:txBody>
          <a:bodyPr wrap="square">
            <a:spAutoFit/>
          </a:bodyPr>
          <a:lstStyle/>
          <a:p>
            <a:r>
              <a:rPr lang="en-US" sz="6000" b="0" dirty="0">
                <a:solidFill>
                  <a:srgbClr val="098156"/>
                </a:solidFill>
                <a:effectLst/>
                <a:latin typeface="Courier New" panose="02070309020205020404" pitchFamily="49" charset="0"/>
              </a:rPr>
              <a:t>0</a:t>
            </a:r>
            <a:r>
              <a:rPr lang="en-US" sz="6000" b="0" dirty="0">
                <a:solidFill>
                  <a:srgbClr val="000000"/>
                </a:solidFill>
                <a:effectLst/>
                <a:latin typeface="Courier New" panose="02070309020205020404" pitchFamily="49" charset="0"/>
              </a:rPr>
              <a:t>,</a:t>
            </a:r>
            <a:endParaRPr lang="en-US" sz="6000" b="0" dirty="0">
              <a:effectLst/>
              <a:latin typeface="Courier New" panose="02070309020205020404" pitchFamily="49" charset="0"/>
            </a:endParaRPr>
          </a:p>
        </p:txBody>
      </p:sp>
      <p:sp>
        <p:nvSpPr>
          <p:cNvPr id="8" name="TextBox 7">
            <a:extLst>
              <a:ext uri="{FF2B5EF4-FFF2-40B4-BE49-F238E27FC236}">
                <a16:creationId xmlns:a16="http://schemas.microsoft.com/office/drawing/2014/main" id="{9C78E147-76FC-9938-191C-69FB660E4D59}"/>
              </a:ext>
            </a:extLst>
          </p:cNvPr>
          <p:cNvSpPr txBox="1"/>
          <p:nvPr/>
        </p:nvSpPr>
        <p:spPr>
          <a:xfrm>
            <a:off x="9875086" y="3598046"/>
            <a:ext cx="1739032" cy="1015663"/>
          </a:xfrm>
          <a:prstGeom prst="rect">
            <a:avLst/>
          </a:prstGeom>
          <a:noFill/>
        </p:spPr>
        <p:txBody>
          <a:bodyPr wrap="square">
            <a:spAutoFit/>
          </a:bodyPr>
          <a:lstStyle/>
          <a:p>
            <a:r>
              <a:rPr lang="en-US" sz="6000" b="0" dirty="0">
                <a:solidFill>
                  <a:srgbClr val="098156"/>
                </a:solidFill>
                <a:effectLst/>
                <a:latin typeface="Courier New" panose="02070309020205020404" pitchFamily="49" charset="0"/>
              </a:rPr>
              <a:t>5</a:t>
            </a:r>
            <a:r>
              <a:rPr lang="en-US" sz="6000" b="0" dirty="0">
                <a:solidFill>
                  <a:srgbClr val="000000"/>
                </a:solidFill>
                <a:effectLst/>
                <a:latin typeface="Courier New" panose="02070309020205020404" pitchFamily="49" charset="0"/>
              </a:rPr>
              <a:t>,</a:t>
            </a:r>
            <a:endParaRPr lang="en-US" sz="6000" b="0" dirty="0">
              <a:effectLst/>
              <a:latin typeface="Courier New" panose="02070309020205020404" pitchFamily="49" charset="0"/>
            </a:endParaRPr>
          </a:p>
        </p:txBody>
      </p:sp>
      <p:sp>
        <p:nvSpPr>
          <p:cNvPr id="11" name="TextBox 10">
            <a:extLst>
              <a:ext uri="{FF2B5EF4-FFF2-40B4-BE49-F238E27FC236}">
                <a16:creationId xmlns:a16="http://schemas.microsoft.com/office/drawing/2014/main" id="{AE5F40D9-CF5F-09BB-E691-919E09C89F29}"/>
              </a:ext>
            </a:extLst>
          </p:cNvPr>
          <p:cNvSpPr txBox="1"/>
          <p:nvPr/>
        </p:nvSpPr>
        <p:spPr>
          <a:xfrm>
            <a:off x="11247724" y="3595220"/>
            <a:ext cx="1739032" cy="1015663"/>
          </a:xfrm>
          <a:prstGeom prst="rect">
            <a:avLst/>
          </a:prstGeom>
          <a:noFill/>
        </p:spPr>
        <p:txBody>
          <a:bodyPr wrap="square">
            <a:spAutoFit/>
          </a:bodyPr>
          <a:lstStyle/>
          <a:p>
            <a:r>
              <a:rPr lang="en-US" sz="6000" dirty="0">
                <a:solidFill>
                  <a:srgbClr val="098156"/>
                </a:solidFill>
                <a:latin typeface="Courier New" panose="02070309020205020404" pitchFamily="49" charset="0"/>
              </a:rPr>
              <a:t>8</a:t>
            </a:r>
            <a:r>
              <a:rPr lang="en-US" sz="6000" b="0" dirty="0">
                <a:solidFill>
                  <a:srgbClr val="000000"/>
                </a:solidFill>
                <a:effectLst/>
                <a:latin typeface="Courier New" panose="02070309020205020404" pitchFamily="49" charset="0"/>
              </a:rPr>
              <a:t>,</a:t>
            </a:r>
            <a:endParaRPr lang="en-US" sz="6000" b="0" dirty="0">
              <a:effectLst/>
              <a:latin typeface="Courier New" panose="02070309020205020404" pitchFamily="49" charset="0"/>
            </a:endParaRPr>
          </a:p>
        </p:txBody>
      </p:sp>
      <p:sp>
        <p:nvSpPr>
          <p:cNvPr id="19" name="TextBox 18">
            <a:extLst>
              <a:ext uri="{FF2B5EF4-FFF2-40B4-BE49-F238E27FC236}">
                <a16:creationId xmlns:a16="http://schemas.microsoft.com/office/drawing/2014/main" id="{7BFF5860-4E10-DA53-FB7D-34331A040648}"/>
              </a:ext>
            </a:extLst>
          </p:cNvPr>
          <p:cNvSpPr txBox="1"/>
          <p:nvPr/>
        </p:nvSpPr>
        <p:spPr>
          <a:xfrm>
            <a:off x="7588929" y="3595498"/>
            <a:ext cx="626472" cy="1015663"/>
          </a:xfrm>
          <a:prstGeom prst="rect">
            <a:avLst/>
          </a:prstGeom>
          <a:noFill/>
        </p:spPr>
        <p:txBody>
          <a:bodyPr wrap="square">
            <a:spAutoFit/>
          </a:bodyPr>
          <a:lstStyle/>
          <a:p>
            <a:r>
              <a:rPr lang="en-US" sz="6000" b="0" dirty="0">
                <a:effectLst/>
                <a:latin typeface="Courier New" panose="02070309020205020404" pitchFamily="49" charset="0"/>
              </a:rPr>
              <a:t>,</a:t>
            </a:r>
          </a:p>
        </p:txBody>
      </p:sp>
      <p:sp>
        <p:nvSpPr>
          <p:cNvPr id="18" name="TextBox 17">
            <a:extLst>
              <a:ext uri="{FF2B5EF4-FFF2-40B4-BE49-F238E27FC236}">
                <a16:creationId xmlns:a16="http://schemas.microsoft.com/office/drawing/2014/main" id="{F7FC67CC-520F-06A1-4267-9EE5ABC3665B}"/>
              </a:ext>
            </a:extLst>
          </p:cNvPr>
          <p:cNvSpPr txBox="1"/>
          <p:nvPr/>
        </p:nvSpPr>
        <p:spPr>
          <a:xfrm>
            <a:off x="4846298" y="3597439"/>
            <a:ext cx="7347289" cy="1015663"/>
          </a:xfrm>
          <a:prstGeom prst="rect">
            <a:avLst/>
          </a:prstGeom>
          <a:noFill/>
        </p:spPr>
        <p:txBody>
          <a:bodyPr wrap="square">
            <a:spAutoFit/>
          </a:bodyPr>
          <a:lstStyle/>
          <a:p>
            <a:r>
              <a:rPr lang="en-US" sz="6000" b="0" dirty="0">
                <a:effectLst/>
                <a:latin typeface="Courier New" panose="02070309020205020404" pitchFamily="49" charset="0"/>
              </a:rPr>
              <a:t>[</a:t>
            </a:r>
            <a:r>
              <a:rPr lang="en-US" sz="6000" dirty="0">
                <a:solidFill>
                  <a:srgbClr val="098156"/>
                </a:solidFill>
                <a:latin typeface="Courier New" panose="02070309020205020404" pitchFamily="49" charset="0"/>
              </a:rPr>
              <a:t>3</a:t>
            </a:r>
            <a:r>
              <a:rPr lang="en-US" sz="6000" b="0" dirty="0">
                <a:effectLst/>
                <a:latin typeface="Courier New" panose="02070309020205020404" pitchFamily="49" charset="0"/>
              </a:rPr>
              <a:t>, </a:t>
            </a:r>
            <a:r>
              <a:rPr lang="en-US" sz="6000" dirty="0">
                <a:solidFill>
                  <a:srgbClr val="098156"/>
                </a:solidFill>
                <a:latin typeface="Courier New" panose="02070309020205020404" pitchFamily="49" charset="0"/>
              </a:rPr>
              <a:t>14</a:t>
            </a:r>
            <a:r>
              <a:rPr lang="en-US" sz="6000" b="0" dirty="0">
                <a:effectLst/>
                <a:latin typeface="Courier New" panose="02070309020205020404" pitchFamily="49" charset="0"/>
              </a:rPr>
              <a:t>, </a:t>
            </a:r>
            <a:r>
              <a:rPr lang="en-US" sz="6000" dirty="0">
                <a:solidFill>
                  <a:srgbClr val="098156"/>
                </a:solidFill>
                <a:latin typeface="Courier New" panose="02070309020205020404" pitchFamily="49" charset="0"/>
              </a:rPr>
              <a:t>0</a:t>
            </a:r>
            <a:r>
              <a:rPr lang="en-US" sz="6000" b="0" dirty="0">
                <a:effectLst/>
                <a:latin typeface="Courier New" panose="02070309020205020404" pitchFamily="49" charset="0"/>
              </a:rPr>
              <a:t>, </a:t>
            </a:r>
            <a:r>
              <a:rPr lang="en-US" sz="6000" dirty="0">
                <a:solidFill>
                  <a:srgbClr val="098156"/>
                </a:solidFill>
                <a:latin typeface="Courier New" panose="02070309020205020404" pitchFamily="49" charset="0"/>
              </a:rPr>
              <a:t>5</a:t>
            </a:r>
            <a:r>
              <a:rPr lang="en-US" sz="6000" b="0" dirty="0">
                <a:effectLst/>
                <a:latin typeface="Courier New" panose="02070309020205020404" pitchFamily="49" charset="0"/>
              </a:rPr>
              <a:t>, </a:t>
            </a:r>
            <a:r>
              <a:rPr lang="en-US" sz="6000" dirty="0">
                <a:solidFill>
                  <a:srgbClr val="098156"/>
                </a:solidFill>
                <a:latin typeface="Courier New" panose="02070309020205020404" pitchFamily="49" charset="0"/>
              </a:rPr>
              <a:t>8</a:t>
            </a:r>
            <a:endParaRPr lang="en-US" sz="6000" b="0" dirty="0">
              <a:effectLst/>
              <a:latin typeface="Courier New" panose="02070309020205020404" pitchFamily="49" charset="0"/>
            </a:endParaRPr>
          </a:p>
        </p:txBody>
      </p:sp>
      <p:sp>
        <p:nvSpPr>
          <p:cNvPr id="2" name="Google Shape;412;p56">
            <a:extLst>
              <a:ext uri="{FF2B5EF4-FFF2-40B4-BE49-F238E27FC236}">
                <a16:creationId xmlns:a16="http://schemas.microsoft.com/office/drawing/2014/main" id="{4E5DC0DC-DCEB-F4EA-FA06-D349E1D17C1C}"/>
              </a:ext>
            </a:extLst>
          </p:cNvPr>
          <p:cNvSpPr txBox="1">
            <a:spLocks/>
          </p:cNvSpPr>
          <p:nvPr/>
        </p:nvSpPr>
        <p:spPr>
          <a:xfrm>
            <a:off x="298453" y="249400"/>
            <a:ext cx="20503200" cy="1427200"/>
          </a:xfrm>
          <a:prstGeom prst="rect">
            <a:avLst/>
          </a:prstGeom>
        </p:spPr>
        <p:txBody>
          <a:bodyPr spcFirstLastPara="1" vert="horz" wrap="square" lIns="243800" tIns="243800" rIns="243800" bIns="243800" rtlCol="0" anchor="t" anchorCtr="0">
            <a:normAutofit/>
          </a:bodyPr>
          <a:lstStyle>
            <a:lvl1pPr lvl="0" algn="l" defTabSz="1828800" rtl="0" eaLnBrk="1" latinLnBrk="0" hangingPunct="1">
              <a:lnSpc>
                <a:spcPct val="90000"/>
              </a:lnSpc>
              <a:spcBef>
                <a:spcPts val="0"/>
              </a:spcBef>
              <a:spcAft>
                <a:spcPts val="0"/>
              </a:spcAft>
              <a:buSzPts val="2600"/>
              <a:buNone/>
              <a:defRPr sz="6933" kern="1200">
                <a:solidFill>
                  <a:schemeClr val="tx1"/>
                </a:solidFill>
                <a:latin typeface="+mj-lt"/>
                <a:ea typeface="+mj-ea"/>
                <a:cs typeface="+mj-cs"/>
              </a:defRPr>
            </a:lvl1pPr>
            <a:lvl2pPr lvl="1" rtl="0">
              <a:spcBef>
                <a:spcPts val="0"/>
              </a:spcBef>
              <a:spcAft>
                <a:spcPts val="0"/>
              </a:spcAft>
              <a:buSzPts val="2600"/>
              <a:buNone/>
              <a:defRPr sz="6933"/>
            </a:lvl2pPr>
            <a:lvl3pPr lvl="2" rtl="0">
              <a:spcBef>
                <a:spcPts val="0"/>
              </a:spcBef>
              <a:spcAft>
                <a:spcPts val="0"/>
              </a:spcAft>
              <a:buSzPts val="2600"/>
              <a:buNone/>
              <a:defRPr sz="6933"/>
            </a:lvl3pPr>
            <a:lvl4pPr lvl="3" rtl="0">
              <a:spcBef>
                <a:spcPts val="0"/>
              </a:spcBef>
              <a:spcAft>
                <a:spcPts val="0"/>
              </a:spcAft>
              <a:buSzPts val="2600"/>
              <a:buNone/>
              <a:defRPr sz="6933"/>
            </a:lvl4pPr>
            <a:lvl5pPr lvl="4" rtl="0">
              <a:spcBef>
                <a:spcPts val="0"/>
              </a:spcBef>
              <a:spcAft>
                <a:spcPts val="0"/>
              </a:spcAft>
              <a:buSzPts val="2600"/>
              <a:buNone/>
              <a:defRPr sz="6933"/>
            </a:lvl5pPr>
            <a:lvl6pPr lvl="5" rtl="0">
              <a:spcBef>
                <a:spcPts val="0"/>
              </a:spcBef>
              <a:spcAft>
                <a:spcPts val="0"/>
              </a:spcAft>
              <a:buSzPts val="2600"/>
              <a:buNone/>
              <a:defRPr sz="6933"/>
            </a:lvl6pPr>
            <a:lvl7pPr lvl="6" rtl="0">
              <a:spcBef>
                <a:spcPts val="0"/>
              </a:spcBef>
              <a:spcAft>
                <a:spcPts val="0"/>
              </a:spcAft>
              <a:buSzPts val="2600"/>
              <a:buNone/>
              <a:defRPr sz="6933"/>
            </a:lvl7pPr>
            <a:lvl8pPr lvl="7" rtl="0">
              <a:spcBef>
                <a:spcPts val="0"/>
              </a:spcBef>
              <a:spcAft>
                <a:spcPts val="0"/>
              </a:spcAft>
              <a:buSzPts val="2600"/>
              <a:buNone/>
              <a:defRPr sz="6933"/>
            </a:lvl8pPr>
            <a:lvl9pPr lvl="8" rtl="0">
              <a:spcBef>
                <a:spcPts val="0"/>
              </a:spcBef>
              <a:spcAft>
                <a:spcPts val="0"/>
              </a:spcAft>
              <a:buSzPts val="2600"/>
              <a:buNone/>
              <a:defRPr sz="6933"/>
            </a:lvl9pPr>
          </a:lstStyle>
          <a:p>
            <a:r>
              <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List Manipulation</a:t>
            </a:r>
          </a:p>
        </p:txBody>
      </p:sp>
      <p:sp>
        <p:nvSpPr>
          <p:cNvPr id="3" name="Google Shape;412;p56">
            <a:extLst>
              <a:ext uri="{FF2B5EF4-FFF2-40B4-BE49-F238E27FC236}">
                <a16:creationId xmlns:a16="http://schemas.microsoft.com/office/drawing/2014/main" id="{D91AA8B2-6D4C-AEDC-81A7-C8190312A9C2}"/>
              </a:ext>
            </a:extLst>
          </p:cNvPr>
          <p:cNvSpPr txBox="1">
            <a:spLocks/>
          </p:cNvSpPr>
          <p:nvPr/>
        </p:nvSpPr>
        <p:spPr>
          <a:xfrm>
            <a:off x="296105" y="1175521"/>
            <a:ext cx="20503200" cy="1427200"/>
          </a:xfrm>
          <a:prstGeom prst="rect">
            <a:avLst/>
          </a:prstGeom>
        </p:spPr>
        <p:txBody>
          <a:bodyPr spcFirstLastPara="1" vert="horz" wrap="square" lIns="243800" tIns="243800" rIns="243800" bIns="243800" rtlCol="0" anchor="t" anchorCtr="0">
            <a:normAutofit fontScale="97500"/>
          </a:bodyPr>
          <a:lstStyle>
            <a:lvl1pPr lvl="0" algn="l" defTabSz="1828800" rtl="0" eaLnBrk="1" latinLnBrk="0" hangingPunct="1">
              <a:lnSpc>
                <a:spcPct val="90000"/>
              </a:lnSpc>
              <a:spcBef>
                <a:spcPts val="0"/>
              </a:spcBef>
              <a:spcAft>
                <a:spcPts val="0"/>
              </a:spcAft>
              <a:buSzPts val="2600"/>
              <a:buNone/>
              <a:defRPr sz="6933" kern="1200">
                <a:solidFill>
                  <a:schemeClr val="tx1"/>
                </a:solidFill>
                <a:latin typeface="+mj-lt"/>
                <a:ea typeface="+mj-ea"/>
                <a:cs typeface="+mj-cs"/>
              </a:defRPr>
            </a:lvl1pPr>
            <a:lvl2pPr lvl="1" rtl="0">
              <a:spcBef>
                <a:spcPts val="0"/>
              </a:spcBef>
              <a:spcAft>
                <a:spcPts val="0"/>
              </a:spcAft>
              <a:buSzPts val="2600"/>
              <a:buNone/>
              <a:defRPr sz="6933"/>
            </a:lvl2pPr>
            <a:lvl3pPr lvl="2" rtl="0">
              <a:spcBef>
                <a:spcPts val="0"/>
              </a:spcBef>
              <a:spcAft>
                <a:spcPts val="0"/>
              </a:spcAft>
              <a:buSzPts val="2600"/>
              <a:buNone/>
              <a:defRPr sz="6933"/>
            </a:lvl3pPr>
            <a:lvl4pPr lvl="3" rtl="0">
              <a:spcBef>
                <a:spcPts val="0"/>
              </a:spcBef>
              <a:spcAft>
                <a:spcPts val="0"/>
              </a:spcAft>
              <a:buSzPts val="2600"/>
              <a:buNone/>
              <a:defRPr sz="6933"/>
            </a:lvl4pPr>
            <a:lvl5pPr lvl="4" rtl="0">
              <a:spcBef>
                <a:spcPts val="0"/>
              </a:spcBef>
              <a:spcAft>
                <a:spcPts val="0"/>
              </a:spcAft>
              <a:buSzPts val="2600"/>
              <a:buNone/>
              <a:defRPr sz="6933"/>
            </a:lvl5pPr>
            <a:lvl6pPr lvl="5" rtl="0">
              <a:spcBef>
                <a:spcPts val="0"/>
              </a:spcBef>
              <a:spcAft>
                <a:spcPts val="0"/>
              </a:spcAft>
              <a:buSzPts val="2600"/>
              <a:buNone/>
              <a:defRPr sz="6933"/>
            </a:lvl6pPr>
            <a:lvl7pPr lvl="6" rtl="0">
              <a:spcBef>
                <a:spcPts val="0"/>
              </a:spcBef>
              <a:spcAft>
                <a:spcPts val="0"/>
              </a:spcAft>
              <a:buSzPts val="2600"/>
              <a:buNone/>
              <a:defRPr sz="6933"/>
            </a:lvl7pPr>
            <a:lvl8pPr lvl="7" rtl="0">
              <a:spcBef>
                <a:spcPts val="0"/>
              </a:spcBef>
              <a:spcAft>
                <a:spcPts val="0"/>
              </a:spcAft>
              <a:buSzPts val="2600"/>
              <a:buNone/>
              <a:defRPr sz="6933"/>
            </a:lvl8pPr>
            <a:lvl9pPr lvl="8" rtl="0">
              <a:spcBef>
                <a:spcPts val="0"/>
              </a:spcBef>
              <a:spcAft>
                <a:spcPts val="0"/>
              </a:spcAft>
              <a:buSzPts val="2600"/>
              <a:buNone/>
              <a:defRPr sz="6933"/>
            </a:lvl9pPr>
          </a:lstStyle>
          <a:p>
            <a:r>
              <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List Operations</a:t>
            </a:r>
          </a:p>
        </p:txBody>
      </p:sp>
      <p:sp>
        <p:nvSpPr>
          <p:cNvPr id="7" name="Google Shape;412;p56">
            <a:extLst>
              <a:ext uri="{FF2B5EF4-FFF2-40B4-BE49-F238E27FC236}">
                <a16:creationId xmlns:a16="http://schemas.microsoft.com/office/drawing/2014/main" id="{1DF98835-E352-EAD3-E001-8739AE1A0C64}"/>
              </a:ext>
            </a:extLst>
          </p:cNvPr>
          <p:cNvSpPr txBox="1">
            <a:spLocks/>
          </p:cNvSpPr>
          <p:nvPr/>
        </p:nvSpPr>
        <p:spPr>
          <a:xfrm>
            <a:off x="298605" y="2092419"/>
            <a:ext cx="20503200" cy="1427200"/>
          </a:xfrm>
          <a:prstGeom prst="rect">
            <a:avLst/>
          </a:prstGeom>
        </p:spPr>
        <p:txBody>
          <a:bodyPr spcFirstLastPara="1" vert="horz" wrap="square" lIns="243800" tIns="243800" rIns="243800" bIns="243800" rtlCol="0" anchor="t" anchorCtr="0">
            <a:normAutofit fontScale="97500"/>
          </a:bodyPr>
          <a:lstStyle>
            <a:lvl1pPr lvl="0" algn="l" defTabSz="1828800" rtl="0" eaLnBrk="1" latinLnBrk="0" hangingPunct="1">
              <a:lnSpc>
                <a:spcPct val="90000"/>
              </a:lnSpc>
              <a:spcBef>
                <a:spcPts val="0"/>
              </a:spcBef>
              <a:spcAft>
                <a:spcPts val="0"/>
              </a:spcAft>
              <a:buSzPts val="2600"/>
              <a:buNone/>
              <a:defRPr sz="6933" kern="1200">
                <a:solidFill>
                  <a:schemeClr val="tx1"/>
                </a:solidFill>
                <a:latin typeface="+mj-lt"/>
                <a:ea typeface="+mj-ea"/>
                <a:cs typeface="+mj-cs"/>
              </a:defRPr>
            </a:lvl1pPr>
            <a:lvl2pPr lvl="1" rtl="0">
              <a:spcBef>
                <a:spcPts val="0"/>
              </a:spcBef>
              <a:spcAft>
                <a:spcPts val="0"/>
              </a:spcAft>
              <a:buSzPts val="2600"/>
              <a:buNone/>
              <a:defRPr sz="6933"/>
            </a:lvl2pPr>
            <a:lvl3pPr lvl="2" rtl="0">
              <a:spcBef>
                <a:spcPts val="0"/>
              </a:spcBef>
              <a:spcAft>
                <a:spcPts val="0"/>
              </a:spcAft>
              <a:buSzPts val="2600"/>
              <a:buNone/>
              <a:defRPr sz="6933"/>
            </a:lvl3pPr>
            <a:lvl4pPr lvl="3" rtl="0">
              <a:spcBef>
                <a:spcPts val="0"/>
              </a:spcBef>
              <a:spcAft>
                <a:spcPts val="0"/>
              </a:spcAft>
              <a:buSzPts val="2600"/>
              <a:buNone/>
              <a:defRPr sz="6933"/>
            </a:lvl4pPr>
            <a:lvl5pPr lvl="4" rtl="0">
              <a:spcBef>
                <a:spcPts val="0"/>
              </a:spcBef>
              <a:spcAft>
                <a:spcPts val="0"/>
              </a:spcAft>
              <a:buSzPts val="2600"/>
              <a:buNone/>
              <a:defRPr sz="6933"/>
            </a:lvl5pPr>
            <a:lvl6pPr lvl="5" rtl="0">
              <a:spcBef>
                <a:spcPts val="0"/>
              </a:spcBef>
              <a:spcAft>
                <a:spcPts val="0"/>
              </a:spcAft>
              <a:buSzPts val="2600"/>
              <a:buNone/>
              <a:defRPr sz="6933"/>
            </a:lvl6pPr>
            <a:lvl7pPr lvl="6" rtl="0">
              <a:spcBef>
                <a:spcPts val="0"/>
              </a:spcBef>
              <a:spcAft>
                <a:spcPts val="0"/>
              </a:spcAft>
              <a:buSzPts val="2600"/>
              <a:buNone/>
              <a:defRPr sz="6933"/>
            </a:lvl7pPr>
            <a:lvl8pPr lvl="7" rtl="0">
              <a:spcBef>
                <a:spcPts val="0"/>
              </a:spcBef>
              <a:spcAft>
                <a:spcPts val="0"/>
              </a:spcAft>
              <a:buSzPts val="2600"/>
              <a:buNone/>
              <a:defRPr sz="6933"/>
            </a:lvl8pPr>
            <a:lvl9pPr lvl="8" rtl="0">
              <a:spcBef>
                <a:spcPts val="0"/>
              </a:spcBef>
              <a:spcAft>
                <a:spcPts val="0"/>
              </a:spcAft>
              <a:buSzPts val="2600"/>
              <a:buNone/>
              <a:defRPr sz="6933"/>
            </a:lvl9pPr>
          </a:lstStyle>
          <a:p>
            <a:r>
              <a:rPr lang="en-US" sz="6000" b="1" dirty="0">
                <a:solidFill>
                  <a:srgbClr val="006B64"/>
                </a:solidFill>
                <a:latin typeface="Helvetica Neue" panose="02000503000000020004" pitchFamily="2" charset="0"/>
                <a:ea typeface="Helvetica Neue" panose="02000503000000020004" pitchFamily="2" charset="0"/>
                <a:cs typeface="Helvetica Neue" panose="02000503000000020004" pitchFamily="2" charset="0"/>
              </a:rPr>
              <a:t>sort()</a:t>
            </a:r>
          </a:p>
        </p:txBody>
      </p:sp>
      <p:sp>
        <p:nvSpPr>
          <p:cNvPr id="12" name="TextBox 11">
            <a:extLst>
              <a:ext uri="{FF2B5EF4-FFF2-40B4-BE49-F238E27FC236}">
                <a16:creationId xmlns:a16="http://schemas.microsoft.com/office/drawing/2014/main" id="{592EA4AB-D624-178A-243C-BDD002F13C91}"/>
              </a:ext>
            </a:extLst>
          </p:cNvPr>
          <p:cNvSpPr txBox="1"/>
          <p:nvPr/>
        </p:nvSpPr>
        <p:spPr>
          <a:xfrm>
            <a:off x="1270415" y="5953806"/>
            <a:ext cx="11670816" cy="1015663"/>
          </a:xfrm>
          <a:prstGeom prst="rect">
            <a:avLst/>
          </a:prstGeom>
          <a:noFill/>
        </p:spPr>
        <p:txBody>
          <a:bodyPr wrap="square">
            <a:spAutoFit/>
          </a:bodyPr>
          <a:lstStyle/>
          <a:p>
            <a:r>
              <a:rPr lang="en-US" sz="6000" b="0" dirty="0" err="1">
                <a:solidFill>
                  <a:srgbClr val="000000"/>
                </a:solidFill>
                <a:effectLst/>
                <a:latin typeface="Courier New" panose="02070309020205020404" pitchFamily="49" charset="0"/>
              </a:rPr>
              <a:t>my_list</a:t>
            </a:r>
            <a:r>
              <a:rPr lang="en-US" sz="6000" dirty="0" err="1">
                <a:solidFill>
                  <a:srgbClr val="000000"/>
                </a:solidFill>
                <a:latin typeface="Courier New" panose="02070309020205020404" pitchFamily="49" charset="0"/>
              </a:rPr>
              <a:t>.</a:t>
            </a:r>
            <a:r>
              <a:rPr lang="en-US" sz="6000" b="0" dirty="0" err="1">
                <a:solidFill>
                  <a:srgbClr val="000000"/>
                </a:solidFill>
                <a:effectLst/>
                <a:latin typeface="Courier New" panose="02070309020205020404" pitchFamily="49" charset="0"/>
              </a:rPr>
              <a:t>sort</a:t>
            </a:r>
            <a:r>
              <a:rPr lang="en-US" sz="6000" b="0" dirty="0">
                <a:solidFill>
                  <a:srgbClr val="000000"/>
                </a:solidFill>
                <a:effectLst/>
                <a:latin typeface="Courier New" panose="02070309020205020404" pitchFamily="49" charset="0"/>
              </a:rPr>
              <a:t>()</a:t>
            </a:r>
            <a:endParaRPr lang="en-US" sz="6000" dirty="0">
              <a:solidFill>
                <a:srgbClr val="000000"/>
              </a:solidFill>
              <a:latin typeface="Courier New" panose="02070309020205020404" pitchFamily="49" charset="0"/>
            </a:endParaRPr>
          </a:p>
        </p:txBody>
      </p:sp>
      <p:sp>
        <p:nvSpPr>
          <p:cNvPr id="20" name="TextBox 19">
            <a:extLst>
              <a:ext uri="{FF2B5EF4-FFF2-40B4-BE49-F238E27FC236}">
                <a16:creationId xmlns:a16="http://schemas.microsoft.com/office/drawing/2014/main" id="{B5F90365-7FC6-C4CD-6E32-71E99C6E2892}"/>
              </a:ext>
            </a:extLst>
          </p:cNvPr>
          <p:cNvSpPr txBox="1"/>
          <p:nvPr/>
        </p:nvSpPr>
        <p:spPr>
          <a:xfrm>
            <a:off x="4845442" y="3598715"/>
            <a:ext cx="657107" cy="1015663"/>
          </a:xfrm>
          <a:prstGeom prst="rect">
            <a:avLst/>
          </a:prstGeom>
          <a:noFill/>
        </p:spPr>
        <p:txBody>
          <a:bodyPr wrap="square">
            <a:spAutoFit/>
          </a:bodyPr>
          <a:lstStyle/>
          <a:p>
            <a:r>
              <a:rPr lang="en-US" sz="6000" b="0" dirty="0">
                <a:effectLst/>
                <a:latin typeface="Courier New" panose="02070309020205020404" pitchFamily="49" charset="0"/>
              </a:rPr>
              <a:t>[</a:t>
            </a:r>
          </a:p>
        </p:txBody>
      </p:sp>
      <p:sp>
        <p:nvSpPr>
          <p:cNvPr id="21" name="TextBox 20">
            <a:extLst>
              <a:ext uri="{FF2B5EF4-FFF2-40B4-BE49-F238E27FC236}">
                <a16:creationId xmlns:a16="http://schemas.microsoft.com/office/drawing/2014/main" id="{9D6110DC-80E2-BE82-9FCB-67B69E97D5C0}"/>
              </a:ext>
            </a:extLst>
          </p:cNvPr>
          <p:cNvSpPr txBox="1"/>
          <p:nvPr/>
        </p:nvSpPr>
        <p:spPr>
          <a:xfrm>
            <a:off x="17654898" y="3595129"/>
            <a:ext cx="657107" cy="1015663"/>
          </a:xfrm>
          <a:prstGeom prst="rect">
            <a:avLst/>
          </a:prstGeom>
          <a:noFill/>
        </p:spPr>
        <p:txBody>
          <a:bodyPr wrap="square">
            <a:spAutoFit/>
          </a:bodyPr>
          <a:lstStyle/>
          <a:p>
            <a:r>
              <a:rPr lang="en-US" sz="6000" dirty="0">
                <a:latin typeface="Courier New" panose="02070309020205020404" pitchFamily="49" charset="0"/>
              </a:rPr>
              <a:t>]</a:t>
            </a:r>
            <a:endParaRPr lang="en-US" sz="6000" b="0" dirty="0">
              <a:effectLst/>
              <a:latin typeface="Courier New" panose="02070309020205020404" pitchFamily="49" charset="0"/>
            </a:endParaRPr>
          </a:p>
        </p:txBody>
      </p:sp>
    </p:spTree>
    <p:extLst>
      <p:ext uri="{BB962C8B-B14F-4D97-AF65-F5344CB8AC3E}">
        <p14:creationId xmlns:p14="http://schemas.microsoft.com/office/powerpoint/2010/main" val="229004171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xit"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hidden"/>
                                      </p:to>
                                    </p:set>
                                  </p:childTnLst>
                                </p:cTn>
                              </p:par>
                              <p:par>
                                <p:cTn id="9" presetID="1" presetClass="exit" presetSubtype="0" fill="hold" grpId="0" nodeType="withEffect">
                                  <p:stCondLst>
                                    <p:cond delay="0"/>
                                  </p:stCondLst>
                                  <p:childTnLst>
                                    <p:set>
                                      <p:cBhvr>
                                        <p:cTn id="10" dur="1" fill="hold">
                                          <p:stCondLst>
                                            <p:cond delay="0"/>
                                          </p:stCondLst>
                                        </p:cTn>
                                        <p:tgtEl>
                                          <p:spTgt spid="18"/>
                                        </p:tgtEl>
                                        <p:attrNameLst>
                                          <p:attrName>style.visibility</p:attrName>
                                        </p:attrNameLst>
                                      </p:cBhvr>
                                      <p:to>
                                        <p:strVal val="hidden"/>
                                      </p:to>
                                    </p:set>
                                  </p:childTnLst>
                                </p:cTn>
                              </p:par>
                              <p:par>
                                <p:cTn id="11" presetID="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P spid="17" grpId="0"/>
      <p:bldP spid="16" grpId="0"/>
      <p:bldP spid="4" grpId="0"/>
      <p:bldP spid="5" grpId="0"/>
      <p:bldP spid="6" grpId="0"/>
      <p:bldP spid="8" grpId="0"/>
      <p:bldP spid="11" grpId="0"/>
      <p:bldP spid="19" grpId="0"/>
      <p:bldP spid="18" grpId="0"/>
      <p:bldP spid="12" grpId="0"/>
      <p:bldP spid="20" grpId="0"/>
      <p:bldP spid="21"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sp>
        <p:nvSpPr>
          <p:cNvPr id="6" name="TextBox 5">
            <a:extLst>
              <a:ext uri="{FF2B5EF4-FFF2-40B4-BE49-F238E27FC236}">
                <a16:creationId xmlns:a16="http://schemas.microsoft.com/office/drawing/2014/main" id="{9727060D-FA7A-C579-5B7A-D851800A5C76}"/>
              </a:ext>
            </a:extLst>
          </p:cNvPr>
          <p:cNvSpPr txBox="1"/>
          <p:nvPr/>
        </p:nvSpPr>
        <p:spPr>
          <a:xfrm>
            <a:off x="5302436" y="3600347"/>
            <a:ext cx="1739032" cy="1015663"/>
          </a:xfrm>
          <a:prstGeom prst="rect">
            <a:avLst/>
          </a:prstGeom>
          <a:noFill/>
        </p:spPr>
        <p:txBody>
          <a:bodyPr wrap="square">
            <a:spAutoFit/>
          </a:bodyPr>
          <a:lstStyle/>
          <a:p>
            <a:r>
              <a:rPr lang="en-US" sz="6000" b="0" dirty="0">
                <a:solidFill>
                  <a:srgbClr val="098156"/>
                </a:solidFill>
                <a:effectLst/>
                <a:latin typeface="Courier New" panose="02070309020205020404" pitchFamily="49" charset="0"/>
              </a:rPr>
              <a:t>0</a:t>
            </a:r>
            <a:r>
              <a:rPr lang="en-US" sz="6000" b="0" dirty="0">
                <a:solidFill>
                  <a:srgbClr val="000000"/>
                </a:solidFill>
                <a:effectLst/>
                <a:latin typeface="Courier New" panose="02070309020205020404" pitchFamily="49" charset="0"/>
              </a:rPr>
              <a:t>,</a:t>
            </a:r>
            <a:endParaRPr lang="en-US" sz="6000" b="0" dirty="0">
              <a:effectLst/>
              <a:latin typeface="Courier New" panose="02070309020205020404" pitchFamily="49" charset="0"/>
            </a:endParaRPr>
          </a:p>
        </p:txBody>
      </p:sp>
      <p:sp>
        <p:nvSpPr>
          <p:cNvPr id="13" name="TextBox 12">
            <a:extLst>
              <a:ext uri="{FF2B5EF4-FFF2-40B4-BE49-F238E27FC236}">
                <a16:creationId xmlns:a16="http://schemas.microsoft.com/office/drawing/2014/main" id="{9A4995FF-C764-0E16-E906-A0C1F49F19DE}"/>
              </a:ext>
            </a:extLst>
          </p:cNvPr>
          <p:cNvSpPr txBox="1"/>
          <p:nvPr/>
        </p:nvSpPr>
        <p:spPr>
          <a:xfrm>
            <a:off x="14905233" y="3598715"/>
            <a:ext cx="1739032" cy="1015663"/>
          </a:xfrm>
          <a:prstGeom prst="rect">
            <a:avLst/>
          </a:prstGeom>
          <a:noFill/>
        </p:spPr>
        <p:txBody>
          <a:bodyPr wrap="square">
            <a:spAutoFit/>
          </a:bodyPr>
          <a:lstStyle/>
          <a:p>
            <a:r>
              <a:rPr lang="en-US" sz="6000" b="0" dirty="0">
                <a:solidFill>
                  <a:srgbClr val="098156"/>
                </a:solidFill>
                <a:effectLst/>
                <a:latin typeface="Courier New" panose="02070309020205020404" pitchFamily="49" charset="0"/>
              </a:rPr>
              <a:t>10</a:t>
            </a:r>
            <a:r>
              <a:rPr lang="en-US" sz="6000" b="0" dirty="0">
                <a:solidFill>
                  <a:srgbClr val="000000"/>
                </a:solidFill>
                <a:effectLst/>
                <a:latin typeface="Courier New" panose="02070309020205020404" pitchFamily="49" charset="0"/>
              </a:rPr>
              <a:t>,</a:t>
            </a:r>
            <a:endParaRPr lang="en-US" sz="6000" b="0" dirty="0">
              <a:effectLst/>
              <a:latin typeface="Courier New" panose="02070309020205020404" pitchFamily="49" charset="0"/>
            </a:endParaRPr>
          </a:p>
        </p:txBody>
      </p:sp>
      <p:sp>
        <p:nvSpPr>
          <p:cNvPr id="14" name="TextBox 13">
            <a:extLst>
              <a:ext uri="{FF2B5EF4-FFF2-40B4-BE49-F238E27FC236}">
                <a16:creationId xmlns:a16="http://schemas.microsoft.com/office/drawing/2014/main" id="{E9F7E84F-9190-0FFD-9B26-2D08A5CE56E6}"/>
              </a:ext>
            </a:extLst>
          </p:cNvPr>
          <p:cNvSpPr txBox="1"/>
          <p:nvPr/>
        </p:nvSpPr>
        <p:spPr>
          <a:xfrm>
            <a:off x="13533696" y="3601648"/>
            <a:ext cx="1739032" cy="1015663"/>
          </a:xfrm>
          <a:prstGeom prst="rect">
            <a:avLst/>
          </a:prstGeom>
          <a:noFill/>
        </p:spPr>
        <p:txBody>
          <a:bodyPr wrap="square">
            <a:spAutoFit/>
          </a:bodyPr>
          <a:lstStyle/>
          <a:p>
            <a:r>
              <a:rPr lang="en-US" sz="6000" b="0" dirty="0">
                <a:solidFill>
                  <a:srgbClr val="098156"/>
                </a:solidFill>
                <a:effectLst/>
                <a:latin typeface="Courier New" panose="02070309020205020404" pitchFamily="49" charset="0"/>
              </a:rPr>
              <a:t>9</a:t>
            </a:r>
            <a:r>
              <a:rPr lang="en-US" sz="6000" b="0" dirty="0">
                <a:solidFill>
                  <a:srgbClr val="000000"/>
                </a:solidFill>
                <a:effectLst/>
                <a:latin typeface="Courier New" panose="02070309020205020404" pitchFamily="49" charset="0"/>
              </a:rPr>
              <a:t>,</a:t>
            </a:r>
            <a:endParaRPr lang="en-US" sz="6000" b="0" dirty="0">
              <a:effectLst/>
              <a:latin typeface="Courier New" panose="02070309020205020404" pitchFamily="49" charset="0"/>
            </a:endParaRPr>
          </a:p>
        </p:txBody>
      </p:sp>
      <p:sp>
        <p:nvSpPr>
          <p:cNvPr id="15" name="TextBox 14">
            <a:extLst>
              <a:ext uri="{FF2B5EF4-FFF2-40B4-BE49-F238E27FC236}">
                <a16:creationId xmlns:a16="http://schemas.microsoft.com/office/drawing/2014/main" id="{21F7AA60-85A2-FD20-4434-4860993EA298}"/>
              </a:ext>
            </a:extLst>
          </p:cNvPr>
          <p:cNvSpPr txBox="1"/>
          <p:nvPr/>
        </p:nvSpPr>
        <p:spPr>
          <a:xfrm>
            <a:off x="12160307" y="3601648"/>
            <a:ext cx="1739032" cy="1015663"/>
          </a:xfrm>
          <a:prstGeom prst="rect">
            <a:avLst/>
          </a:prstGeom>
          <a:noFill/>
        </p:spPr>
        <p:txBody>
          <a:bodyPr wrap="square">
            <a:spAutoFit/>
          </a:bodyPr>
          <a:lstStyle/>
          <a:p>
            <a:r>
              <a:rPr lang="en-US" sz="6000" b="0" dirty="0">
                <a:solidFill>
                  <a:srgbClr val="098156"/>
                </a:solidFill>
                <a:effectLst/>
                <a:latin typeface="Courier New" panose="02070309020205020404" pitchFamily="49" charset="0"/>
              </a:rPr>
              <a:t>8</a:t>
            </a:r>
            <a:r>
              <a:rPr lang="en-US" sz="6000" b="0" dirty="0">
                <a:solidFill>
                  <a:srgbClr val="000000"/>
                </a:solidFill>
                <a:effectLst/>
                <a:latin typeface="Courier New" panose="02070309020205020404" pitchFamily="49" charset="0"/>
              </a:rPr>
              <a:t>,</a:t>
            </a:r>
            <a:endParaRPr lang="en-US" sz="6000" b="0" dirty="0">
              <a:effectLst/>
              <a:latin typeface="Courier New" panose="02070309020205020404" pitchFamily="49" charset="0"/>
            </a:endParaRPr>
          </a:p>
        </p:txBody>
      </p:sp>
      <p:sp>
        <p:nvSpPr>
          <p:cNvPr id="17" name="TextBox 16">
            <a:extLst>
              <a:ext uri="{FF2B5EF4-FFF2-40B4-BE49-F238E27FC236}">
                <a16:creationId xmlns:a16="http://schemas.microsoft.com/office/drawing/2014/main" id="{A43CA81B-45DF-27FD-57FB-74B834834FA4}"/>
              </a:ext>
            </a:extLst>
          </p:cNvPr>
          <p:cNvSpPr txBox="1"/>
          <p:nvPr/>
        </p:nvSpPr>
        <p:spPr>
          <a:xfrm>
            <a:off x="9418967" y="3598715"/>
            <a:ext cx="1739032" cy="1015663"/>
          </a:xfrm>
          <a:prstGeom prst="rect">
            <a:avLst/>
          </a:prstGeom>
          <a:noFill/>
        </p:spPr>
        <p:txBody>
          <a:bodyPr wrap="square">
            <a:spAutoFit/>
          </a:bodyPr>
          <a:lstStyle/>
          <a:p>
            <a:r>
              <a:rPr lang="en-US" sz="6000" b="0" dirty="0">
                <a:solidFill>
                  <a:srgbClr val="098156"/>
                </a:solidFill>
                <a:effectLst/>
                <a:latin typeface="Courier New" panose="02070309020205020404" pitchFamily="49" charset="0"/>
              </a:rPr>
              <a:t>7</a:t>
            </a:r>
            <a:endParaRPr lang="en-US" sz="6000" b="0" dirty="0">
              <a:effectLst/>
              <a:latin typeface="Courier New" panose="02070309020205020404" pitchFamily="49" charset="0"/>
            </a:endParaRPr>
          </a:p>
        </p:txBody>
      </p:sp>
      <p:sp>
        <p:nvSpPr>
          <p:cNvPr id="4" name="TextBox 3">
            <a:extLst>
              <a:ext uri="{FF2B5EF4-FFF2-40B4-BE49-F238E27FC236}">
                <a16:creationId xmlns:a16="http://schemas.microsoft.com/office/drawing/2014/main" id="{4DB0CDB9-0A45-0C6F-9D8A-4EE311287BAA}"/>
              </a:ext>
            </a:extLst>
          </p:cNvPr>
          <p:cNvSpPr txBox="1"/>
          <p:nvPr/>
        </p:nvSpPr>
        <p:spPr>
          <a:xfrm>
            <a:off x="6675763" y="3598524"/>
            <a:ext cx="1122738" cy="1015663"/>
          </a:xfrm>
          <a:prstGeom prst="rect">
            <a:avLst/>
          </a:prstGeom>
          <a:noFill/>
        </p:spPr>
        <p:txBody>
          <a:bodyPr wrap="square">
            <a:spAutoFit/>
          </a:bodyPr>
          <a:lstStyle/>
          <a:p>
            <a:r>
              <a:rPr lang="en-US" sz="6000" b="0" dirty="0">
                <a:solidFill>
                  <a:srgbClr val="098156"/>
                </a:solidFill>
                <a:effectLst/>
                <a:latin typeface="Courier New" panose="02070309020205020404" pitchFamily="49" charset="0"/>
              </a:rPr>
              <a:t>3</a:t>
            </a:r>
            <a:r>
              <a:rPr lang="en-US" sz="6000" b="0" dirty="0">
                <a:solidFill>
                  <a:srgbClr val="000000"/>
                </a:solidFill>
                <a:effectLst/>
                <a:latin typeface="Courier New" panose="02070309020205020404" pitchFamily="49" charset="0"/>
              </a:rPr>
              <a:t>,</a:t>
            </a:r>
            <a:endParaRPr lang="en-US" sz="6000" b="0" dirty="0">
              <a:effectLst/>
              <a:latin typeface="Courier New" panose="02070309020205020404" pitchFamily="49" charset="0"/>
            </a:endParaRPr>
          </a:p>
        </p:txBody>
      </p:sp>
      <p:sp>
        <p:nvSpPr>
          <p:cNvPr id="5" name="TextBox 4">
            <a:extLst>
              <a:ext uri="{FF2B5EF4-FFF2-40B4-BE49-F238E27FC236}">
                <a16:creationId xmlns:a16="http://schemas.microsoft.com/office/drawing/2014/main" id="{04F840D2-10FF-3A2F-CCC2-0A48B13914C3}"/>
              </a:ext>
            </a:extLst>
          </p:cNvPr>
          <p:cNvSpPr txBox="1"/>
          <p:nvPr/>
        </p:nvSpPr>
        <p:spPr>
          <a:xfrm>
            <a:off x="16732067" y="3601647"/>
            <a:ext cx="1739032" cy="1015663"/>
          </a:xfrm>
          <a:prstGeom prst="rect">
            <a:avLst/>
          </a:prstGeom>
          <a:noFill/>
        </p:spPr>
        <p:txBody>
          <a:bodyPr wrap="square">
            <a:spAutoFit/>
          </a:bodyPr>
          <a:lstStyle/>
          <a:p>
            <a:r>
              <a:rPr lang="en-US" sz="6000" dirty="0">
                <a:solidFill>
                  <a:srgbClr val="098156"/>
                </a:solidFill>
                <a:latin typeface="Courier New" panose="02070309020205020404" pitchFamily="49" charset="0"/>
              </a:rPr>
              <a:t>14</a:t>
            </a:r>
            <a:endParaRPr lang="en-US" sz="6000" b="0" dirty="0">
              <a:effectLst/>
              <a:latin typeface="Courier New" panose="02070309020205020404" pitchFamily="49" charset="0"/>
            </a:endParaRPr>
          </a:p>
        </p:txBody>
      </p:sp>
      <p:sp>
        <p:nvSpPr>
          <p:cNvPr id="8" name="TextBox 7">
            <a:extLst>
              <a:ext uri="{FF2B5EF4-FFF2-40B4-BE49-F238E27FC236}">
                <a16:creationId xmlns:a16="http://schemas.microsoft.com/office/drawing/2014/main" id="{9C78E147-76FC-9938-191C-69FB660E4D59}"/>
              </a:ext>
            </a:extLst>
          </p:cNvPr>
          <p:cNvSpPr txBox="1"/>
          <p:nvPr/>
        </p:nvSpPr>
        <p:spPr>
          <a:xfrm>
            <a:off x="8046633" y="3598713"/>
            <a:ext cx="1739032" cy="1015663"/>
          </a:xfrm>
          <a:prstGeom prst="rect">
            <a:avLst/>
          </a:prstGeom>
          <a:noFill/>
        </p:spPr>
        <p:txBody>
          <a:bodyPr wrap="square">
            <a:spAutoFit/>
          </a:bodyPr>
          <a:lstStyle/>
          <a:p>
            <a:r>
              <a:rPr lang="en-US" sz="6000" b="0" dirty="0">
                <a:solidFill>
                  <a:srgbClr val="098156"/>
                </a:solidFill>
                <a:effectLst/>
                <a:latin typeface="Courier New" panose="02070309020205020404" pitchFamily="49" charset="0"/>
              </a:rPr>
              <a:t>5</a:t>
            </a:r>
            <a:r>
              <a:rPr lang="en-US" sz="6000" b="0" dirty="0">
                <a:solidFill>
                  <a:srgbClr val="000000"/>
                </a:solidFill>
                <a:effectLst/>
                <a:latin typeface="Courier New" panose="02070309020205020404" pitchFamily="49" charset="0"/>
              </a:rPr>
              <a:t>,</a:t>
            </a:r>
            <a:endParaRPr lang="en-US" sz="6000" b="0" dirty="0">
              <a:effectLst/>
              <a:latin typeface="Courier New" panose="02070309020205020404" pitchFamily="49" charset="0"/>
            </a:endParaRPr>
          </a:p>
        </p:txBody>
      </p:sp>
      <p:sp>
        <p:nvSpPr>
          <p:cNvPr id="11" name="TextBox 10">
            <a:extLst>
              <a:ext uri="{FF2B5EF4-FFF2-40B4-BE49-F238E27FC236}">
                <a16:creationId xmlns:a16="http://schemas.microsoft.com/office/drawing/2014/main" id="{AE5F40D9-CF5F-09BB-E691-919E09C89F29}"/>
              </a:ext>
            </a:extLst>
          </p:cNvPr>
          <p:cNvSpPr txBox="1"/>
          <p:nvPr/>
        </p:nvSpPr>
        <p:spPr>
          <a:xfrm>
            <a:off x="10791301" y="3599369"/>
            <a:ext cx="1739032" cy="1015663"/>
          </a:xfrm>
          <a:prstGeom prst="rect">
            <a:avLst/>
          </a:prstGeom>
          <a:noFill/>
        </p:spPr>
        <p:txBody>
          <a:bodyPr wrap="square">
            <a:spAutoFit/>
          </a:bodyPr>
          <a:lstStyle/>
          <a:p>
            <a:r>
              <a:rPr lang="en-US" sz="6000" dirty="0">
                <a:solidFill>
                  <a:srgbClr val="098156"/>
                </a:solidFill>
                <a:latin typeface="Courier New" panose="02070309020205020404" pitchFamily="49" charset="0"/>
              </a:rPr>
              <a:t>8</a:t>
            </a:r>
            <a:r>
              <a:rPr lang="en-US" sz="6000" b="0" dirty="0">
                <a:solidFill>
                  <a:srgbClr val="000000"/>
                </a:solidFill>
                <a:effectLst/>
                <a:latin typeface="Courier New" panose="02070309020205020404" pitchFamily="49" charset="0"/>
              </a:rPr>
              <a:t>,</a:t>
            </a:r>
            <a:endParaRPr lang="en-US" sz="6000" b="0" dirty="0">
              <a:effectLst/>
              <a:latin typeface="Courier New" panose="02070309020205020404" pitchFamily="49" charset="0"/>
            </a:endParaRPr>
          </a:p>
        </p:txBody>
      </p:sp>
      <p:sp>
        <p:nvSpPr>
          <p:cNvPr id="19" name="TextBox 18">
            <a:extLst>
              <a:ext uri="{FF2B5EF4-FFF2-40B4-BE49-F238E27FC236}">
                <a16:creationId xmlns:a16="http://schemas.microsoft.com/office/drawing/2014/main" id="{7BFF5860-4E10-DA53-FB7D-34331A040648}"/>
              </a:ext>
            </a:extLst>
          </p:cNvPr>
          <p:cNvSpPr txBox="1"/>
          <p:nvPr/>
        </p:nvSpPr>
        <p:spPr>
          <a:xfrm>
            <a:off x="9874812" y="3598715"/>
            <a:ext cx="626472" cy="1015663"/>
          </a:xfrm>
          <a:prstGeom prst="rect">
            <a:avLst/>
          </a:prstGeom>
          <a:noFill/>
        </p:spPr>
        <p:txBody>
          <a:bodyPr wrap="square">
            <a:spAutoFit/>
          </a:bodyPr>
          <a:lstStyle/>
          <a:p>
            <a:r>
              <a:rPr lang="en-US" sz="6000" b="0" dirty="0">
                <a:effectLst/>
                <a:latin typeface="Courier New" panose="02070309020205020404" pitchFamily="49" charset="0"/>
              </a:rPr>
              <a:t>,</a:t>
            </a:r>
          </a:p>
        </p:txBody>
      </p:sp>
      <p:sp>
        <p:nvSpPr>
          <p:cNvPr id="21" name="TextBox 20">
            <a:extLst>
              <a:ext uri="{FF2B5EF4-FFF2-40B4-BE49-F238E27FC236}">
                <a16:creationId xmlns:a16="http://schemas.microsoft.com/office/drawing/2014/main" id="{9D6110DC-80E2-BE82-9FCB-67B69E97D5C0}"/>
              </a:ext>
            </a:extLst>
          </p:cNvPr>
          <p:cNvSpPr txBox="1"/>
          <p:nvPr/>
        </p:nvSpPr>
        <p:spPr>
          <a:xfrm>
            <a:off x="17654898" y="3595129"/>
            <a:ext cx="657107" cy="1015663"/>
          </a:xfrm>
          <a:prstGeom prst="rect">
            <a:avLst/>
          </a:prstGeom>
          <a:noFill/>
        </p:spPr>
        <p:txBody>
          <a:bodyPr wrap="square">
            <a:spAutoFit/>
          </a:bodyPr>
          <a:lstStyle/>
          <a:p>
            <a:r>
              <a:rPr lang="en-US" sz="6000" dirty="0">
                <a:latin typeface="Courier New" panose="02070309020205020404" pitchFamily="49" charset="0"/>
              </a:rPr>
              <a:t>]</a:t>
            </a:r>
            <a:endParaRPr lang="en-US" sz="6000" b="0" dirty="0">
              <a:effectLst/>
              <a:latin typeface="Courier New" panose="02070309020205020404" pitchFamily="49" charset="0"/>
            </a:endParaRPr>
          </a:p>
        </p:txBody>
      </p:sp>
      <p:sp>
        <p:nvSpPr>
          <p:cNvPr id="2" name="Google Shape;412;p56">
            <a:extLst>
              <a:ext uri="{FF2B5EF4-FFF2-40B4-BE49-F238E27FC236}">
                <a16:creationId xmlns:a16="http://schemas.microsoft.com/office/drawing/2014/main" id="{4E5DC0DC-DCEB-F4EA-FA06-D349E1D17C1C}"/>
              </a:ext>
            </a:extLst>
          </p:cNvPr>
          <p:cNvSpPr txBox="1">
            <a:spLocks/>
          </p:cNvSpPr>
          <p:nvPr/>
        </p:nvSpPr>
        <p:spPr>
          <a:xfrm>
            <a:off x="298453" y="249400"/>
            <a:ext cx="20503200" cy="1427200"/>
          </a:xfrm>
          <a:prstGeom prst="rect">
            <a:avLst/>
          </a:prstGeom>
        </p:spPr>
        <p:txBody>
          <a:bodyPr spcFirstLastPara="1" vert="horz" wrap="square" lIns="243800" tIns="243800" rIns="243800" bIns="243800" rtlCol="0" anchor="t" anchorCtr="0">
            <a:normAutofit/>
          </a:bodyPr>
          <a:lstStyle>
            <a:lvl1pPr lvl="0" algn="l" defTabSz="1828800" rtl="0" eaLnBrk="1" latinLnBrk="0" hangingPunct="1">
              <a:lnSpc>
                <a:spcPct val="90000"/>
              </a:lnSpc>
              <a:spcBef>
                <a:spcPts val="0"/>
              </a:spcBef>
              <a:spcAft>
                <a:spcPts val="0"/>
              </a:spcAft>
              <a:buSzPts val="2600"/>
              <a:buNone/>
              <a:defRPr sz="6933" kern="1200">
                <a:solidFill>
                  <a:schemeClr val="tx1"/>
                </a:solidFill>
                <a:latin typeface="+mj-lt"/>
                <a:ea typeface="+mj-ea"/>
                <a:cs typeface="+mj-cs"/>
              </a:defRPr>
            </a:lvl1pPr>
            <a:lvl2pPr lvl="1" rtl="0">
              <a:spcBef>
                <a:spcPts val="0"/>
              </a:spcBef>
              <a:spcAft>
                <a:spcPts val="0"/>
              </a:spcAft>
              <a:buSzPts val="2600"/>
              <a:buNone/>
              <a:defRPr sz="6933"/>
            </a:lvl2pPr>
            <a:lvl3pPr lvl="2" rtl="0">
              <a:spcBef>
                <a:spcPts val="0"/>
              </a:spcBef>
              <a:spcAft>
                <a:spcPts val="0"/>
              </a:spcAft>
              <a:buSzPts val="2600"/>
              <a:buNone/>
              <a:defRPr sz="6933"/>
            </a:lvl3pPr>
            <a:lvl4pPr lvl="3" rtl="0">
              <a:spcBef>
                <a:spcPts val="0"/>
              </a:spcBef>
              <a:spcAft>
                <a:spcPts val="0"/>
              </a:spcAft>
              <a:buSzPts val="2600"/>
              <a:buNone/>
              <a:defRPr sz="6933"/>
            </a:lvl4pPr>
            <a:lvl5pPr lvl="4" rtl="0">
              <a:spcBef>
                <a:spcPts val="0"/>
              </a:spcBef>
              <a:spcAft>
                <a:spcPts val="0"/>
              </a:spcAft>
              <a:buSzPts val="2600"/>
              <a:buNone/>
              <a:defRPr sz="6933"/>
            </a:lvl5pPr>
            <a:lvl6pPr lvl="5" rtl="0">
              <a:spcBef>
                <a:spcPts val="0"/>
              </a:spcBef>
              <a:spcAft>
                <a:spcPts val="0"/>
              </a:spcAft>
              <a:buSzPts val="2600"/>
              <a:buNone/>
              <a:defRPr sz="6933"/>
            </a:lvl6pPr>
            <a:lvl7pPr lvl="6" rtl="0">
              <a:spcBef>
                <a:spcPts val="0"/>
              </a:spcBef>
              <a:spcAft>
                <a:spcPts val="0"/>
              </a:spcAft>
              <a:buSzPts val="2600"/>
              <a:buNone/>
              <a:defRPr sz="6933"/>
            </a:lvl7pPr>
            <a:lvl8pPr lvl="7" rtl="0">
              <a:spcBef>
                <a:spcPts val="0"/>
              </a:spcBef>
              <a:spcAft>
                <a:spcPts val="0"/>
              </a:spcAft>
              <a:buSzPts val="2600"/>
              <a:buNone/>
              <a:defRPr sz="6933"/>
            </a:lvl8pPr>
            <a:lvl9pPr lvl="8" rtl="0">
              <a:spcBef>
                <a:spcPts val="0"/>
              </a:spcBef>
              <a:spcAft>
                <a:spcPts val="0"/>
              </a:spcAft>
              <a:buSzPts val="2600"/>
              <a:buNone/>
              <a:defRPr sz="6933"/>
            </a:lvl9pPr>
          </a:lstStyle>
          <a:p>
            <a:r>
              <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List Manipulation</a:t>
            </a:r>
          </a:p>
        </p:txBody>
      </p:sp>
      <p:sp>
        <p:nvSpPr>
          <p:cNvPr id="3" name="Google Shape;412;p56">
            <a:extLst>
              <a:ext uri="{FF2B5EF4-FFF2-40B4-BE49-F238E27FC236}">
                <a16:creationId xmlns:a16="http://schemas.microsoft.com/office/drawing/2014/main" id="{D91AA8B2-6D4C-AEDC-81A7-C8190312A9C2}"/>
              </a:ext>
            </a:extLst>
          </p:cNvPr>
          <p:cNvSpPr txBox="1">
            <a:spLocks/>
          </p:cNvSpPr>
          <p:nvPr/>
        </p:nvSpPr>
        <p:spPr>
          <a:xfrm>
            <a:off x="296105" y="1175521"/>
            <a:ext cx="20503200" cy="1427200"/>
          </a:xfrm>
          <a:prstGeom prst="rect">
            <a:avLst/>
          </a:prstGeom>
        </p:spPr>
        <p:txBody>
          <a:bodyPr spcFirstLastPara="1" vert="horz" wrap="square" lIns="243800" tIns="243800" rIns="243800" bIns="243800" rtlCol="0" anchor="t" anchorCtr="0">
            <a:normAutofit fontScale="97500"/>
          </a:bodyPr>
          <a:lstStyle>
            <a:lvl1pPr lvl="0" algn="l" defTabSz="1828800" rtl="0" eaLnBrk="1" latinLnBrk="0" hangingPunct="1">
              <a:lnSpc>
                <a:spcPct val="90000"/>
              </a:lnSpc>
              <a:spcBef>
                <a:spcPts val="0"/>
              </a:spcBef>
              <a:spcAft>
                <a:spcPts val="0"/>
              </a:spcAft>
              <a:buSzPts val="2600"/>
              <a:buNone/>
              <a:defRPr sz="6933" kern="1200">
                <a:solidFill>
                  <a:schemeClr val="tx1"/>
                </a:solidFill>
                <a:latin typeface="+mj-lt"/>
                <a:ea typeface="+mj-ea"/>
                <a:cs typeface="+mj-cs"/>
              </a:defRPr>
            </a:lvl1pPr>
            <a:lvl2pPr lvl="1" rtl="0">
              <a:spcBef>
                <a:spcPts val="0"/>
              </a:spcBef>
              <a:spcAft>
                <a:spcPts val="0"/>
              </a:spcAft>
              <a:buSzPts val="2600"/>
              <a:buNone/>
              <a:defRPr sz="6933"/>
            </a:lvl2pPr>
            <a:lvl3pPr lvl="2" rtl="0">
              <a:spcBef>
                <a:spcPts val="0"/>
              </a:spcBef>
              <a:spcAft>
                <a:spcPts val="0"/>
              </a:spcAft>
              <a:buSzPts val="2600"/>
              <a:buNone/>
              <a:defRPr sz="6933"/>
            </a:lvl3pPr>
            <a:lvl4pPr lvl="3" rtl="0">
              <a:spcBef>
                <a:spcPts val="0"/>
              </a:spcBef>
              <a:spcAft>
                <a:spcPts val="0"/>
              </a:spcAft>
              <a:buSzPts val="2600"/>
              <a:buNone/>
              <a:defRPr sz="6933"/>
            </a:lvl4pPr>
            <a:lvl5pPr lvl="4" rtl="0">
              <a:spcBef>
                <a:spcPts val="0"/>
              </a:spcBef>
              <a:spcAft>
                <a:spcPts val="0"/>
              </a:spcAft>
              <a:buSzPts val="2600"/>
              <a:buNone/>
              <a:defRPr sz="6933"/>
            </a:lvl5pPr>
            <a:lvl6pPr lvl="5" rtl="0">
              <a:spcBef>
                <a:spcPts val="0"/>
              </a:spcBef>
              <a:spcAft>
                <a:spcPts val="0"/>
              </a:spcAft>
              <a:buSzPts val="2600"/>
              <a:buNone/>
              <a:defRPr sz="6933"/>
            </a:lvl6pPr>
            <a:lvl7pPr lvl="6" rtl="0">
              <a:spcBef>
                <a:spcPts val="0"/>
              </a:spcBef>
              <a:spcAft>
                <a:spcPts val="0"/>
              </a:spcAft>
              <a:buSzPts val="2600"/>
              <a:buNone/>
              <a:defRPr sz="6933"/>
            </a:lvl7pPr>
            <a:lvl8pPr lvl="7" rtl="0">
              <a:spcBef>
                <a:spcPts val="0"/>
              </a:spcBef>
              <a:spcAft>
                <a:spcPts val="0"/>
              </a:spcAft>
              <a:buSzPts val="2600"/>
              <a:buNone/>
              <a:defRPr sz="6933"/>
            </a:lvl8pPr>
            <a:lvl9pPr lvl="8" rtl="0">
              <a:spcBef>
                <a:spcPts val="0"/>
              </a:spcBef>
              <a:spcAft>
                <a:spcPts val="0"/>
              </a:spcAft>
              <a:buSzPts val="2600"/>
              <a:buNone/>
              <a:defRPr sz="6933"/>
            </a:lvl9pPr>
          </a:lstStyle>
          <a:p>
            <a:r>
              <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List Operations</a:t>
            </a:r>
          </a:p>
        </p:txBody>
      </p:sp>
      <p:sp>
        <p:nvSpPr>
          <p:cNvPr id="7" name="Google Shape;412;p56">
            <a:extLst>
              <a:ext uri="{FF2B5EF4-FFF2-40B4-BE49-F238E27FC236}">
                <a16:creationId xmlns:a16="http://schemas.microsoft.com/office/drawing/2014/main" id="{1DF98835-E352-EAD3-E001-8739AE1A0C64}"/>
              </a:ext>
            </a:extLst>
          </p:cNvPr>
          <p:cNvSpPr txBox="1">
            <a:spLocks/>
          </p:cNvSpPr>
          <p:nvPr/>
        </p:nvSpPr>
        <p:spPr>
          <a:xfrm>
            <a:off x="298605" y="2092419"/>
            <a:ext cx="20503200" cy="1427200"/>
          </a:xfrm>
          <a:prstGeom prst="rect">
            <a:avLst/>
          </a:prstGeom>
        </p:spPr>
        <p:txBody>
          <a:bodyPr spcFirstLastPara="1" vert="horz" wrap="square" lIns="243800" tIns="243800" rIns="243800" bIns="243800" rtlCol="0" anchor="t" anchorCtr="0">
            <a:normAutofit fontScale="97500"/>
          </a:bodyPr>
          <a:lstStyle>
            <a:lvl1pPr lvl="0" algn="l" defTabSz="1828800" rtl="0" eaLnBrk="1" latinLnBrk="0" hangingPunct="1">
              <a:lnSpc>
                <a:spcPct val="90000"/>
              </a:lnSpc>
              <a:spcBef>
                <a:spcPts val="0"/>
              </a:spcBef>
              <a:spcAft>
                <a:spcPts val="0"/>
              </a:spcAft>
              <a:buSzPts val="2600"/>
              <a:buNone/>
              <a:defRPr sz="6933" kern="1200">
                <a:solidFill>
                  <a:schemeClr val="tx1"/>
                </a:solidFill>
                <a:latin typeface="+mj-lt"/>
                <a:ea typeface="+mj-ea"/>
                <a:cs typeface="+mj-cs"/>
              </a:defRPr>
            </a:lvl1pPr>
            <a:lvl2pPr lvl="1" rtl="0">
              <a:spcBef>
                <a:spcPts val="0"/>
              </a:spcBef>
              <a:spcAft>
                <a:spcPts val="0"/>
              </a:spcAft>
              <a:buSzPts val="2600"/>
              <a:buNone/>
              <a:defRPr sz="6933"/>
            </a:lvl2pPr>
            <a:lvl3pPr lvl="2" rtl="0">
              <a:spcBef>
                <a:spcPts val="0"/>
              </a:spcBef>
              <a:spcAft>
                <a:spcPts val="0"/>
              </a:spcAft>
              <a:buSzPts val="2600"/>
              <a:buNone/>
              <a:defRPr sz="6933"/>
            </a:lvl3pPr>
            <a:lvl4pPr lvl="3" rtl="0">
              <a:spcBef>
                <a:spcPts val="0"/>
              </a:spcBef>
              <a:spcAft>
                <a:spcPts val="0"/>
              </a:spcAft>
              <a:buSzPts val="2600"/>
              <a:buNone/>
              <a:defRPr sz="6933"/>
            </a:lvl4pPr>
            <a:lvl5pPr lvl="4" rtl="0">
              <a:spcBef>
                <a:spcPts val="0"/>
              </a:spcBef>
              <a:spcAft>
                <a:spcPts val="0"/>
              </a:spcAft>
              <a:buSzPts val="2600"/>
              <a:buNone/>
              <a:defRPr sz="6933"/>
            </a:lvl5pPr>
            <a:lvl6pPr lvl="5" rtl="0">
              <a:spcBef>
                <a:spcPts val="0"/>
              </a:spcBef>
              <a:spcAft>
                <a:spcPts val="0"/>
              </a:spcAft>
              <a:buSzPts val="2600"/>
              <a:buNone/>
              <a:defRPr sz="6933"/>
            </a:lvl6pPr>
            <a:lvl7pPr lvl="6" rtl="0">
              <a:spcBef>
                <a:spcPts val="0"/>
              </a:spcBef>
              <a:spcAft>
                <a:spcPts val="0"/>
              </a:spcAft>
              <a:buSzPts val="2600"/>
              <a:buNone/>
              <a:defRPr sz="6933"/>
            </a:lvl7pPr>
            <a:lvl8pPr lvl="7" rtl="0">
              <a:spcBef>
                <a:spcPts val="0"/>
              </a:spcBef>
              <a:spcAft>
                <a:spcPts val="0"/>
              </a:spcAft>
              <a:buSzPts val="2600"/>
              <a:buNone/>
              <a:defRPr sz="6933"/>
            </a:lvl8pPr>
            <a:lvl9pPr lvl="8" rtl="0">
              <a:spcBef>
                <a:spcPts val="0"/>
              </a:spcBef>
              <a:spcAft>
                <a:spcPts val="0"/>
              </a:spcAft>
              <a:buSzPts val="2600"/>
              <a:buNone/>
              <a:defRPr sz="6933"/>
            </a:lvl9pPr>
          </a:lstStyle>
          <a:p>
            <a:r>
              <a:rPr lang="en-US" sz="6000" b="1" dirty="0">
                <a:solidFill>
                  <a:srgbClr val="006B64"/>
                </a:solidFill>
                <a:latin typeface="Helvetica Neue" panose="02000503000000020004" pitchFamily="2" charset="0"/>
                <a:ea typeface="Helvetica Neue" panose="02000503000000020004" pitchFamily="2" charset="0"/>
                <a:cs typeface="Helvetica Neue" panose="02000503000000020004" pitchFamily="2" charset="0"/>
              </a:rPr>
              <a:t>sort()</a:t>
            </a:r>
          </a:p>
        </p:txBody>
      </p:sp>
      <p:sp>
        <p:nvSpPr>
          <p:cNvPr id="12" name="TextBox 11">
            <a:extLst>
              <a:ext uri="{FF2B5EF4-FFF2-40B4-BE49-F238E27FC236}">
                <a16:creationId xmlns:a16="http://schemas.microsoft.com/office/drawing/2014/main" id="{592EA4AB-D624-178A-243C-BDD002F13C91}"/>
              </a:ext>
            </a:extLst>
          </p:cNvPr>
          <p:cNvSpPr txBox="1"/>
          <p:nvPr/>
        </p:nvSpPr>
        <p:spPr>
          <a:xfrm>
            <a:off x="1270415" y="5953806"/>
            <a:ext cx="11670816" cy="1015663"/>
          </a:xfrm>
          <a:prstGeom prst="rect">
            <a:avLst/>
          </a:prstGeom>
          <a:noFill/>
        </p:spPr>
        <p:txBody>
          <a:bodyPr wrap="square">
            <a:spAutoFit/>
          </a:bodyPr>
          <a:lstStyle/>
          <a:p>
            <a:r>
              <a:rPr lang="en-US" sz="6000" b="0" dirty="0" err="1">
                <a:solidFill>
                  <a:srgbClr val="000000"/>
                </a:solidFill>
                <a:effectLst/>
                <a:latin typeface="Courier New" panose="02070309020205020404" pitchFamily="49" charset="0"/>
              </a:rPr>
              <a:t>my_list</a:t>
            </a:r>
            <a:r>
              <a:rPr lang="en-US" sz="6000" dirty="0" err="1">
                <a:solidFill>
                  <a:srgbClr val="000000"/>
                </a:solidFill>
                <a:latin typeface="Courier New" panose="02070309020205020404" pitchFamily="49" charset="0"/>
              </a:rPr>
              <a:t>.</a:t>
            </a:r>
            <a:r>
              <a:rPr lang="en-US" sz="6000" b="0" dirty="0" err="1">
                <a:solidFill>
                  <a:srgbClr val="000000"/>
                </a:solidFill>
                <a:effectLst/>
                <a:latin typeface="Courier New" panose="02070309020205020404" pitchFamily="49" charset="0"/>
              </a:rPr>
              <a:t>sort</a:t>
            </a:r>
            <a:r>
              <a:rPr lang="en-US" sz="6000" b="0" dirty="0">
                <a:solidFill>
                  <a:srgbClr val="000000"/>
                </a:solidFill>
                <a:effectLst/>
                <a:latin typeface="Courier New" panose="02070309020205020404" pitchFamily="49" charset="0"/>
              </a:rPr>
              <a:t>()</a:t>
            </a:r>
            <a:endParaRPr lang="en-US" sz="6000" dirty="0">
              <a:solidFill>
                <a:srgbClr val="000000"/>
              </a:solidFill>
              <a:latin typeface="Courier New" panose="02070309020205020404" pitchFamily="49" charset="0"/>
            </a:endParaRPr>
          </a:p>
        </p:txBody>
      </p:sp>
      <p:sp>
        <p:nvSpPr>
          <p:cNvPr id="20" name="TextBox 19">
            <a:extLst>
              <a:ext uri="{FF2B5EF4-FFF2-40B4-BE49-F238E27FC236}">
                <a16:creationId xmlns:a16="http://schemas.microsoft.com/office/drawing/2014/main" id="{B5F90365-7FC6-C4CD-6E32-71E99C6E2892}"/>
              </a:ext>
            </a:extLst>
          </p:cNvPr>
          <p:cNvSpPr txBox="1"/>
          <p:nvPr/>
        </p:nvSpPr>
        <p:spPr>
          <a:xfrm>
            <a:off x="4845442" y="3598715"/>
            <a:ext cx="657107" cy="1015663"/>
          </a:xfrm>
          <a:prstGeom prst="rect">
            <a:avLst/>
          </a:prstGeom>
          <a:noFill/>
        </p:spPr>
        <p:txBody>
          <a:bodyPr wrap="square">
            <a:spAutoFit/>
          </a:bodyPr>
          <a:lstStyle/>
          <a:p>
            <a:r>
              <a:rPr lang="en-US" sz="6000" b="0" dirty="0">
                <a:effectLst/>
                <a:latin typeface="Courier New" panose="02070309020205020404" pitchFamily="49" charset="0"/>
              </a:rPr>
              <a:t>[</a:t>
            </a:r>
          </a:p>
        </p:txBody>
      </p:sp>
      <p:sp>
        <p:nvSpPr>
          <p:cNvPr id="18" name="TextBox 17">
            <a:extLst>
              <a:ext uri="{FF2B5EF4-FFF2-40B4-BE49-F238E27FC236}">
                <a16:creationId xmlns:a16="http://schemas.microsoft.com/office/drawing/2014/main" id="{F7FC67CC-520F-06A1-4267-9EE5ABC3665B}"/>
              </a:ext>
            </a:extLst>
          </p:cNvPr>
          <p:cNvSpPr txBox="1"/>
          <p:nvPr/>
        </p:nvSpPr>
        <p:spPr>
          <a:xfrm>
            <a:off x="4845442" y="3601647"/>
            <a:ext cx="13810670" cy="1015663"/>
          </a:xfrm>
          <a:prstGeom prst="rect">
            <a:avLst/>
          </a:prstGeom>
          <a:noFill/>
        </p:spPr>
        <p:txBody>
          <a:bodyPr wrap="square">
            <a:spAutoFit/>
          </a:bodyPr>
          <a:lstStyle/>
          <a:p>
            <a:r>
              <a:rPr lang="en-US" sz="6000" b="0" dirty="0">
                <a:effectLst/>
                <a:latin typeface="Courier New" panose="02070309020205020404" pitchFamily="49" charset="0"/>
              </a:rPr>
              <a:t>[</a:t>
            </a:r>
            <a:r>
              <a:rPr lang="en-US" sz="6000" dirty="0">
                <a:solidFill>
                  <a:srgbClr val="098156"/>
                </a:solidFill>
                <a:latin typeface="Courier New" panose="02070309020205020404" pitchFamily="49" charset="0"/>
              </a:rPr>
              <a:t>0</a:t>
            </a:r>
            <a:r>
              <a:rPr lang="en-US" sz="6000" dirty="0">
                <a:latin typeface="Courier New" panose="02070309020205020404" pitchFamily="49" charset="0"/>
              </a:rPr>
              <a:t>,</a:t>
            </a:r>
            <a:r>
              <a:rPr lang="en-US" sz="6000" dirty="0">
                <a:solidFill>
                  <a:srgbClr val="FF0000"/>
                </a:solidFill>
                <a:latin typeface="Courier New" panose="02070309020205020404" pitchFamily="49" charset="0"/>
              </a:rPr>
              <a:t> </a:t>
            </a:r>
            <a:r>
              <a:rPr lang="en-US" sz="6000" dirty="0">
                <a:solidFill>
                  <a:srgbClr val="098156"/>
                </a:solidFill>
                <a:latin typeface="Courier New" panose="02070309020205020404" pitchFamily="49" charset="0"/>
              </a:rPr>
              <a:t>3</a:t>
            </a:r>
            <a:r>
              <a:rPr lang="en-US" sz="6000" dirty="0">
                <a:latin typeface="Courier New" panose="02070309020205020404" pitchFamily="49" charset="0"/>
              </a:rPr>
              <a:t>,</a:t>
            </a:r>
            <a:r>
              <a:rPr lang="en-US" sz="6000" dirty="0">
                <a:solidFill>
                  <a:srgbClr val="FF0000"/>
                </a:solidFill>
                <a:latin typeface="Courier New" panose="02070309020205020404" pitchFamily="49" charset="0"/>
              </a:rPr>
              <a:t> </a:t>
            </a:r>
            <a:r>
              <a:rPr lang="en-US" sz="6000" dirty="0">
                <a:solidFill>
                  <a:srgbClr val="098156"/>
                </a:solidFill>
                <a:latin typeface="Courier New" panose="02070309020205020404" pitchFamily="49" charset="0"/>
              </a:rPr>
              <a:t>5</a:t>
            </a:r>
            <a:r>
              <a:rPr lang="en-US" sz="6000" dirty="0">
                <a:latin typeface="Courier New" panose="02070309020205020404" pitchFamily="49" charset="0"/>
              </a:rPr>
              <a:t>, </a:t>
            </a:r>
            <a:r>
              <a:rPr lang="en-US" sz="6000" dirty="0">
                <a:solidFill>
                  <a:srgbClr val="098156"/>
                </a:solidFill>
                <a:latin typeface="Courier New" panose="02070309020205020404" pitchFamily="49" charset="0"/>
              </a:rPr>
              <a:t>7</a:t>
            </a:r>
            <a:r>
              <a:rPr lang="en-US" sz="6000" dirty="0">
                <a:latin typeface="Courier New" panose="02070309020205020404" pitchFamily="49" charset="0"/>
              </a:rPr>
              <a:t>, </a:t>
            </a:r>
            <a:r>
              <a:rPr lang="en-US" sz="6000" dirty="0">
                <a:solidFill>
                  <a:srgbClr val="098156"/>
                </a:solidFill>
                <a:latin typeface="Courier New" panose="02070309020205020404" pitchFamily="49" charset="0"/>
              </a:rPr>
              <a:t>8</a:t>
            </a:r>
            <a:r>
              <a:rPr lang="en-US" sz="6000" dirty="0">
                <a:latin typeface="Courier New" panose="02070309020205020404" pitchFamily="49" charset="0"/>
              </a:rPr>
              <a:t>, </a:t>
            </a:r>
            <a:r>
              <a:rPr lang="en-US" sz="6000" dirty="0">
                <a:solidFill>
                  <a:srgbClr val="098156"/>
                </a:solidFill>
                <a:latin typeface="Courier New" panose="02070309020205020404" pitchFamily="49" charset="0"/>
              </a:rPr>
              <a:t>8</a:t>
            </a:r>
            <a:r>
              <a:rPr lang="en-US" sz="6000" dirty="0">
                <a:latin typeface="Courier New" panose="02070309020205020404" pitchFamily="49" charset="0"/>
              </a:rPr>
              <a:t>, </a:t>
            </a:r>
            <a:r>
              <a:rPr lang="en-US" sz="6000" dirty="0">
                <a:solidFill>
                  <a:srgbClr val="098156"/>
                </a:solidFill>
                <a:latin typeface="Courier New" panose="02070309020205020404" pitchFamily="49" charset="0"/>
              </a:rPr>
              <a:t>9</a:t>
            </a:r>
            <a:r>
              <a:rPr lang="en-US" sz="6000" dirty="0">
                <a:latin typeface="Courier New" panose="02070309020205020404" pitchFamily="49" charset="0"/>
              </a:rPr>
              <a:t>, </a:t>
            </a:r>
            <a:r>
              <a:rPr lang="en-US" sz="6000" dirty="0">
                <a:solidFill>
                  <a:srgbClr val="098156"/>
                </a:solidFill>
                <a:latin typeface="Courier New" panose="02070309020205020404" pitchFamily="49" charset="0"/>
              </a:rPr>
              <a:t>10</a:t>
            </a:r>
            <a:r>
              <a:rPr lang="en-US" sz="6000" dirty="0">
                <a:latin typeface="Courier New" panose="02070309020205020404" pitchFamily="49" charset="0"/>
              </a:rPr>
              <a:t>,</a:t>
            </a:r>
            <a:r>
              <a:rPr lang="en-US" sz="6000" dirty="0">
                <a:solidFill>
                  <a:srgbClr val="098156"/>
                </a:solidFill>
                <a:latin typeface="Courier New" panose="02070309020205020404" pitchFamily="49" charset="0"/>
              </a:rPr>
              <a:t> 14</a:t>
            </a:r>
            <a:r>
              <a:rPr lang="en-US" sz="6000" dirty="0">
                <a:latin typeface="Courier New" panose="02070309020205020404" pitchFamily="49" charset="0"/>
              </a:rPr>
              <a:t>]</a:t>
            </a:r>
            <a:endParaRPr lang="en-US" sz="6000" b="0" dirty="0">
              <a:effectLst/>
              <a:latin typeface="Courier New" panose="02070309020205020404" pitchFamily="49" charset="0"/>
            </a:endParaRPr>
          </a:p>
        </p:txBody>
      </p:sp>
    </p:spTree>
    <p:extLst>
      <p:ext uri="{BB962C8B-B14F-4D97-AF65-F5344CB8AC3E}">
        <p14:creationId xmlns:p14="http://schemas.microsoft.com/office/powerpoint/2010/main" val="62682971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xit"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hidden"/>
                                      </p:to>
                                    </p:set>
                                  </p:childTnLst>
                                </p:cTn>
                              </p:par>
                              <p:par>
                                <p:cTn id="9" presetID="1" presetClass="exit"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hidden"/>
                                      </p:to>
                                    </p:set>
                                  </p:childTnLst>
                                </p:cTn>
                              </p:par>
                              <p:par>
                                <p:cTn id="11" presetID="1" presetClass="exit"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hidden"/>
                                      </p:to>
                                    </p:set>
                                  </p:childTnLst>
                                </p:cTn>
                              </p:par>
                              <p:par>
                                <p:cTn id="13" presetID="1" presetClass="exit"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hidden"/>
                                      </p:to>
                                    </p:set>
                                  </p:childTnLst>
                                </p:cTn>
                              </p:par>
                              <p:par>
                                <p:cTn id="15" presetID="1" presetClass="exit"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hidden"/>
                                      </p:to>
                                    </p:set>
                                  </p:childTnLst>
                                </p:cTn>
                              </p:par>
                              <p:par>
                                <p:cTn id="17" presetID="1" presetClass="exit" presetSubtype="0" fill="hold" grpId="0" nodeType="withEffect">
                                  <p:stCondLst>
                                    <p:cond delay="0"/>
                                  </p:stCondLst>
                                  <p:childTnLst>
                                    <p:set>
                                      <p:cBhvr>
                                        <p:cTn id="18" dur="1" fill="hold">
                                          <p:stCondLst>
                                            <p:cond delay="0"/>
                                          </p:stCondLst>
                                        </p:cTn>
                                        <p:tgtEl>
                                          <p:spTgt spid="4"/>
                                        </p:tgtEl>
                                        <p:attrNameLst>
                                          <p:attrName>style.visibility</p:attrName>
                                        </p:attrNameLst>
                                      </p:cBhvr>
                                      <p:to>
                                        <p:strVal val="hidden"/>
                                      </p:to>
                                    </p:set>
                                  </p:childTnLst>
                                </p:cTn>
                              </p:par>
                              <p:par>
                                <p:cTn id="19" presetID="1" presetClass="exit" presetSubtype="0" fill="hold" grpId="0" nodeType="withEffect">
                                  <p:stCondLst>
                                    <p:cond delay="0"/>
                                  </p:stCondLst>
                                  <p:childTnLst>
                                    <p:set>
                                      <p:cBhvr>
                                        <p:cTn id="20" dur="1" fill="hold">
                                          <p:stCondLst>
                                            <p:cond delay="0"/>
                                          </p:stCondLst>
                                        </p:cTn>
                                        <p:tgtEl>
                                          <p:spTgt spid="5"/>
                                        </p:tgtEl>
                                        <p:attrNameLst>
                                          <p:attrName>style.visibility</p:attrName>
                                        </p:attrNameLst>
                                      </p:cBhvr>
                                      <p:to>
                                        <p:strVal val="hidden"/>
                                      </p:to>
                                    </p:set>
                                  </p:childTnLst>
                                </p:cTn>
                              </p:par>
                              <p:par>
                                <p:cTn id="21" presetID="1" presetClass="exit"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hidden"/>
                                      </p:to>
                                    </p:set>
                                  </p:childTnLst>
                                </p:cTn>
                              </p:par>
                              <p:par>
                                <p:cTn id="23" presetID="1" presetClass="exit"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hidden"/>
                                      </p:to>
                                    </p:set>
                                  </p:childTnLst>
                                </p:cTn>
                              </p:par>
                              <p:par>
                                <p:cTn id="25" presetID="1" presetClass="exit" presetSubtype="0" fill="hold" grpId="0" nodeType="withEffect">
                                  <p:stCondLst>
                                    <p:cond delay="0"/>
                                  </p:stCondLst>
                                  <p:childTnLst>
                                    <p:set>
                                      <p:cBhvr>
                                        <p:cTn id="26" dur="1" fill="hold">
                                          <p:stCondLst>
                                            <p:cond delay="0"/>
                                          </p:stCondLst>
                                        </p:cTn>
                                        <p:tgtEl>
                                          <p:spTgt spid="19"/>
                                        </p:tgtEl>
                                        <p:attrNameLst>
                                          <p:attrName>style.visibility</p:attrName>
                                        </p:attrNameLst>
                                      </p:cBhvr>
                                      <p:to>
                                        <p:strVal val="hidden"/>
                                      </p:to>
                                    </p:set>
                                  </p:childTnLst>
                                </p:cTn>
                              </p:par>
                              <p:par>
                                <p:cTn id="27" presetID="1" presetClass="exit" presetSubtype="0" fill="hold" grpId="0" nodeType="withEffect">
                                  <p:stCondLst>
                                    <p:cond delay="0"/>
                                  </p:stCondLst>
                                  <p:childTnLst>
                                    <p:set>
                                      <p:cBhvr>
                                        <p:cTn id="28" dur="1" fill="hold">
                                          <p:stCondLst>
                                            <p:cond delay="0"/>
                                          </p:stCondLst>
                                        </p:cTn>
                                        <p:tgtEl>
                                          <p:spTgt spid="21"/>
                                        </p:tgtEl>
                                        <p:attrNameLst>
                                          <p:attrName>style.visibility</p:attrName>
                                        </p:attrNameLst>
                                      </p:cBhvr>
                                      <p:to>
                                        <p:strVal val="hidden"/>
                                      </p:to>
                                    </p:set>
                                  </p:childTnLst>
                                </p:cTn>
                              </p:par>
                              <p:par>
                                <p:cTn id="29" presetID="1" presetClass="exit" presetSubtype="0" fill="hold" grpId="0" nodeType="withEffect">
                                  <p:stCondLst>
                                    <p:cond delay="0"/>
                                  </p:stCondLst>
                                  <p:childTnLst>
                                    <p:set>
                                      <p:cBhvr>
                                        <p:cTn id="30" dur="1" fill="hold">
                                          <p:stCondLst>
                                            <p:cond delay="0"/>
                                          </p:stCondLst>
                                        </p:cTn>
                                        <p:tgtEl>
                                          <p:spTgt spid="2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3" grpId="0"/>
      <p:bldP spid="14" grpId="0"/>
      <p:bldP spid="15" grpId="0"/>
      <p:bldP spid="17" grpId="0"/>
      <p:bldP spid="4" grpId="0"/>
      <p:bldP spid="5" grpId="0"/>
      <p:bldP spid="8" grpId="0"/>
      <p:bldP spid="11" grpId="0"/>
      <p:bldP spid="19" grpId="0"/>
      <p:bldP spid="21" grpId="0"/>
      <p:bldP spid="20" grpId="0"/>
      <p:bldP spid="18"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sp>
        <p:nvSpPr>
          <p:cNvPr id="18" name="TextBox 17">
            <a:extLst>
              <a:ext uri="{FF2B5EF4-FFF2-40B4-BE49-F238E27FC236}">
                <a16:creationId xmlns:a16="http://schemas.microsoft.com/office/drawing/2014/main" id="{F7FC67CC-520F-06A1-4267-9EE5ABC3665B}"/>
              </a:ext>
            </a:extLst>
          </p:cNvPr>
          <p:cNvSpPr txBox="1"/>
          <p:nvPr/>
        </p:nvSpPr>
        <p:spPr>
          <a:xfrm>
            <a:off x="4845442" y="3601647"/>
            <a:ext cx="13810670" cy="1015663"/>
          </a:xfrm>
          <a:prstGeom prst="rect">
            <a:avLst/>
          </a:prstGeom>
          <a:noFill/>
        </p:spPr>
        <p:txBody>
          <a:bodyPr wrap="square">
            <a:spAutoFit/>
          </a:bodyPr>
          <a:lstStyle/>
          <a:p>
            <a:r>
              <a:rPr lang="en-US" sz="6000" b="0" dirty="0">
                <a:effectLst/>
                <a:latin typeface="Courier New" panose="02070309020205020404" pitchFamily="49" charset="0"/>
              </a:rPr>
              <a:t>[</a:t>
            </a:r>
            <a:r>
              <a:rPr lang="en-US" sz="6000" dirty="0">
                <a:solidFill>
                  <a:srgbClr val="098156"/>
                </a:solidFill>
                <a:latin typeface="Courier New" panose="02070309020205020404" pitchFamily="49" charset="0"/>
              </a:rPr>
              <a:t>0</a:t>
            </a:r>
            <a:r>
              <a:rPr lang="en-US" sz="6000" dirty="0">
                <a:latin typeface="Courier New" panose="02070309020205020404" pitchFamily="49" charset="0"/>
              </a:rPr>
              <a:t>,</a:t>
            </a:r>
            <a:r>
              <a:rPr lang="en-US" sz="6000" dirty="0">
                <a:solidFill>
                  <a:srgbClr val="FF0000"/>
                </a:solidFill>
                <a:latin typeface="Courier New" panose="02070309020205020404" pitchFamily="49" charset="0"/>
              </a:rPr>
              <a:t> </a:t>
            </a:r>
            <a:r>
              <a:rPr lang="en-US" sz="6000" dirty="0">
                <a:solidFill>
                  <a:srgbClr val="098156"/>
                </a:solidFill>
                <a:latin typeface="Courier New" panose="02070309020205020404" pitchFamily="49" charset="0"/>
              </a:rPr>
              <a:t>3</a:t>
            </a:r>
            <a:r>
              <a:rPr lang="en-US" sz="6000" dirty="0">
                <a:latin typeface="Courier New" panose="02070309020205020404" pitchFamily="49" charset="0"/>
              </a:rPr>
              <a:t>,</a:t>
            </a:r>
            <a:r>
              <a:rPr lang="en-US" sz="6000" dirty="0">
                <a:solidFill>
                  <a:srgbClr val="FF0000"/>
                </a:solidFill>
                <a:latin typeface="Courier New" panose="02070309020205020404" pitchFamily="49" charset="0"/>
              </a:rPr>
              <a:t> </a:t>
            </a:r>
            <a:r>
              <a:rPr lang="en-US" sz="6000" dirty="0">
                <a:solidFill>
                  <a:srgbClr val="098156"/>
                </a:solidFill>
                <a:latin typeface="Courier New" panose="02070309020205020404" pitchFamily="49" charset="0"/>
              </a:rPr>
              <a:t>5</a:t>
            </a:r>
            <a:r>
              <a:rPr lang="en-US" sz="6000" dirty="0">
                <a:latin typeface="Courier New" panose="02070309020205020404" pitchFamily="49" charset="0"/>
              </a:rPr>
              <a:t>, </a:t>
            </a:r>
            <a:r>
              <a:rPr lang="en-US" sz="6000" dirty="0">
                <a:solidFill>
                  <a:srgbClr val="098156"/>
                </a:solidFill>
                <a:latin typeface="Courier New" panose="02070309020205020404" pitchFamily="49" charset="0"/>
              </a:rPr>
              <a:t>7</a:t>
            </a:r>
            <a:r>
              <a:rPr lang="en-US" sz="6000" dirty="0">
                <a:latin typeface="Courier New" panose="02070309020205020404" pitchFamily="49" charset="0"/>
              </a:rPr>
              <a:t>, </a:t>
            </a:r>
            <a:r>
              <a:rPr lang="en-US" sz="6000" dirty="0">
                <a:solidFill>
                  <a:srgbClr val="098156"/>
                </a:solidFill>
                <a:latin typeface="Courier New" panose="02070309020205020404" pitchFamily="49" charset="0"/>
              </a:rPr>
              <a:t>8</a:t>
            </a:r>
            <a:r>
              <a:rPr lang="en-US" sz="6000" dirty="0">
                <a:latin typeface="Courier New" panose="02070309020205020404" pitchFamily="49" charset="0"/>
              </a:rPr>
              <a:t>, </a:t>
            </a:r>
            <a:r>
              <a:rPr lang="en-US" sz="6000" dirty="0">
                <a:solidFill>
                  <a:srgbClr val="098156"/>
                </a:solidFill>
                <a:latin typeface="Courier New" panose="02070309020205020404" pitchFamily="49" charset="0"/>
              </a:rPr>
              <a:t>8</a:t>
            </a:r>
            <a:r>
              <a:rPr lang="en-US" sz="6000" dirty="0">
                <a:latin typeface="Courier New" panose="02070309020205020404" pitchFamily="49" charset="0"/>
              </a:rPr>
              <a:t>, </a:t>
            </a:r>
            <a:r>
              <a:rPr lang="en-US" sz="6000" dirty="0">
                <a:solidFill>
                  <a:srgbClr val="098156"/>
                </a:solidFill>
                <a:latin typeface="Courier New" panose="02070309020205020404" pitchFamily="49" charset="0"/>
              </a:rPr>
              <a:t>9</a:t>
            </a:r>
            <a:r>
              <a:rPr lang="en-US" sz="6000" dirty="0">
                <a:latin typeface="Courier New" panose="02070309020205020404" pitchFamily="49" charset="0"/>
              </a:rPr>
              <a:t>, </a:t>
            </a:r>
            <a:r>
              <a:rPr lang="en-US" sz="6000" dirty="0">
                <a:solidFill>
                  <a:srgbClr val="098156"/>
                </a:solidFill>
                <a:latin typeface="Courier New" panose="02070309020205020404" pitchFamily="49" charset="0"/>
              </a:rPr>
              <a:t>10</a:t>
            </a:r>
            <a:r>
              <a:rPr lang="en-US" sz="6000" dirty="0">
                <a:latin typeface="Courier New" panose="02070309020205020404" pitchFamily="49" charset="0"/>
              </a:rPr>
              <a:t>,</a:t>
            </a:r>
            <a:r>
              <a:rPr lang="en-US" sz="6000" dirty="0">
                <a:solidFill>
                  <a:srgbClr val="098156"/>
                </a:solidFill>
                <a:latin typeface="Courier New" panose="02070309020205020404" pitchFamily="49" charset="0"/>
              </a:rPr>
              <a:t> 14</a:t>
            </a:r>
            <a:r>
              <a:rPr lang="en-US" sz="6000" dirty="0">
                <a:latin typeface="Courier New" panose="02070309020205020404" pitchFamily="49" charset="0"/>
              </a:rPr>
              <a:t>]</a:t>
            </a:r>
            <a:endParaRPr lang="en-US" sz="6000" b="0" dirty="0">
              <a:effectLst/>
              <a:latin typeface="Courier New" panose="02070309020205020404" pitchFamily="49" charset="0"/>
            </a:endParaRPr>
          </a:p>
        </p:txBody>
      </p:sp>
      <p:sp>
        <p:nvSpPr>
          <p:cNvPr id="2" name="Google Shape;412;p56">
            <a:extLst>
              <a:ext uri="{FF2B5EF4-FFF2-40B4-BE49-F238E27FC236}">
                <a16:creationId xmlns:a16="http://schemas.microsoft.com/office/drawing/2014/main" id="{4E5DC0DC-DCEB-F4EA-FA06-D349E1D17C1C}"/>
              </a:ext>
            </a:extLst>
          </p:cNvPr>
          <p:cNvSpPr txBox="1">
            <a:spLocks/>
          </p:cNvSpPr>
          <p:nvPr/>
        </p:nvSpPr>
        <p:spPr>
          <a:xfrm>
            <a:off x="298453" y="249400"/>
            <a:ext cx="20503200" cy="1427200"/>
          </a:xfrm>
          <a:prstGeom prst="rect">
            <a:avLst/>
          </a:prstGeom>
        </p:spPr>
        <p:txBody>
          <a:bodyPr spcFirstLastPara="1" vert="horz" wrap="square" lIns="243800" tIns="243800" rIns="243800" bIns="243800" rtlCol="0" anchor="t" anchorCtr="0">
            <a:normAutofit/>
          </a:bodyPr>
          <a:lstStyle>
            <a:lvl1pPr lvl="0" algn="l" defTabSz="1828800" rtl="0" eaLnBrk="1" latinLnBrk="0" hangingPunct="1">
              <a:lnSpc>
                <a:spcPct val="90000"/>
              </a:lnSpc>
              <a:spcBef>
                <a:spcPts val="0"/>
              </a:spcBef>
              <a:spcAft>
                <a:spcPts val="0"/>
              </a:spcAft>
              <a:buSzPts val="2600"/>
              <a:buNone/>
              <a:defRPr sz="6933" kern="1200">
                <a:solidFill>
                  <a:schemeClr val="tx1"/>
                </a:solidFill>
                <a:latin typeface="+mj-lt"/>
                <a:ea typeface="+mj-ea"/>
                <a:cs typeface="+mj-cs"/>
              </a:defRPr>
            </a:lvl1pPr>
            <a:lvl2pPr lvl="1" rtl="0">
              <a:spcBef>
                <a:spcPts val="0"/>
              </a:spcBef>
              <a:spcAft>
                <a:spcPts val="0"/>
              </a:spcAft>
              <a:buSzPts val="2600"/>
              <a:buNone/>
              <a:defRPr sz="6933"/>
            </a:lvl2pPr>
            <a:lvl3pPr lvl="2" rtl="0">
              <a:spcBef>
                <a:spcPts val="0"/>
              </a:spcBef>
              <a:spcAft>
                <a:spcPts val="0"/>
              </a:spcAft>
              <a:buSzPts val="2600"/>
              <a:buNone/>
              <a:defRPr sz="6933"/>
            </a:lvl3pPr>
            <a:lvl4pPr lvl="3" rtl="0">
              <a:spcBef>
                <a:spcPts val="0"/>
              </a:spcBef>
              <a:spcAft>
                <a:spcPts val="0"/>
              </a:spcAft>
              <a:buSzPts val="2600"/>
              <a:buNone/>
              <a:defRPr sz="6933"/>
            </a:lvl4pPr>
            <a:lvl5pPr lvl="4" rtl="0">
              <a:spcBef>
                <a:spcPts val="0"/>
              </a:spcBef>
              <a:spcAft>
                <a:spcPts val="0"/>
              </a:spcAft>
              <a:buSzPts val="2600"/>
              <a:buNone/>
              <a:defRPr sz="6933"/>
            </a:lvl5pPr>
            <a:lvl6pPr lvl="5" rtl="0">
              <a:spcBef>
                <a:spcPts val="0"/>
              </a:spcBef>
              <a:spcAft>
                <a:spcPts val="0"/>
              </a:spcAft>
              <a:buSzPts val="2600"/>
              <a:buNone/>
              <a:defRPr sz="6933"/>
            </a:lvl6pPr>
            <a:lvl7pPr lvl="6" rtl="0">
              <a:spcBef>
                <a:spcPts val="0"/>
              </a:spcBef>
              <a:spcAft>
                <a:spcPts val="0"/>
              </a:spcAft>
              <a:buSzPts val="2600"/>
              <a:buNone/>
              <a:defRPr sz="6933"/>
            </a:lvl7pPr>
            <a:lvl8pPr lvl="7" rtl="0">
              <a:spcBef>
                <a:spcPts val="0"/>
              </a:spcBef>
              <a:spcAft>
                <a:spcPts val="0"/>
              </a:spcAft>
              <a:buSzPts val="2600"/>
              <a:buNone/>
              <a:defRPr sz="6933"/>
            </a:lvl8pPr>
            <a:lvl9pPr lvl="8" rtl="0">
              <a:spcBef>
                <a:spcPts val="0"/>
              </a:spcBef>
              <a:spcAft>
                <a:spcPts val="0"/>
              </a:spcAft>
              <a:buSzPts val="2600"/>
              <a:buNone/>
              <a:defRPr sz="6933"/>
            </a:lvl9pPr>
          </a:lstStyle>
          <a:p>
            <a:r>
              <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List Manipulation</a:t>
            </a:r>
          </a:p>
        </p:txBody>
      </p:sp>
      <p:sp>
        <p:nvSpPr>
          <p:cNvPr id="3" name="Google Shape;412;p56">
            <a:extLst>
              <a:ext uri="{FF2B5EF4-FFF2-40B4-BE49-F238E27FC236}">
                <a16:creationId xmlns:a16="http://schemas.microsoft.com/office/drawing/2014/main" id="{D91AA8B2-6D4C-AEDC-81A7-C8190312A9C2}"/>
              </a:ext>
            </a:extLst>
          </p:cNvPr>
          <p:cNvSpPr txBox="1">
            <a:spLocks/>
          </p:cNvSpPr>
          <p:nvPr/>
        </p:nvSpPr>
        <p:spPr>
          <a:xfrm>
            <a:off x="296105" y="1175521"/>
            <a:ext cx="20503200" cy="1427200"/>
          </a:xfrm>
          <a:prstGeom prst="rect">
            <a:avLst/>
          </a:prstGeom>
        </p:spPr>
        <p:txBody>
          <a:bodyPr spcFirstLastPara="1" vert="horz" wrap="square" lIns="243800" tIns="243800" rIns="243800" bIns="243800" rtlCol="0" anchor="t" anchorCtr="0">
            <a:normAutofit fontScale="97500"/>
          </a:bodyPr>
          <a:lstStyle>
            <a:lvl1pPr lvl="0" algn="l" defTabSz="1828800" rtl="0" eaLnBrk="1" latinLnBrk="0" hangingPunct="1">
              <a:lnSpc>
                <a:spcPct val="90000"/>
              </a:lnSpc>
              <a:spcBef>
                <a:spcPts val="0"/>
              </a:spcBef>
              <a:spcAft>
                <a:spcPts val="0"/>
              </a:spcAft>
              <a:buSzPts val="2600"/>
              <a:buNone/>
              <a:defRPr sz="6933" kern="1200">
                <a:solidFill>
                  <a:schemeClr val="tx1"/>
                </a:solidFill>
                <a:latin typeface="+mj-lt"/>
                <a:ea typeface="+mj-ea"/>
                <a:cs typeface="+mj-cs"/>
              </a:defRPr>
            </a:lvl1pPr>
            <a:lvl2pPr lvl="1" rtl="0">
              <a:spcBef>
                <a:spcPts val="0"/>
              </a:spcBef>
              <a:spcAft>
                <a:spcPts val="0"/>
              </a:spcAft>
              <a:buSzPts val="2600"/>
              <a:buNone/>
              <a:defRPr sz="6933"/>
            </a:lvl2pPr>
            <a:lvl3pPr lvl="2" rtl="0">
              <a:spcBef>
                <a:spcPts val="0"/>
              </a:spcBef>
              <a:spcAft>
                <a:spcPts val="0"/>
              </a:spcAft>
              <a:buSzPts val="2600"/>
              <a:buNone/>
              <a:defRPr sz="6933"/>
            </a:lvl3pPr>
            <a:lvl4pPr lvl="3" rtl="0">
              <a:spcBef>
                <a:spcPts val="0"/>
              </a:spcBef>
              <a:spcAft>
                <a:spcPts val="0"/>
              </a:spcAft>
              <a:buSzPts val="2600"/>
              <a:buNone/>
              <a:defRPr sz="6933"/>
            </a:lvl4pPr>
            <a:lvl5pPr lvl="4" rtl="0">
              <a:spcBef>
                <a:spcPts val="0"/>
              </a:spcBef>
              <a:spcAft>
                <a:spcPts val="0"/>
              </a:spcAft>
              <a:buSzPts val="2600"/>
              <a:buNone/>
              <a:defRPr sz="6933"/>
            </a:lvl5pPr>
            <a:lvl6pPr lvl="5" rtl="0">
              <a:spcBef>
                <a:spcPts val="0"/>
              </a:spcBef>
              <a:spcAft>
                <a:spcPts val="0"/>
              </a:spcAft>
              <a:buSzPts val="2600"/>
              <a:buNone/>
              <a:defRPr sz="6933"/>
            </a:lvl6pPr>
            <a:lvl7pPr lvl="6" rtl="0">
              <a:spcBef>
                <a:spcPts val="0"/>
              </a:spcBef>
              <a:spcAft>
                <a:spcPts val="0"/>
              </a:spcAft>
              <a:buSzPts val="2600"/>
              <a:buNone/>
              <a:defRPr sz="6933"/>
            </a:lvl7pPr>
            <a:lvl8pPr lvl="7" rtl="0">
              <a:spcBef>
                <a:spcPts val="0"/>
              </a:spcBef>
              <a:spcAft>
                <a:spcPts val="0"/>
              </a:spcAft>
              <a:buSzPts val="2600"/>
              <a:buNone/>
              <a:defRPr sz="6933"/>
            </a:lvl8pPr>
            <a:lvl9pPr lvl="8" rtl="0">
              <a:spcBef>
                <a:spcPts val="0"/>
              </a:spcBef>
              <a:spcAft>
                <a:spcPts val="0"/>
              </a:spcAft>
              <a:buSzPts val="2600"/>
              <a:buNone/>
              <a:defRPr sz="6933"/>
            </a:lvl9pPr>
          </a:lstStyle>
          <a:p>
            <a:r>
              <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List Operations</a:t>
            </a:r>
          </a:p>
        </p:txBody>
      </p:sp>
      <p:sp>
        <p:nvSpPr>
          <p:cNvPr id="7" name="Google Shape;412;p56">
            <a:extLst>
              <a:ext uri="{FF2B5EF4-FFF2-40B4-BE49-F238E27FC236}">
                <a16:creationId xmlns:a16="http://schemas.microsoft.com/office/drawing/2014/main" id="{1DF98835-E352-EAD3-E001-8739AE1A0C64}"/>
              </a:ext>
            </a:extLst>
          </p:cNvPr>
          <p:cNvSpPr txBox="1">
            <a:spLocks/>
          </p:cNvSpPr>
          <p:nvPr/>
        </p:nvSpPr>
        <p:spPr>
          <a:xfrm>
            <a:off x="298605" y="2092419"/>
            <a:ext cx="20503200" cy="1427200"/>
          </a:xfrm>
          <a:prstGeom prst="rect">
            <a:avLst/>
          </a:prstGeom>
        </p:spPr>
        <p:txBody>
          <a:bodyPr spcFirstLastPara="1" vert="horz" wrap="square" lIns="243800" tIns="243800" rIns="243800" bIns="243800" rtlCol="0" anchor="t" anchorCtr="0">
            <a:normAutofit fontScale="97500"/>
          </a:bodyPr>
          <a:lstStyle>
            <a:lvl1pPr lvl="0" algn="l" defTabSz="1828800" rtl="0" eaLnBrk="1" latinLnBrk="0" hangingPunct="1">
              <a:lnSpc>
                <a:spcPct val="90000"/>
              </a:lnSpc>
              <a:spcBef>
                <a:spcPts val="0"/>
              </a:spcBef>
              <a:spcAft>
                <a:spcPts val="0"/>
              </a:spcAft>
              <a:buSzPts val="2600"/>
              <a:buNone/>
              <a:defRPr sz="6933" kern="1200">
                <a:solidFill>
                  <a:schemeClr val="tx1"/>
                </a:solidFill>
                <a:latin typeface="+mj-lt"/>
                <a:ea typeface="+mj-ea"/>
                <a:cs typeface="+mj-cs"/>
              </a:defRPr>
            </a:lvl1pPr>
            <a:lvl2pPr lvl="1" rtl="0">
              <a:spcBef>
                <a:spcPts val="0"/>
              </a:spcBef>
              <a:spcAft>
                <a:spcPts val="0"/>
              </a:spcAft>
              <a:buSzPts val="2600"/>
              <a:buNone/>
              <a:defRPr sz="6933"/>
            </a:lvl2pPr>
            <a:lvl3pPr lvl="2" rtl="0">
              <a:spcBef>
                <a:spcPts val="0"/>
              </a:spcBef>
              <a:spcAft>
                <a:spcPts val="0"/>
              </a:spcAft>
              <a:buSzPts val="2600"/>
              <a:buNone/>
              <a:defRPr sz="6933"/>
            </a:lvl3pPr>
            <a:lvl4pPr lvl="3" rtl="0">
              <a:spcBef>
                <a:spcPts val="0"/>
              </a:spcBef>
              <a:spcAft>
                <a:spcPts val="0"/>
              </a:spcAft>
              <a:buSzPts val="2600"/>
              <a:buNone/>
              <a:defRPr sz="6933"/>
            </a:lvl4pPr>
            <a:lvl5pPr lvl="4" rtl="0">
              <a:spcBef>
                <a:spcPts val="0"/>
              </a:spcBef>
              <a:spcAft>
                <a:spcPts val="0"/>
              </a:spcAft>
              <a:buSzPts val="2600"/>
              <a:buNone/>
              <a:defRPr sz="6933"/>
            </a:lvl5pPr>
            <a:lvl6pPr lvl="5" rtl="0">
              <a:spcBef>
                <a:spcPts val="0"/>
              </a:spcBef>
              <a:spcAft>
                <a:spcPts val="0"/>
              </a:spcAft>
              <a:buSzPts val="2600"/>
              <a:buNone/>
              <a:defRPr sz="6933"/>
            </a:lvl6pPr>
            <a:lvl7pPr lvl="6" rtl="0">
              <a:spcBef>
                <a:spcPts val="0"/>
              </a:spcBef>
              <a:spcAft>
                <a:spcPts val="0"/>
              </a:spcAft>
              <a:buSzPts val="2600"/>
              <a:buNone/>
              <a:defRPr sz="6933"/>
            </a:lvl7pPr>
            <a:lvl8pPr lvl="7" rtl="0">
              <a:spcBef>
                <a:spcPts val="0"/>
              </a:spcBef>
              <a:spcAft>
                <a:spcPts val="0"/>
              </a:spcAft>
              <a:buSzPts val="2600"/>
              <a:buNone/>
              <a:defRPr sz="6933"/>
            </a:lvl8pPr>
            <a:lvl9pPr lvl="8" rtl="0">
              <a:spcBef>
                <a:spcPts val="0"/>
              </a:spcBef>
              <a:spcAft>
                <a:spcPts val="0"/>
              </a:spcAft>
              <a:buSzPts val="2600"/>
              <a:buNone/>
              <a:defRPr sz="6933"/>
            </a:lvl9pPr>
          </a:lstStyle>
          <a:p>
            <a:r>
              <a:rPr lang="en-US" sz="6000" b="1" dirty="0" err="1">
                <a:solidFill>
                  <a:srgbClr val="006B64"/>
                </a:solidFill>
                <a:latin typeface="Helvetica Neue" panose="02000503000000020004" pitchFamily="2" charset="0"/>
                <a:ea typeface="Helvetica Neue" panose="02000503000000020004" pitchFamily="2" charset="0"/>
                <a:cs typeface="Helvetica Neue" panose="02000503000000020004" pitchFamily="2" charset="0"/>
              </a:rPr>
              <a:t>len</a:t>
            </a:r>
            <a:r>
              <a:rPr lang="en-US" sz="6000" b="1" dirty="0">
                <a:solidFill>
                  <a:srgbClr val="006B64"/>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2" name="TextBox 11">
            <a:extLst>
              <a:ext uri="{FF2B5EF4-FFF2-40B4-BE49-F238E27FC236}">
                <a16:creationId xmlns:a16="http://schemas.microsoft.com/office/drawing/2014/main" id="{592EA4AB-D624-178A-243C-BDD002F13C91}"/>
              </a:ext>
            </a:extLst>
          </p:cNvPr>
          <p:cNvSpPr txBox="1"/>
          <p:nvPr/>
        </p:nvSpPr>
        <p:spPr>
          <a:xfrm>
            <a:off x="1270415" y="5953806"/>
            <a:ext cx="11670816" cy="1015663"/>
          </a:xfrm>
          <a:prstGeom prst="rect">
            <a:avLst/>
          </a:prstGeom>
          <a:noFill/>
        </p:spPr>
        <p:txBody>
          <a:bodyPr wrap="square">
            <a:spAutoFit/>
          </a:bodyPr>
          <a:lstStyle/>
          <a:p>
            <a:r>
              <a:rPr lang="en-US" sz="6000" b="0" dirty="0" err="1">
                <a:solidFill>
                  <a:srgbClr val="795E27"/>
                </a:solidFill>
                <a:effectLst/>
                <a:latin typeface="Courier New" panose="02070309020205020404" pitchFamily="49" charset="0"/>
              </a:rPr>
              <a:t>len</a:t>
            </a:r>
            <a:r>
              <a:rPr lang="en-US" sz="6000" b="0" dirty="0">
                <a:solidFill>
                  <a:srgbClr val="000000"/>
                </a:solidFill>
                <a:effectLst/>
                <a:latin typeface="Courier New" panose="02070309020205020404" pitchFamily="49" charset="0"/>
              </a:rPr>
              <a:t>(</a:t>
            </a:r>
            <a:r>
              <a:rPr lang="en-US" sz="6000" b="0" dirty="0" err="1">
                <a:solidFill>
                  <a:srgbClr val="000000"/>
                </a:solidFill>
                <a:effectLst/>
                <a:latin typeface="Courier New" panose="02070309020205020404" pitchFamily="49" charset="0"/>
              </a:rPr>
              <a:t>my_list</a:t>
            </a:r>
            <a:r>
              <a:rPr lang="en-US" sz="6000" b="0" dirty="0">
                <a:solidFill>
                  <a:srgbClr val="000000"/>
                </a:solidFill>
                <a:effectLst/>
                <a:latin typeface="Courier New" panose="02070309020205020404" pitchFamily="49" charset="0"/>
              </a:rPr>
              <a:t>)</a:t>
            </a:r>
            <a:endParaRPr lang="en-US" sz="6000" dirty="0">
              <a:solidFill>
                <a:srgbClr val="000000"/>
              </a:solidFill>
              <a:latin typeface="Courier New" panose="02070309020205020404" pitchFamily="49" charset="0"/>
            </a:endParaRPr>
          </a:p>
        </p:txBody>
      </p:sp>
      <p:sp>
        <p:nvSpPr>
          <p:cNvPr id="9" name="Double Brace 8">
            <a:extLst>
              <a:ext uri="{FF2B5EF4-FFF2-40B4-BE49-F238E27FC236}">
                <a16:creationId xmlns:a16="http://schemas.microsoft.com/office/drawing/2014/main" id="{A1D6C08E-8B0F-E18B-CAF8-B541AD97DD0D}"/>
              </a:ext>
            </a:extLst>
          </p:cNvPr>
          <p:cNvSpPr/>
          <p:nvPr/>
        </p:nvSpPr>
        <p:spPr>
          <a:xfrm rot="16200000">
            <a:off x="8044854" y="-4022601"/>
            <a:ext cx="7051742" cy="12393242"/>
          </a:xfrm>
          <a:prstGeom prst="bracePair">
            <a:avLst/>
          </a:prstGeom>
          <a:ln w="76200">
            <a:solidFill>
              <a:srgbClr val="004C7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n w="76200">
                <a:solidFill>
                  <a:schemeClr val="tx1"/>
                </a:solidFill>
              </a:ln>
              <a:solidFill>
                <a:srgbClr val="004C7F"/>
              </a:solidFill>
            </a:endParaRPr>
          </a:p>
        </p:txBody>
      </p:sp>
      <p:cxnSp>
        <p:nvCxnSpPr>
          <p:cNvPr id="22" name="Straight Arrow Connector 21">
            <a:extLst>
              <a:ext uri="{FF2B5EF4-FFF2-40B4-BE49-F238E27FC236}">
                <a16:creationId xmlns:a16="http://schemas.microsoft.com/office/drawing/2014/main" id="{BED6DF85-C88F-337B-9DC2-E7A7A5B5E062}"/>
              </a:ext>
            </a:extLst>
          </p:cNvPr>
          <p:cNvCxnSpPr>
            <a:cxnSpLocks/>
          </p:cNvCxnSpPr>
          <p:nvPr/>
        </p:nvCxnSpPr>
        <p:spPr>
          <a:xfrm>
            <a:off x="7105823" y="6461637"/>
            <a:ext cx="3947188" cy="0"/>
          </a:xfrm>
          <a:prstGeom prst="straightConnector1">
            <a:avLst/>
          </a:prstGeom>
          <a:ln w="76200">
            <a:solidFill>
              <a:srgbClr val="004C7F"/>
            </a:solidFill>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33885379-30C7-2902-D80F-E1A1BB043746}"/>
              </a:ext>
            </a:extLst>
          </p:cNvPr>
          <p:cNvSpPr txBox="1"/>
          <p:nvPr/>
        </p:nvSpPr>
        <p:spPr>
          <a:xfrm>
            <a:off x="11174047" y="5953806"/>
            <a:ext cx="793357" cy="1015663"/>
          </a:xfrm>
          <a:prstGeom prst="rect">
            <a:avLst/>
          </a:prstGeom>
          <a:noFill/>
        </p:spPr>
        <p:txBody>
          <a:bodyPr wrap="square">
            <a:spAutoFit/>
          </a:bodyPr>
          <a:lstStyle/>
          <a:p>
            <a:r>
              <a:rPr lang="en-US" sz="6000" dirty="0">
                <a:solidFill>
                  <a:srgbClr val="098156"/>
                </a:solidFill>
                <a:latin typeface="Courier New" panose="02070309020205020404" pitchFamily="49" charset="0"/>
              </a:rPr>
              <a:t>9</a:t>
            </a:r>
            <a:endParaRPr lang="en-US" sz="6000" b="0" dirty="0">
              <a:effectLst/>
              <a:latin typeface="Courier New" panose="02070309020205020404" pitchFamily="49" charset="0"/>
            </a:endParaRPr>
          </a:p>
        </p:txBody>
      </p:sp>
    </p:spTree>
    <p:extLst>
      <p:ext uri="{BB962C8B-B14F-4D97-AF65-F5344CB8AC3E}">
        <p14:creationId xmlns:p14="http://schemas.microsoft.com/office/powerpoint/2010/main" val="19064349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9" presetClass="entr" presetSubtype="0" fill="hold" grpId="0" nodeType="click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dissolve">
                                      <p:cBhvr>
                                        <p:cTn id="11" dur="500"/>
                                        <p:tgtEl>
                                          <p:spTgt spid="23"/>
                                        </p:tgtEl>
                                      </p:cBhvr>
                                    </p:animEffect>
                                  </p:childTnLst>
                                </p:cTn>
                              </p:par>
                              <p:par>
                                <p:cTn id="12" presetID="9" presetClass="entr" presetSubtype="0"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dissolve">
                                      <p:cBhvr>
                                        <p:cTn id="14" dur="500"/>
                                        <p:tgtEl>
                                          <p:spTgt spid="9"/>
                                        </p:tgtEl>
                                      </p:cBhvr>
                                    </p:animEffect>
                                  </p:childTnLst>
                                </p:cTn>
                              </p:par>
                              <p:par>
                                <p:cTn id="15" presetID="9" presetClass="entr" presetSubtype="0" fill="hold" nodeType="with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dissolve">
                                      <p:cBhvr>
                                        <p:cTn id="1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9" grpId="0" animBg="1"/>
      <p:bldP spid="23"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sp>
        <p:nvSpPr>
          <p:cNvPr id="18" name="TextBox 17">
            <a:extLst>
              <a:ext uri="{FF2B5EF4-FFF2-40B4-BE49-F238E27FC236}">
                <a16:creationId xmlns:a16="http://schemas.microsoft.com/office/drawing/2014/main" id="{F7FC67CC-520F-06A1-4267-9EE5ABC3665B}"/>
              </a:ext>
            </a:extLst>
          </p:cNvPr>
          <p:cNvSpPr txBox="1"/>
          <p:nvPr/>
        </p:nvSpPr>
        <p:spPr>
          <a:xfrm>
            <a:off x="4845442" y="3601647"/>
            <a:ext cx="13810670" cy="1015663"/>
          </a:xfrm>
          <a:prstGeom prst="rect">
            <a:avLst/>
          </a:prstGeom>
          <a:noFill/>
        </p:spPr>
        <p:txBody>
          <a:bodyPr wrap="square">
            <a:spAutoFit/>
          </a:bodyPr>
          <a:lstStyle/>
          <a:p>
            <a:r>
              <a:rPr lang="en-US" sz="6000" b="0" dirty="0">
                <a:effectLst/>
                <a:latin typeface="Courier New" panose="02070309020205020404" pitchFamily="49" charset="0"/>
              </a:rPr>
              <a:t>[</a:t>
            </a:r>
            <a:r>
              <a:rPr lang="en-US" sz="6000" dirty="0">
                <a:solidFill>
                  <a:srgbClr val="098156"/>
                </a:solidFill>
                <a:latin typeface="Courier New" panose="02070309020205020404" pitchFamily="49" charset="0"/>
              </a:rPr>
              <a:t>0</a:t>
            </a:r>
            <a:r>
              <a:rPr lang="en-US" sz="6000" dirty="0">
                <a:latin typeface="Courier New" panose="02070309020205020404" pitchFamily="49" charset="0"/>
              </a:rPr>
              <a:t>,</a:t>
            </a:r>
            <a:r>
              <a:rPr lang="en-US" sz="6000" dirty="0">
                <a:solidFill>
                  <a:srgbClr val="FF0000"/>
                </a:solidFill>
                <a:latin typeface="Courier New" panose="02070309020205020404" pitchFamily="49" charset="0"/>
              </a:rPr>
              <a:t> </a:t>
            </a:r>
            <a:r>
              <a:rPr lang="en-US" sz="6000" dirty="0">
                <a:solidFill>
                  <a:srgbClr val="098156"/>
                </a:solidFill>
                <a:latin typeface="Courier New" panose="02070309020205020404" pitchFamily="49" charset="0"/>
              </a:rPr>
              <a:t>3</a:t>
            </a:r>
            <a:r>
              <a:rPr lang="en-US" sz="6000" dirty="0">
                <a:latin typeface="Courier New" panose="02070309020205020404" pitchFamily="49" charset="0"/>
              </a:rPr>
              <a:t>,</a:t>
            </a:r>
            <a:r>
              <a:rPr lang="en-US" sz="6000" dirty="0">
                <a:solidFill>
                  <a:srgbClr val="FF0000"/>
                </a:solidFill>
                <a:latin typeface="Courier New" panose="02070309020205020404" pitchFamily="49" charset="0"/>
              </a:rPr>
              <a:t> </a:t>
            </a:r>
            <a:r>
              <a:rPr lang="en-US" sz="6000" dirty="0">
                <a:solidFill>
                  <a:srgbClr val="098156"/>
                </a:solidFill>
                <a:latin typeface="Courier New" panose="02070309020205020404" pitchFamily="49" charset="0"/>
              </a:rPr>
              <a:t>5</a:t>
            </a:r>
            <a:r>
              <a:rPr lang="en-US" sz="6000" dirty="0">
                <a:latin typeface="Courier New" panose="02070309020205020404" pitchFamily="49" charset="0"/>
              </a:rPr>
              <a:t>, </a:t>
            </a:r>
            <a:r>
              <a:rPr lang="en-US" sz="6000" dirty="0">
                <a:solidFill>
                  <a:srgbClr val="098156"/>
                </a:solidFill>
                <a:latin typeface="Courier New" panose="02070309020205020404" pitchFamily="49" charset="0"/>
              </a:rPr>
              <a:t>7</a:t>
            </a:r>
            <a:r>
              <a:rPr lang="en-US" sz="6000" dirty="0">
                <a:latin typeface="Courier New" panose="02070309020205020404" pitchFamily="49" charset="0"/>
              </a:rPr>
              <a:t>, </a:t>
            </a:r>
            <a:r>
              <a:rPr lang="en-US" sz="6000" dirty="0">
                <a:solidFill>
                  <a:srgbClr val="098156"/>
                </a:solidFill>
                <a:latin typeface="Courier New" panose="02070309020205020404" pitchFamily="49" charset="0"/>
              </a:rPr>
              <a:t>8</a:t>
            </a:r>
            <a:r>
              <a:rPr lang="en-US" sz="6000" dirty="0">
                <a:latin typeface="Courier New" panose="02070309020205020404" pitchFamily="49" charset="0"/>
              </a:rPr>
              <a:t>, </a:t>
            </a:r>
            <a:r>
              <a:rPr lang="en-US" sz="6000" dirty="0">
                <a:solidFill>
                  <a:srgbClr val="098156"/>
                </a:solidFill>
                <a:latin typeface="Courier New" panose="02070309020205020404" pitchFamily="49" charset="0"/>
              </a:rPr>
              <a:t>8</a:t>
            </a:r>
            <a:r>
              <a:rPr lang="en-US" sz="6000" dirty="0">
                <a:latin typeface="Courier New" panose="02070309020205020404" pitchFamily="49" charset="0"/>
              </a:rPr>
              <a:t>, </a:t>
            </a:r>
            <a:r>
              <a:rPr lang="en-US" sz="6000" dirty="0">
                <a:solidFill>
                  <a:srgbClr val="098156"/>
                </a:solidFill>
                <a:latin typeface="Courier New" panose="02070309020205020404" pitchFamily="49" charset="0"/>
              </a:rPr>
              <a:t>9</a:t>
            </a:r>
            <a:r>
              <a:rPr lang="en-US" sz="6000" dirty="0">
                <a:latin typeface="Courier New" panose="02070309020205020404" pitchFamily="49" charset="0"/>
              </a:rPr>
              <a:t>, </a:t>
            </a:r>
            <a:r>
              <a:rPr lang="en-US" sz="6000" dirty="0">
                <a:solidFill>
                  <a:srgbClr val="098156"/>
                </a:solidFill>
                <a:latin typeface="Courier New" panose="02070309020205020404" pitchFamily="49" charset="0"/>
              </a:rPr>
              <a:t>10</a:t>
            </a:r>
            <a:r>
              <a:rPr lang="en-US" sz="6000" dirty="0">
                <a:latin typeface="Courier New" panose="02070309020205020404" pitchFamily="49" charset="0"/>
              </a:rPr>
              <a:t>,</a:t>
            </a:r>
            <a:r>
              <a:rPr lang="en-US" sz="6000" dirty="0">
                <a:solidFill>
                  <a:srgbClr val="098156"/>
                </a:solidFill>
                <a:latin typeface="Courier New" panose="02070309020205020404" pitchFamily="49" charset="0"/>
              </a:rPr>
              <a:t> 14</a:t>
            </a:r>
            <a:r>
              <a:rPr lang="en-US" sz="6000" dirty="0">
                <a:latin typeface="Courier New" panose="02070309020205020404" pitchFamily="49" charset="0"/>
              </a:rPr>
              <a:t>]</a:t>
            </a:r>
            <a:endParaRPr lang="en-US" sz="6000" b="0" dirty="0">
              <a:effectLst/>
              <a:latin typeface="Courier New" panose="02070309020205020404" pitchFamily="49" charset="0"/>
            </a:endParaRPr>
          </a:p>
        </p:txBody>
      </p:sp>
      <p:sp>
        <p:nvSpPr>
          <p:cNvPr id="2" name="Google Shape;412;p56">
            <a:extLst>
              <a:ext uri="{FF2B5EF4-FFF2-40B4-BE49-F238E27FC236}">
                <a16:creationId xmlns:a16="http://schemas.microsoft.com/office/drawing/2014/main" id="{4E5DC0DC-DCEB-F4EA-FA06-D349E1D17C1C}"/>
              </a:ext>
            </a:extLst>
          </p:cNvPr>
          <p:cNvSpPr txBox="1">
            <a:spLocks/>
          </p:cNvSpPr>
          <p:nvPr/>
        </p:nvSpPr>
        <p:spPr>
          <a:xfrm>
            <a:off x="298453" y="249400"/>
            <a:ext cx="20503200" cy="1427200"/>
          </a:xfrm>
          <a:prstGeom prst="rect">
            <a:avLst/>
          </a:prstGeom>
        </p:spPr>
        <p:txBody>
          <a:bodyPr spcFirstLastPara="1" vert="horz" wrap="square" lIns="243800" tIns="243800" rIns="243800" bIns="243800" rtlCol="0" anchor="t" anchorCtr="0">
            <a:normAutofit/>
          </a:bodyPr>
          <a:lstStyle>
            <a:lvl1pPr lvl="0" algn="l" defTabSz="1828800" rtl="0" eaLnBrk="1" latinLnBrk="0" hangingPunct="1">
              <a:lnSpc>
                <a:spcPct val="90000"/>
              </a:lnSpc>
              <a:spcBef>
                <a:spcPts val="0"/>
              </a:spcBef>
              <a:spcAft>
                <a:spcPts val="0"/>
              </a:spcAft>
              <a:buSzPts val="2600"/>
              <a:buNone/>
              <a:defRPr sz="6933" kern="1200">
                <a:solidFill>
                  <a:schemeClr val="tx1"/>
                </a:solidFill>
                <a:latin typeface="+mj-lt"/>
                <a:ea typeface="+mj-ea"/>
                <a:cs typeface="+mj-cs"/>
              </a:defRPr>
            </a:lvl1pPr>
            <a:lvl2pPr lvl="1" rtl="0">
              <a:spcBef>
                <a:spcPts val="0"/>
              </a:spcBef>
              <a:spcAft>
                <a:spcPts val="0"/>
              </a:spcAft>
              <a:buSzPts val="2600"/>
              <a:buNone/>
              <a:defRPr sz="6933"/>
            </a:lvl2pPr>
            <a:lvl3pPr lvl="2" rtl="0">
              <a:spcBef>
                <a:spcPts val="0"/>
              </a:spcBef>
              <a:spcAft>
                <a:spcPts val="0"/>
              </a:spcAft>
              <a:buSzPts val="2600"/>
              <a:buNone/>
              <a:defRPr sz="6933"/>
            </a:lvl3pPr>
            <a:lvl4pPr lvl="3" rtl="0">
              <a:spcBef>
                <a:spcPts val="0"/>
              </a:spcBef>
              <a:spcAft>
                <a:spcPts val="0"/>
              </a:spcAft>
              <a:buSzPts val="2600"/>
              <a:buNone/>
              <a:defRPr sz="6933"/>
            </a:lvl4pPr>
            <a:lvl5pPr lvl="4" rtl="0">
              <a:spcBef>
                <a:spcPts val="0"/>
              </a:spcBef>
              <a:spcAft>
                <a:spcPts val="0"/>
              </a:spcAft>
              <a:buSzPts val="2600"/>
              <a:buNone/>
              <a:defRPr sz="6933"/>
            </a:lvl5pPr>
            <a:lvl6pPr lvl="5" rtl="0">
              <a:spcBef>
                <a:spcPts val="0"/>
              </a:spcBef>
              <a:spcAft>
                <a:spcPts val="0"/>
              </a:spcAft>
              <a:buSzPts val="2600"/>
              <a:buNone/>
              <a:defRPr sz="6933"/>
            </a:lvl6pPr>
            <a:lvl7pPr lvl="6" rtl="0">
              <a:spcBef>
                <a:spcPts val="0"/>
              </a:spcBef>
              <a:spcAft>
                <a:spcPts val="0"/>
              </a:spcAft>
              <a:buSzPts val="2600"/>
              <a:buNone/>
              <a:defRPr sz="6933"/>
            </a:lvl7pPr>
            <a:lvl8pPr lvl="7" rtl="0">
              <a:spcBef>
                <a:spcPts val="0"/>
              </a:spcBef>
              <a:spcAft>
                <a:spcPts val="0"/>
              </a:spcAft>
              <a:buSzPts val="2600"/>
              <a:buNone/>
              <a:defRPr sz="6933"/>
            </a:lvl8pPr>
            <a:lvl9pPr lvl="8" rtl="0">
              <a:spcBef>
                <a:spcPts val="0"/>
              </a:spcBef>
              <a:spcAft>
                <a:spcPts val="0"/>
              </a:spcAft>
              <a:buSzPts val="2600"/>
              <a:buNone/>
              <a:defRPr sz="6933"/>
            </a:lvl9pPr>
          </a:lstStyle>
          <a:p>
            <a:r>
              <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List Manipulation</a:t>
            </a:r>
          </a:p>
        </p:txBody>
      </p:sp>
      <p:sp>
        <p:nvSpPr>
          <p:cNvPr id="3" name="Google Shape;412;p56">
            <a:extLst>
              <a:ext uri="{FF2B5EF4-FFF2-40B4-BE49-F238E27FC236}">
                <a16:creationId xmlns:a16="http://schemas.microsoft.com/office/drawing/2014/main" id="{D91AA8B2-6D4C-AEDC-81A7-C8190312A9C2}"/>
              </a:ext>
            </a:extLst>
          </p:cNvPr>
          <p:cNvSpPr txBox="1">
            <a:spLocks/>
          </p:cNvSpPr>
          <p:nvPr/>
        </p:nvSpPr>
        <p:spPr>
          <a:xfrm>
            <a:off x="296105" y="1175521"/>
            <a:ext cx="20503200" cy="1427200"/>
          </a:xfrm>
          <a:prstGeom prst="rect">
            <a:avLst/>
          </a:prstGeom>
        </p:spPr>
        <p:txBody>
          <a:bodyPr spcFirstLastPara="1" vert="horz" wrap="square" lIns="243800" tIns="243800" rIns="243800" bIns="243800" rtlCol="0" anchor="t" anchorCtr="0">
            <a:normAutofit fontScale="97500"/>
          </a:bodyPr>
          <a:lstStyle>
            <a:lvl1pPr lvl="0" algn="l" defTabSz="1828800" rtl="0" eaLnBrk="1" latinLnBrk="0" hangingPunct="1">
              <a:lnSpc>
                <a:spcPct val="90000"/>
              </a:lnSpc>
              <a:spcBef>
                <a:spcPts val="0"/>
              </a:spcBef>
              <a:spcAft>
                <a:spcPts val="0"/>
              </a:spcAft>
              <a:buSzPts val="2600"/>
              <a:buNone/>
              <a:defRPr sz="6933" kern="1200">
                <a:solidFill>
                  <a:schemeClr val="tx1"/>
                </a:solidFill>
                <a:latin typeface="+mj-lt"/>
                <a:ea typeface="+mj-ea"/>
                <a:cs typeface="+mj-cs"/>
              </a:defRPr>
            </a:lvl1pPr>
            <a:lvl2pPr lvl="1" rtl="0">
              <a:spcBef>
                <a:spcPts val="0"/>
              </a:spcBef>
              <a:spcAft>
                <a:spcPts val="0"/>
              </a:spcAft>
              <a:buSzPts val="2600"/>
              <a:buNone/>
              <a:defRPr sz="6933"/>
            </a:lvl2pPr>
            <a:lvl3pPr lvl="2" rtl="0">
              <a:spcBef>
                <a:spcPts val="0"/>
              </a:spcBef>
              <a:spcAft>
                <a:spcPts val="0"/>
              </a:spcAft>
              <a:buSzPts val="2600"/>
              <a:buNone/>
              <a:defRPr sz="6933"/>
            </a:lvl3pPr>
            <a:lvl4pPr lvl="3" rtl="0">
              <a:spcBef>
                <a:spcPts val="0"/>
              </a:spcBef>
              <a:spcAft>
                <a:spcPts val="0"/>
              </a:spcAft>
              <a:buSzPts val="2600"/>
              <a:buNone/>
              <a:defRPr sz="6933"/>
            </a:lvl4pPr>
            <a:lvl5pPr lvl="4" rtl="0">
              <a:spcBef>
                <a:spcPts val="0"/>
              </a:spcBef>
              <a:spcAft>
                <a:spcPts val="0"/>
              </a:spcAft>
              <a:buSzPts val="2600"/>
              <a:buNone/>
              <a:defRPr sz="6933"/>
            </a:lvl5pPr>
            <a:lvl6pPr lvl="5" rtl="0">
              <a:spcBef>
                <a:spcPts val="0"/>
              </a:spcBef>
              <a:spcAft>
                <a:spcPts val="0"/>
              </a:spcAft>
              <a:buSzPts val="2600"/>
              <a:buNone/>
              <a:defRPr sz="6933"/>
            </a:lvl6pPr>
            <a:lvl7pPr lvl="6" rtl="0">
              <a:spcBef>
                <a:spcPts val="0"/>
              </a:spcBef>
              <a:spcAft>
                <a:spcPts val="0"/>
              </a:spcAft>
              <a:buSzPts val="2600"/>
              <a:buNone/>
              <a:defRPr sz="6933"/>
            </a:lvl7pPr>
            <a:lvl8pPr lvl="7" rtl="0">
              <a:spcBef>
                <a:spcPts val="0"/>
              </a:spcBef>
              <a:spcAft>
                <a:spcPts val="0"/>
              </a:spcAft>
              <a:buSzPts val="2600"/>
              <a:buNone/>
              <a:defRPr sz="6933"/>
            </a:lvl8pPr>
            <a:lvl9pPr lvl="8" rtl="0">
              <a:spcBef>
                <a:spcPts val="0"/>
              </a:spcBef>
              <a:spcAft>
                <a:spcPts val="0"/>
              </a:spcAft>
              <a:buSzPts val="2600"/>
              <a:buNone/>
              <a:defRPr sz="6933"/>
            </a:lvl9pPr>
          </a:lstStyle>
          <a:p>
            <a:r>
              <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List Operations</a:t>
            </a:r>
          </a:p>
        </p:txBody>
      </p:sp>
      <p:sp>
        <p:nvSpPr>
          <p:cNvPr id="7" name="Google Shape;412;p56">
            <a:extLst>
              <a:ext uri="{FF2B5EF4-FFF2-40B4-BE49-F238E27FC236}">
                <a16:creationId xmlns:a16="http://schemas.microsoft.com/office/drawing/2014/main" id="{1DF98835-E352-EAD3-E001-8739AE1A0C64}"/>
              </a:ext>
            </a:extLst>
          </p:cNvPr>
          <p:cNvSpPr txBox="1">
            <a:spLocks/>
          </p:cNvSpPr>
          <p:nvPr/>
        </p:nvSpPr>
        <p:spPr>
          <a:xfrm>
            <a:off x="298605" y="2092419"/>
            <a:ext cx="20503200" cy="1427200"/>
          </a:xfrm>
          <a:prstGeom prst="rect">
            <a:avLst/>
          </a:prstGeom>
        </p:spPr>
        <p:txBody>
          <a:bodyPr spcFirstLastPara="1" vert="horz" wrap="square" lIns="243800" tIns="243800" rIns="243800" bIns="243800" rtlCol="0" anchor="t" anchorCtr="0">
            <a:normAutofit fontScale="97500"/>
          </a:bodyPr>
          <a:lstStyle>
            <a:lvl1pPr lvl="0" algn="l" defTabSz="1828800" rtl="0" eaLnBrk="1" latinLnBrk="0" hangingPunct="1">
              <a:lnSpc>
                <a:spcPct val="90000"/>
              </a:lnSpc>
              <a:spcBef>
                <a:spcPts val="0"/>
              </a:spcBef>
              <a:spcAft>
                <a:spcPts val="0"/>
              </a:spcAft>
              <a:buSzPts val="2600"/>
              <a:buNone/>
              <a:defRPr sz="6933" kern="1200">
                <a:solidFill>
                  <a:schemeClr val="tx1"/>
                </a:solidFill>
                <a:latin typeface="+mj-lt"/>
                <a:ea typeface="+mj-ea"/>
                <a:cs typeface="+mj-cs"/>
              </a:defRPr>
            </a:lvl1pPr>
            <a:lvl2pPr lvl="1" rtl="0">
              <a:spcBef>
                <a:spcPts val="0"/>
              </a:spcBef>
              <a:spcAft>
                <a:spcPts val="0"/>
              </a:spcAft>
              <a:buSzPts val="2600"/>
              <a:buNone/>
              <a:defRPr sz="6933"/>
            </a:lvl2pPr>
            <a:lvl3pPr lvl="2" rtl="0">
              <a:spcBef>
                <a:spcPts val="0"/>
              </a:spcBef>
              <a:spcAft>
                <a:spcPts val="0"/>
              </a:spcAft>
              <a:buSzPts val="2600"/>
              <a:buNone/>
              <a:defRPr sz="6933"/>
            </a:lvl3pPr>
            <a:lvl4pPr lvl="3" rtl="0">
              <a:spcBef>
                <a:spcPts val="0"/>
              </a:spcBef>
              <a:spcAft>
                <a:spcPts val="0"/>
              </a:spcAft>
              <a:buSzPts val="2600"/>
              <a:buNone/>
              <a:defRPr sz="6933"/>
            </a:lvl4pPr>
            <a:lvl5pPr lvl="4" rtl="0">
              <a:spcBef>
                <a:spcPts val="0"/>
              </a:spcBef>
              <a:spcAft>
                <a:spcPts val="0"/>
              </a:spcAft>
              <a:buSzPts val="2600"/>
              <a:buNone/>
              <a:defRPr sz="6933"/>
            </a:lvl5pPr>
            <a:lvl6pPr lvl="5" rtl="0">
              <a:spcBef>
                <a:spcPts val="0"/>
              </a:spcBef>
              <a:spcAft>
                <a:spcPts val="0"/>
              </a:spcAft>
              <a:buSzPts val="2600"/>
              <a:buNone/>
              <a:defRPr sz="6933"/>
            </a:lvl6pPr>
            <a:lvl7pPr lvl="6" rtl="0">
              <a:spcBef>
                <a:spcPts val="0"/>
              </a:spcBef>
              <a:spcAft>
                <a:spcPts val="0"/>
              </a:spcAft>
              <a:buSzPts val="2600"/>
              <a:buNone/>
              <a:defRPr sz="6933"/>
            </a:lvl7pPr>
            <a:lvl8pPr lvl="7" rtl="0">
              <a:spcBef>
                <a:spcPts val="0"/>
              </a:spcBef>
              <a:spcAft>
                <a:spcPts val="0"/>
              </a:spcAft>
              <a:buSzPts val="2600"/>
              <a:buNone/>
              <a:defRPr sz="6933"/>
            </a:lvl8pPr>
            <a:lvl9pPr lvl="8" rtl="0">
              <a:spcBef>
                <a:spcPts val="0"/>
              </a:spcBef>
              <a:spcAft>
                <a:spcPts val="0"/>
              </a:spcAft>
              <a:buSzPts val="2600"/>
              <a:buNone/>
              <a:defRPr sz="6933"/>
            </a:lvl9pPr>
          </a:lstStyle>
          <a:p>
            <a:r>
              <a:rPr lang="en-US" sz="6000" b="1" dirty="0">
                <a:solidFill>
                  <a:srgbClr val="006B64"/>
                </a:solidFill>
                <a:latin typeface="Helvetica Neue" panose="02000503000000020004" pitchFamily="2" charset="0"/>
                <a:ea typeface="Helvetica Neue" panose="02000503000000020004" pitchFamily="2" charset="0"/>
                <a:cs typeface="Helvetica Neue" panose="02000503000000020004" pitchFamily="2" charset="0"/>
              </a:rPr>
              <a:t>max()</a:t>
            </a:r>
          </a:p>
        </p:txBody>
      </p:sp>
      <p:sp>
        <p:nvSpPr>
          <p:cNvPr id="12" name="TextBox 11">
            <a:extLst>
              <a:ext uri="{FF2B5EF4-FFF2-40B4-BE49-F238E27FC236}">
                <a16:creationId xmlns:a16="http://schemas.microsoft.com/office/drawing/2014/main" id="{592EA4AB-D624-178A-243C-BDD002F13C91}"/>
              </a:ext>
            </a:extLst>
          </p:cNvPr>
          <p:cNvSpPr txBox="1"/>
          <p:nvPr/>
        </p:nvSpPr>
        <p:spPr>
          <a:xfrm>
            <a:off x="1270415" y="5953806"/>
            <a:ext cx="11670816" cy="1015663"/>
          </a:xfrm>
          <a:prstGeom prst="rect">
            <a:avLst/>
          </a:prstGeom>
          <a:noFill/>
        </p:spPr>
        <p:txBody>
          <a:bodyPr wrap="square">
            <a:spAutoFit/>
          </a:bodyPr>
          <a:lstStyle/>
          <a:p>
            <a:r>
              <a:rPr lang="en-US" sz="6000" b="0" dirty="0">
                <a:solidFill>
                  <a:srgbClr val="795E27"/>
                </a:solidFill>
                <a:effectLst/>
                <a:latin typeface="Courier New" panose="02070309020205020404" pitchFamily="49" charset="0"/>
              </a:rPr>
              <a:t>max</a:t>
            </a:r>
            <a:r>
              <a:rPr lang="en-US" sz="6000" b="0" dirty="0">
                <a:solidFill>
                  <a:srgbClr val="000000"/>
                </a:solidFill>
                <a:effectLst/>
                <a:latin typeface="Courier New" panose="02070309020205020404" pitchFamily="49" charset="0"/>
              </a:rPr>
              <a:t>(</a:t>
            </a:r>
            <a:r>
              <a:rPr lang="en-US" sz="6000" b="0" dirty="0" err="1">
                <a:solidFill>
                  <a:srgbClr val="000000"/>
                </a:solidFill>
                <a:effectLst/>
                <a:latin typeface="Courier New" panose="02070309020205020404" pitchFamily="49" charset="0"/>
              </a:rPr>
              <a:t>my_list</a:t>
            </a:r>
            <a:r>
              <a:rPr lang="en-US" sz="6000" b="0" dirty="0">
                <a:solidFill>
                  <a:srgbClr val="000000"/>
                </a:solidFill>
                <a:effectLst/>
                <a:latin typeface="Courier New" panose="02070309020205020404" pitchFamily="49" charset="0"/>
              </a:rPr>
              <a:t>)</a:t>
            </a:r>
            <a:endParaRPr lang="en-US" sz="6000" dirty="0">
              <a:solidFill>
                <a:srgbClr val="000000"/>
              </a:solidFill>
              <a:latin typeface="Courier New" panose="02070309020205020404" pitchFamily="49" charset="0"/>
            </a:endParaRPr>
          </a:p>
        </p:txBody>
      </p:sp>
      <p:cxnSp>
        <p:nvCxnSpPr>
          <p:cNvPr id="22" name="Straight Arrow Connector 21">
            <a:extLst>
              <a:ext uri="{FF2B5EF4-FFF2-40B4-BE49-F238E27FC236}">
                <a16:creationId xmlns:a16="http://schemas.microsoft.com/office/drawing/2014/main" id="{BED6DF85-C88F-337B-9DC2-E7A7A5B5E062}"/>
              </a:ext>
            </a:extLst>
          </p:cNvPr>
          <p:cNvCxnSpPr>
            <a:cxnSpLocks/>
          </p:cNvCxnSpPr>
          <p:nvPr/>
        </p:nvCxnSpPr>
        <p:spPr>
          <a:xfrm>
            <a:off x="7105823" y="6461637"/>
            <a:ext cx="3947188" cy="0"/>
          </a:xfrm>
          <a:prstGeom prst="straightConnector1">
            <a:avLst/>
          </a:prstGeom>
          <a:ln w="76200">
            <a:solidFill>
              <a:srgbClr val="004C7F"/>
            </a:solidFill>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33885379-30C7-2902-D80F-E1A1BB043746}"/>
              </a:ext>
            </a:extLst>
          </p:cNvPr>
          <p:cNvSpPr txBox="1"/>
          <p:nvPr/>
        </p:nvSpPr>
        <p:spPr>
          <a:xfrm>
            <a:off x="11174047" y="5953806"/>
            <a:ext cx="1290669" cy="1015663"/>
          </a:xfrm>
          <a:prstGeom prst="rect">
            <a:avLst/>
          </a:prstGeom>
          <a:noFill/>
        </p:spPr>
        <p:txBody>
          <a:bodyPr wrap="square">
            <a:spAutoFit/>
          </a:bodyPr>
          <a:lstStyle/>
          <a:p>
            <a:r>
              <a:rPr lang="en-US" sz="6000" dirty="0">
                <a:solidFill>
                  <a:srgbClr val="098156"/>
                </a:solidFill>
                <a:latin typeface="Courier New" panose="02070309020205020404" pitchFamily="49" charset="0"/>
              </a:rPr>
              <a:t>14</a:t>
            </a:r>
            <a:endParaRPr lang="en-US" sz="6000" b="0" dirty="0">
              <a:effectLst/>
              <a:latin typeface="Courier New" panose="02070309020205020404" pitchFamily="49" charset="0"/>
            </a:endParaRPr>
          </a:p>
        </p:txBody>
      </p:sp>
      <p:cxnSp>
        <p:nvCxnSpPr>
          <p:cNvPr id="4" name="Straight Arrow Connector 3">
            <a:extLst>
              <a:ext uri="{FF2B5EF4-FFF2-40B4-BE49-F238E27FC236}">
                <a16:creationId xmlns:a16="http://schemas.microsoft.com/office/drawing/2014/main" id="{ED2530E2-C211-8D3E-022A-33CDB5F663F9}"/>
              </a:ext>
            </a:extLst>
          </p:cNvPr>
          <p:cNvCxnSpPr>
            <a:cxnSpLocks/>
          </p:cNvCxnSpPr>
          <p:nvPr/>
        </p:nvCxnSpPr>
        <p:spPr>
          <a:xfrm flipH="1">
            <a:off x="12193587" y="4475747"/>
            <a:ext cx="4746876" cy="1812758"/>
          </a:xfrm>
          <a:prstGeom prst="straightConnector1">
            <a:avLst/>
          </a:prstGeom>
          <a:ln w="76200">
            <a:solidFill>
              <a:srgbClr val="004C7F"/>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7774774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9" presetClass="entr" presetSubtype="0" fill="hold" grpId="0" nodeType="click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dissolve">
                                      <p:cBhvr>
                                        <p:cTn id="11" dur="500"/>
                                        <p:tgtEl>
                                          <p:spTgt spid="23"/>
                                        </p:tgtEl>
                                      </p:cBhvr>
                                    </p:animEffect>
                                  </p:childTnLst>
                                </p:cTn>
                              </p:par>
                              <p:par>
                                <p:cTn id="12" presetID="9" presetClass="entr" presetSubtype="0" fill="hold" nodeType="with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dissolve">
                                      <p:cBhvr>
                                        <p:cTn id="14" dur="500"/>
                                        <p:tgtEl>
                                          <p:spTgt spid="4"/>
                                        </p:tgtEl>
                                      </p:cBhvr>
                                    </p:animEffect>
                                  </p:childTnLst>
                                </p:cTn>
                              </p:par>
                              <p:par>
                                <p:cTn id="15" presetID="9" presetClass="entr" presetSubtype="0" fill="hold" nodeType="with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dissolve">
                                      <p:cBhvr>
                                        <p:cTn id="1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23"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sp>
        <p:nvSpPr>
          <p:cNvPr id="18" name="TextBox 17">
            <a:extLst>
              <a:ext uri="{FF2B5EF4-FFF2-40B4-BE49-F238E27FC236}">
                <a16:creationId xmlns:a16="http://schemas.microsoft.com/office/drawing/2014/main" id="{F7FC67CC-520F-06A1-4267-9EE5ABC3665B}"/>
              </a:ext>
            </a:extLst>
          </p:cNvPr>
          <p:cNvSpPr txBox="1"/>
          <p:nvPr/>
        </p:nvSpPr>
        <p:spPr>
          <a:xfrm>
            <a:off x="4845442" y="3601647"/>
            <a:ext cx="13810670" cy="1015663"/>
          </a:xfrm>
          <a:prstGeom prst="rect">
            <a:avLst/>
          </a:prstGeom>
          <a:noFill/>
        </p:spPr>
        <p:txBody>
          <a:bodyPr wrap="square">
            <a:spAutoFit/>
          </a:bodyPr>
          <a:lstStyle/>
          <a:p>
            <a:r>
              <a:rPr lang="en-US" sz="6000" b="0" dirty="0">
                <a:effectLst/>
                <a:latin typeface="Courier New" panose="02070309020205020404" pitchFamily="49" charset="0"/>
              </a:rPr>
              <a:t>[</a:t>
            </a:r>
            <a:r>
              <a:rPr lang="en-US" sz="6000" dirty="0">
                <a:solidFill>
                  <a:srgbClr val="098156"/>
                </a:solidFill>
                <a:latin typeface="Courier New" panose="02070309020205020404" pitchFamily="49" charset="0"/>
              </a:rPr>
              <a:t>0</a:t>
            </a:r>
            <a:r>
              <a:rPr lang="en-US" sz="6000" dirty="0">
                <a:latin typeface="Courier New" panose="02070309020205020404" pitchFamily="49" charset="0"/>
              </a:rPr>
              <a:t>,</a:t>
            </a:r>
            <a:r>
              <a:rPr lang="en-US" sz="6000" dirty="0">
                <a:solidFill>
                  <a:srgbClr val="FF0000"/>
                </a:solidFill>
                <a:latin typeface="Courier New" panose="02070309020205020404" pitchFamily="49" charset="0"/>
              </a:rPr>
              <a:t> </a:t>
            </a:r>
            <a:r>
              <a:rPr lang="en-US" sz="6000" dirty="0">
                <a:solidFill>
                  <a:srgbClr val="098156"/>
                </a:solidFill>
                <a:latin typeface="Courier New" panose="02070309020205020404" pitchFamily="49" charset="0"/>
              </a:rPr>
              <a:t>3</a:t>
            </a:r>
            <a:r>
              <a:rPr lang="en-US" sz="6000" dirty="0">
                <a:latin typeface="Courier New" panose="02070309020205020404" pitchFamily="49" charset="0"/>
              </a:rPr>
              <a:t>,</a:t>
            </a:r>
            <a:r>
              <a:rPr lang="en-US" sz="6000" dirty="0">
                <a:solidFill>
                  <a:srgbClr val="FF0000"/>
                </a:solidFill>
                <a:latin typeface="Courier New" panose="02070309020205020404" pitchFamily="49" charset="0"/>
              </a:rPr>
              <a:t> </a:t>
            </a:r>
            <a:r>
              <a:rPr lang="en-US" sz="6000" dirty="0">
                <a:solidFill>
                  <a:srgbClr val="098156"/>
                </a:solidFill>
                <a:latin typeface="Courier New" panose="02070309020205020404" pitchFamily="49" charset="0"/>
              </a:rPr>
              <a:t>5</a:t>
            </a:r>
            <a:r>
              <a:rPr lang="en-US" sz="6000" dirty="0">
                <a:latin typeface="Courier New" panose="02070309020205020404" pitchFamily="49" charset="0"/>
              </a:rPr>
              <a:t>, </a:t>
            </a:r>
            <a:r>
              <a:rPr lang="en-US" sz="6000" dirty="0">
                <a:solidFill>
                  <a:srgbClr val="098156"/>
                </a:solidFill>
                <a:latin typeface="Courier New" panose="02070309020205020404" pitchFamily="49" charset="0"/>
              </a:rPr>
              <a:t>7</a:t>
            </a:r>
            <a:r>
              <a:rPr lang="en-US" sz="6000" dirty="0">
                <a:latin typeface="Courier New" panose="02070309020205020404" pitchFamily="49" charset="0"/>
              </a:rPr>
              <a:t>, </a:t>
            </a:r>
            <a:r>
              <a:rPr lang="en-US" sz="6000" dirty="0">
                <a:solidFill>
                  <a:srgbClr val="098156"/>
                </a:solidFill>
                <a:latin typeface="Courier New" panose="02070309020205020404" pitchFamily="49" charset="0"/>
              </a:rPr>
              <a:t>8</a:t>
            </a:r>
            <a:r>
              <a:rPr lang="en-US" sz="6000" dirty="0">
                <a:latin typeface="Courier New" panose="02070309020205020404" pitchFamily="49" charset="0"/>
              </a:rPr>
              <a:t>, </a:t>
            </a:r>
            <a:r>
              <a:rPr lang="en-US" sz="6000" dirty="0">
                <a:solidFill>
                  <a:srgbClr val="098156"/>
                </a:solidFill>
                <a:latin typeface="Courier New" panose="02070309020205020404" pitchFamily="49" charset="0"/>
              </a:rPr>
              <a:t>8</a:t>
            </a:r>
            <a:r>
              <a:rPr lang="en-US" sz="6000" dirty="0">
                <a:latin typeface="Courier New" panose="02070309020205020404" pitchFamily="49" charset="0"/>
              </a:rPr>
              <a:t>, </a:t>
            </a:r>
            <a:r>
              <a:rPr lang="en-US" sz="6000" dirty="0">
                <a:solidFill>
                  <a:srgbClr val="098156"/>
                </a:solidFill>
                <a:latin typeface="Courier New" panose="02070309020205020404" pitchFamily="49" charset="0"/>
              </a:rPr>
              <a:t>9</a:t>
            </a:r>
            <a:r>
              <a:rPr lang="en-US" sz="6000" dirty="0">
                <a:latin typeface="Courier New" panose="02070309020205020404" pitchFamily="49" charset="0"/>
              </a:rPr>
              <a:t>, </a:t>
            </a:r>
            <a:r>
              <a:rPr lang="en-US" sz="6000" dirty="0">
                <a:solidFill>
                  <a:srgbClr val="098156"/>
                </a:solidFill>
                <a:latin typeface="Courier New" panose="02070309020205020404" pitchFamily="49" charset="0"/>
              </a:rPr>
              <a:t>10</a:t>
            </a:r>
            <a:r>
              <a:rPr lang="en-US" sz="6000" dirty="0">
                <a:latin typeface="Courier New" panose="02070309020205020404" pitchFamily="49" charset="0"/>
              </a:rPr>
              <a:t>,</a:t>
            </a:r>
            <a:r>
              <a:rPr lang="en-US" sz="6000" dirty="0">
                <a:solidFill>
                  <a:srgbClr val="098156"/>
                </a:solidFill>
                <a:latin typeface="Courier New" panose="02070309020205020404" pitchFamily="49" charset="0"/>
              </a:rPr>
              <a:t> 14</a:t>
            </a:r>
            <a:r>
              <a:rPr lang="en-US" sz="6000" dirty="0">
                <a:latin typeface="Courier New" panose="02070309020205020404" pitchFamily="49" charset="0"/>
              </a:rPr>
              <a:t>]</a:t>
            </a:r>
            <a:endParaRPr lang="en-US" sz="6000" b="0" dirty="0">
              <a:effectLst/>
              <a:latin typeface="Courier New" panose="02070309020205020404" pitchFamily="49" charset="0"/>
            </a:endParaRPr>
          </a:p>
        </p:txBody>
      </p:sp>
      <p:sp>
        <p:nvSpPr>
          <p:cNvPr id="2" name="Google Shape;412;p56">
            <a:extLst>
              <a:ext uri="{FF2B5EF4-FFF2-40B4-BE49-F238E27FC236}">
                <a16:creationId xmlns:a16="http://schemas.microsoft.com/office/drawing/2014/main" id="{4E5DC0DC-DCEB-F4EA-FA06-D349E1D17C1C}"/>
              </a:ext>
            </a:extLst>
          </p:cNvPr>
          <p:cNvSpPr txBox="1">
            <a:spLocks/>
          </p:cNvSpPr>
          <p:nvPr/>
        </p:nvSpPr>
        <p:spPr>
          <a:xfrm>
            <a:off x="298453" y="249400"/>
            <a:ext cx="20503200" cy="1427200"/>
          </a:xfrm>
          <a:prstGeom prst="rect">
            <a:avLst/>
          </a:prstGeom>
        </p:spPr>
        <p:txBody>
          <a:bodyPr spcFirstLastPara="1" vert="horz" wrap="square" lIns="243800" tIns="243800" rIns="243800" bIns="243800" rtlCol="0" anchor="t" anchorCtr="0">
            <a:normAutofit/>
          </a:bodyPr>
          <a:lstStyle>
            <a:lvl1pPr lvl="0" algn="l" defTabSz="1828800" rtl="0" eaLnBrk="1" latinLnBrk="0" hangingPunct="1">
              <a:lnSpc>
                <a:spcPct val="90000"/>
              </a:lnSpc>
              <a:spcBef>
                <a:spcPts val="0"/>
              </a:spcBef>
              <a:spcAft>
                <a:spcPts val="0"/>
              </a:spcAft>
              <a:buSzPts val="2600"/>
              <a:buNone/>
              <a:defRPr sz="6933" kern="1200">
                <a:solidFill>
                  <a:schemeClr val="tx1"/>
                </a:solidFill>
                <a:latin typeface="+mj-lt"/>
                <a:ea typeface="+mj-ea"/>
                <a:cs typeface="+mj-cs"/>
              </a:defRPr>
            </a:lvl1pPr>
            <a:lvl2pPr lvl="1" rtl="0">
              <a:spcBef>
                <a:spcPts val="0"/>
              </a:spcBef>
              <a:spcAft>
                <a:spcPts val="0"/>
              </a:spcAft>
              <a:buSzPts val="2600"/>
              <a:buNone/>
              <a:defRPr sz="6933"/>
            </a:lvl2pPr>
            <a:lvl3pPr lvl="2" rtl="0">
              <a:spcBef>
                <a:spcPts val="0"/>
              </a:spcBef>
              <a:spcAft>
                <a:spcPts val="0"/>
              </a:spcAft>
              <a:buSzPts val="2600"/>
              <a:buNone/>
              <a:defRPr sz="6933"/>
            </a:lvl3pPr>
            <a:lvl4pPr lvl="3" rtl="0">
              <a:spcBef>
                <a:spcPts val="0"/>
              </a:spcBef>
              <a:spcAft>
                <a:spcPts val="0"/>
              </a:spcAft>
              <a:buSzPts val="2600"/>
              <a:buNone/>
              <a:defRPr sz="6933"/>
            </a:lvl4pPr>
            <a:lvl5pPr lvl="4" rtl="0">
              <a:spcBef>
                <a:spcPts val="0"/>
              </a:spcBef>
              <a:spcAft>
                <a:spcPts val="0"/>
              </a:spcAft>
              <a:buSzPts val="2600"/>
              <a:buNone/>
              <a:defRPr sz="6933"/>
            </a:lvl5pPr>
            <a:lvl6pPr lvl="5" rtl="0">
              <a:spcBef>
                <a:spcPts val="0"/>
              </a:spcBef>
              <a:spcAft>
                <a:spcPts val="0"/>
              </a:spcAft>
              <a:buSzPts val="2600"/>
              <a:buNone/>
              <a:defRPr sz="6933"/>
            </a:lvl6pPr>
            <a:lvl7pPr lvl="6" rtl="0">
              <a:spcBef>
                <a:spcPts val="0"/>
              </a:spcBef>
              <a:spcAft>
                <a:spcPts val="0"/>
              </a:spcAft>
              <a:buSzPts val="2600"/>
              <a:buNone/>
              <a:defRPr sz="6933"/>
            </a:lvl7pPr>
            <a:lvl8pPr lvl="7" rtl="0">
              <a:spcBef>
                <a:spcPts val="0"/>
              </a:spcBef>
              <a:spcAft>
                <a:spcPts val="0"/>
              </a:spcAft>
              <a:buSzPts val="2600"/>
              <a:buNone/>
              <a:defRPr sz="6933"/>
            </a:lvl8pPr>
            <a:lvl9pPr lvl="8" rtl="0">
              <a:spcBef>
                <a:spcPts val="0"/>
              </a:spcBef>
              <a:spcAft>
                <a:spcPts val="0"/>
              </a:spcAft>
              <a:buSzPts val="2600"/>
              <a:buNone/>
              <a:defRPr sz="6933"/>
            </a:lvl9pPr>
          </a:lstStyle>
          <a:p>
            <a:r>
              <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List Manipulation</a:t>
            </a:r>
          </a:p>
        </p:txBody>
      </p:sp>
      <p:sp>
        <p:nvSpPr>
          <p:cNvPr id="3" name="Google Shape;412;p56">
            <a:extLst>
              <a:ext uri="{FF2B5EF4-FFF2-40B4-BE49-F238E27FC236}">
                <a16:creationId xmlns:a16="http://schemas.microsoft.com/office/drawing/2014/main" id="{D91AA8B2-6D4C-AEDC-81A7-C8190312A9C2}"/>
              </a:ext>
            </a:extLst>
          </p:cNvPr>
          <p:cNvSpPr txBox="1">
            <a:spLocks/>
          </p:cNvSpPr>
          <p:nvPr/>
        </p:nvSpPr>
        <p:spPr>
          <a:xfrm>
            <a:off x="296105" y="1175521"/>
            <a:ext cx="20503200" cy="1427200"/>
          </a:xfrm>
          <a:prstGeom prst="rect">
            <a:avLst/>
          </a:prstGeom>
        </p:spPr>
        <p:txBody>
          <a:bodyPr spcFirstLastPara="1" vert="horz" wrap="square" lIns="243800" tIns="243800" rIns="243800" bIns="243800" rtlCol="0" anchor="t" anchorCtr="0">
            <a:normAutofit fontScale="97500"/>
          </a:bodyPr>
          <a:lstStyle>
            <a:lvl1pPr lvl="0" algn="l" defTabSz="1828800" rtl="0" eaLnBrk="1" latinLnBrk="0" hangingPunct="1">
              <a:lnSpc>
                <a:spcPct val="90000"/>
              </a:lnSpc>
              <a:spcBef>
                <a:spcPts val="0"/>
              </a:spcBef>
              <a:spcAft>
                <a:spcPts val="0"/>
              </a:spcAft>
              <a:buSzPts val="2600"/>
              <a:buNone/>
              <a:defRPr sz="6933" kern="1200">
                <a:solidFill>
                  <a:schemeClr val="tx1"/>
                </a:solidFill>
                <a:latin typeface="+mj-lt"/>
                <a:ea typeface="+mj-ea"/>
                <a:cs typeface="+mj-cs"/>
              </a:defRPr>
            </a:lvl1pPr>
            <a:lvl2pPr lvl="1" rtl="0">
              <a:spcBef>
                <a:spcPts val="0"/>
              </a:spcBef>
              <a:spcAft>
                <a:spcPts val="0"/>
              </a:spcAft>
              <a:buSzPts val="2600"/>
              <a:buNone/>
              <a:defRPr sz="6933"/>
            </a:lvl2pPr>
            <a:lvl3pPr lvl="2" rtl="0">
              <a:spcBef>
                <a:spcPts val="0"/>
              </a:spcBef>
              <a:spcAft>
                <a:spcPts val="0"/>
              </a:spcAft>
              <a:buSzPts val="2600"/>
              <a:buNone/>
              <a:defRPr sz="6933"/>
            </a:lvl3pPr>
            <a:lvl4pPr lvl="3" rtl="0">
              <a:spcBef>
                <a:spcPts val="0"/>
              </a:spcBef>
              <a:spcAft>
                <a:spcPts val="0"/>
              </a:spcAft>
              <a:buSzPts val="2600"/>
              <a:buNone/>
              <a:defRPr sz="6933"/>
            </a:lvl4pPr>
            <a:lvl5pPr lvl="4" rtl="0">
              <a:spcBef>
                <a:spcPts val="0"/>
              </a:spcBef>
              <a:spcAft>
                <a:spcPts val="0"/>
              </a:spcAft>
              <a:buSzPts val="2600"/>
              <a:buNone/>
              <a:defRPr sz="6933"/>
            </a:lvl5pPr>
            <a:lvl6pPr lvl="5" rtl="0">
              <a:spcBef>
                <a:spcPts val="0"/>
              </a:spcBef>
              <a:spcAft>
                <a:spcPts val="0"/>
              </a:spcAft>
              <a:buSzPts val="2600"/>
              <a:buNone/>
              <a:defRPr sz="6933"/>
            </a:lvl6pPr>
            <a:lvl7pPr lvl="6" rtl="0">
              <a:spcBef>
                <a:spcPts val="0"/>
              </a:spcBef>
              <a:spcAft>
                <a:spcPts val="0"/>
              </a:spcAft>
              <a:buSzPts val="2600"/>
              <a:buNone/>
              <a:defRPr sz="6933"/>
            </a:lvl7pPr>
            <a:lvl8pPr lvl="7" rtl="0">
              <a:spcBef>
                <a:spcPts val="0"/>
              </a:spcBef>
              <a:spcAft>
                <a:spcPts val="0"/>
              </a:spcAft>
              <a:buSzPts val="2600"/>
              <a:buNone/>
              <a:defRPr sz="6933"/>
            </a:lvl8pPr>
            <a:lvl9pPr lvl="8" rtl="0">
              <a:spcBef>
                <a:spcPts val="0"/>
              </a:spcBef>
              <a:spcAft>
                <a:spcPts val="0"/>
              </a:spcAft>
              <a:buSzPts val="2600"/>
              <a:buNone/>
              <a:defRPr sz="6933"/>
            </a:lvl9pPr>
          </a:lstStyle>
          <a:p>
            <a:r>
              <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List Operations</a:t>
            </a:r>
          </a:p>
        </p:txBody>
      </p:sp>
      <p:sp>
        <p:nvSpPr>
          <p:cNvPr id="7" name="Google Shape;412;p56">
            <a:extLst>
              <a:ext uri="{FF2B5EF4-FFF2-40B4-BE49-F238E27FC236}">
                <a16:creationId xmlns:a16="http://schemas.microsoft.com/office/drawing/2014/main" id="{1DF98835-E352-EAD3-E001-8739AE1A0C64}"/>
              </a:ext>
            </a:extLst>
          </p:cNvPr>
          <p:cNvSpPr txBox="1">
            <a:spLocks/>
          </p:cNvSpPr>
          <p:nvPr/>
        </p:nvSpPr>
        <p:spPr>
          <a:xfrm>
            <a:off x="298605" y="2092419"/>
            <a:ext cx="20503200" cy="1427200"/>
          </a:xfrm>
          <a:prstGeom prst="rect">
            <a:avLst/>
          </a:prstGeom>
        </p:spPr>
        <p:txBody>
          <a:bodyPr spcFirstLastPara="1" vert="horz" wrap="square" lIns="243800" tIns="243800" rIns="243800" bIns="243800" rtlCol="0" anchor="t" anchorCtr="0">
            <a:normAutofit fontScale="97500"/>
          </a:bodyPr>
          <a:lstStyle>
            <a:lvl1pPr lvl="0" algn="l" defTabSz="1828800" rtl="0" eaLnBrk="1" latinLnBrk="0" hangingPunct="1">
              <a:lnSpc>
                <a:spcPct val="90000"/>
              </a:lnSpc>
              <a:spcBef>
                <a:spcPts val="0"/>
              </a:spcBef>
              <a:spcAft>
                <a:spcPts val="0"/>
              </a:spcAft>
              <a:buSzPts val="2600"/>
              <a:buNone/>
              <a:defRPr sz="6933" kern="1200">
                <a:solidFill>
                  <a:schemeClr val="tx1"/>
                </a:solidFill>
                <a:latin typeface="+mj-lt"/>
                <a:ea typeface="+mj-ea"/>
                <a:cs typeface="+mj-cs"/>
              </a:defRPr>
            </a:lvl1pPr>
            <a:lvl2pPr lvl="1" rtl="0">
              <a:spcBef>
                <a:spcPts val="0"/>
              </a:spcBef>
              <a:spcAft>
                <a:spcPts val="0"/>
              </a:spcAft>
              <a:buSzPts val="2600"/>
              <a:buNone/>
              <a:defRPr sz="6933"/>
            </a:lvl2pPr>
            <a:lvl3pPr lvl="2" rtl="0">
              <a:spcBef>
                <a:spcPts val="0"/>
              </a:spcBef>
              <a:spcAft>
                <a:spcPts val="0"/>
              </a:spcAft>
              <a:buSzPts val="2600"/>
              <a:buNone/>
              <a:defRPr sz="6933"/>
            </a:lvl3pPr>
            <a:lvl4pPr lvl="3" rtl="0">
              <a:spcBef>
                <a:spcPts val="0"/>
              </a:spcBef>
              <a:spcAft>
                <a:spcPts val="0"/>
              </a:spcAft>
              <a:buSzPts val="2600"/>
              <a:buNone/>
              <a:defRPr sz="6933"/>
            </a:lvl4pPr>
            <a:lvl5pPr lvl="4" rtl="0">
              <a:spcBef>
                <a:spcPts val="0"/>
              </a:spcBef>
              <a:spcAft>
                <a:spcPts val="0"/>
              </a:spcAft>
              <a:buSzPts val="2600"/>
              <a:buNone/>
              <a:defRPr sz="6933"/>
            </a:lvl5pPr>
            <a:lvl6pPr lvl="5" rtl="0">
              <a:spcBef>
                <a:spcPts val="0"/>
              </a:spcBef>
              <a:spcAft>
                <a:spcPts val="0"/>
              </a:spcAft>
              <a:buSzPts val="2600"/>
              <a:buNone/>
              <a:defRPr sz="6933"/>
            </a:lvl6pPr>
            <a:lvl7pPr lvl="6" rtl="0">
              <a:spcBef>
                <a:spcPts val="0"/>
              </a:spcBef>
              <a:spcAft>
                <a:spcPts val="0"/>
              </a:spcAft>
              <a:buSzPts val="2600"/>
              <a:buNone/>
              <a:defRPr sz="6933"/>
            </a:lvl7pPr>
            <a:lvl8pPr lvl="7" rtl="0">
              <a:spcBef>
                <a:spcPts val="0"/>
              </a:spcBef>
              <a:spcAft>
                <a:spcPts val="0"/>
              </a:spcAft>
              <a:buSzPts val="2600"/>
              <a:buNone/>
              <a:defRPr sz="6933"/>
            </a:lvl8pPr>
            <a:lvl9pPr lvl="8" rtl="0">
              <a:spcBef>
                <a:spcPts val="0"/>
              </a:spcBef>
              <a:spcAft>
                <a:spcPts val="0"/>
              </a:spcAft>
              <a:buSzPts val="2600"/>
              <a:buNone/>
              <a:defRPr sz="6933"/>
            </a:lvl9pPr>
          </a:lstStyle>
          <a:p>
            <a:r>
              <a:rPr lang="en-US" sz="6000" b="1" dirty="0">
                <a:solidFill>
                  <a:srgbClr val="006B64"/>
                </a:solidFill>
                <a:latin typeface="Helvetica Neue" panose="02000503000000020004" pitchFamily="2" charset="0"/>
                <a:ea typeface="Helvetica Neue" panose="02000503000000020004" pitchFamily="2" charset="0"/>
                <a:cs typeface="Helvetica Neue" panose="02000503000000020004" pitchFamily="2" charset="0"/>
              </a:rPr>
              <a:t>min()</a:t>
            </a:r>
          </a:p>
        </p:txBody>
      </p:sp>
      <p:sp>
        <p:nvSpPr>
          <p:cNvPr id="12" name="TextBox 11">
            <a:extLst>
              <a:ext uri="{FF2B5EF4-FFF2-40B4-BE49-F238E27FC236}">
                <a16:creationId xmlns:a16="http://schemas.microsoft.com/office/drawing/2014/main" id="{592EA4AB-D624-178A-243C-BDD002F13C91}"/>
              </a:ext>
            </a:extLst>
          </p:cNvPr>
          <p:cNvSpPr txBox="1"/>
          <p:nvPr/>
        </p:nvSpPr>
        <p:spPr>
          <a:xfrm>
            <a:off x="1270415" y="5953806"/>
            <a:ext cx="11670816" cy="1015663"/>
          </a:xfrm>
          <a:prstGeom prst="rect">
            <a:avLst/>
          </a:prstGeom>
          <a:noFill/>
        </p:spPr>
        <p:txBody>
          <a:bodyPr wrap="square">
            <a:spAutoFit/>
          </a:bodyPr>
          <a:lstStyle/>
          <a:p>
            <a:r>
              <a:rPr lang="en-US" sz="6000" b="0" dirty="0">
                <a:solidFill>
                  <a:srgbClr val="795E27"/>
                </a:solidFill>
                <a:effectLst/>
                <a:latin typeface="Courier New" panose="02070309020205020404" pitchFamily="49" charset="0"/>
              </a:rPr>
              <a:t>min</a:t>
            </a:r>
            <a:r>
              <a:rPr lang="en-US" sz="6000" b="0" dirty="0">
                <a:solidFill>
                  <a:srgbClr val="000000"/>
                </a:solidFill>
                <a:effectLst/>
                <a:latin typeface="Courier New" panose="02070309020205020404" pitchFamily="49" charset="0"/>
              </a:rPr>
              <a:t>(</a:t>
            </a:r>
            <a:r>
              <a:rPr lang="en-US" sz="6000" b="0" dirty="0" err="1">
                <a:solidFill>
                  <a:srgbClr val="000000"/>
                </a:solidFill>
                <a:effectLst/>
                <a:latin typeface="Courier New" panose="02070309020205020404" pitchFamily="49" charset="0"/>
              </a:rPr>
              <a:t>my_list</a:t>
            </a:r>
            <a:r>
              <a:rPr lang="en-US" sz="6000" b="0" dirty="0">
                <a:solidFill>
                  <a:srgbClr val="000000"/>
                </a:solidFill>
                <a:effectLst/>
                <a:latin typeface="Courier New" panose="02070309020205020404" pitchFamily="49" charset="0"/>
              </a:rPr>
              <a:t>)</a:t>
            </a:r>
            <a:endParaRPr lang="en-US" sz="6000" dirty="0">
              <a:solidFill>
                <a:srgbClr val="000000"/>
              </a:solidFill>
              <a:latin typeface="Courier New" panose="02070309020205020404" pitchFamily="49" charset="0"/>
            </a:endParaRPr>
          </a:p>
        </p:txBody>
      </p:sp>
      <p:cxnSp>
        <p:nvCxnSpPr>
          <p:cNvPr id="22" name="Straight Arrow Connector 21">
            <a:extLst>
              <a:ext uri="{FF2B5EF4-FFF2-40B4-BE49-F238E27FC236}">
                <a16:creationId xmlns:a16="http://schemas.microsoft.com/office/drawing/2014/main" id="{BED6DF85-C88F-337B-9DC2-E7A7A5B5E062}"/>
              </a:ext>
            </a:extLst>
          </p:cNvPr>
          <p:cNvCxnSpPr>
            <a:cxnSpLocks/>
          </p:cNvCxnSpPr>
          <p:nvPr/>
        </p:nvCxnSpPr>
        <p:spPr>
          <a:xfrm>
            <a:off x="7105823" y="6461637"/>
            <a:ext cx="3947188" cy="0"/>
          </a:xfrm>
          <a:prstGeom prst="straightConnector1">
            <a:avLst/>
          </a:prstGeom>
          <a:ln w="76200">
            <a:solidFill>
              <a:srgbClr val="004C7F"/>
            </a:solidFill>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33885379-30C7-2902-D80F-E1A1BB043746}"/>
              </a:ext>
            </a:extLst>
          </p:cNvPr>
          <p:cNvSpPr txBox="1"/>
          <p:nvPr/>
        </p:nvSpPr>
        <p:spPr>
          <a:xfrm>
            <a:off x="11174047" y="5953806"/>
            <a:ext cx="793357" cy="1015663"/>
          </a:xfrm>
          <a:prstGeom prst="rect">
            <a:avLst/>
          </a:prstGeom>
          <a:noFill/>
        </p:spPr>
        <p:txBody>
          <a:bodyPr wrap="square">
            <a:spAutoFit/>
          </a:bodyPr>
          <a:lstStyle/>
          <a:p>
            <a:r>
              <a:rPr lang="en-US" sz="6000" dirty="0">
                <a:solidFill>
                  <a:srgbClr val="098156"/>
                </a:solidFill>
                <a:latin typeface="Courier New" panose="02070309020205020404" pitchFamily="49" charset="0"/>
              </a:rPr>
              <a:t>0</a:t>
            </a:r>
            <a:endParaRPr lang="en-US" sz="6000" b="0" dirty="0">
              <a:effectLst/>
              <a:latin typeface="Courier New" panose="02070309020205020404" pitchFamily="49" charset="0"/>
            </a:endParaRPr>
          </a:p>
        </p:txBody>
      </p:sp>
      <p:cxnSp>
        <p:nvCxnSpPr>
          <p:cNvPr id="4" name="Straight Arrow Connector 3">
            <a:extLst>
              <a:ext uri="{FF2B5EF4-FFF2-40B4-BE49-F238E27FC236}">
                <a16:creationId xmlns:a16="http://schemas.microsoft.com/office/drawing/2014/main" id="{9F213B41-DBB5-135C-C161-0E982B9BFCEC}"/>
              </a:ext>
            </a:extLst>
          </p:cNvPr>
          <p:cNvCxnSpPr>
            <a:cxnSpLocks/>
          </p:cNvCxnSpPr>
          <p:nvPr/>
        </p:nvCxnSpPr>
        <p:spPr>
          <a:xfrm>
            <a:off x="5925899" y="4573873"/>
            <a:ext cx="5127112" cy="1586295"/>
          </a:xfrm>
          <a:prstGeom prst="straightConnector1">
            <a:avLst/>
          </a:prstGeom>
          <a:ln w="76200">
            <a:solidFill>
              <a:srgbClr val="004C7F"/>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4205871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9" presetClass="entr" presetSubtype="0" fill="hold" grpId="0" nodeType="click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dissolve">
                                      <p:cBhvr>
                                        <p:cTn id="11" dur="500"/>
                                        <p:tgtEl>
                                          <p:spTgt spid="23"/>
                                        </p:tgtEl>
                                      </p:cBhvr>
                                    </p:animEffect>
                                  </p:childTnLst>
                                </p:cTn>
                              </p:par>
                              <p:par>
                                <p:cTn id="12" presetID="9" presetClass="entr" presetSubtype="0" fill="hold" nodeType="with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dissolve">
                                      <p:cBhvr>
                                        <p:cTn id="14" dur="500"/>
                                        <p:tgtEl>
                                          <p:spTgt spid="4"/>
                                        </p:tgtEl>
                                      </p:cBhvr>
                                    </p:animEffect>
                                  </p:childTnLst>
                                </p:cTn>
                              </p:par>
                              <p:par>
                                <p:cTn id="15" presetID="9" presetClass="entr" presetSubtype="0" fill="hold" nodeType="with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dissolve">
                                      <p:cBhvr>
                                        <p:cTn id="1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23"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50"/>
        <p:cNvGrpSpPr/>
        <p:nvPr/>
      </p:nvGrpSpPr>
      <p:grpSpPr>
        <a:xfrm>
          <a:off x="0" y="0"/>
          <a:ext cx="0" cy="0"/>
          <a:chOff x="0" y="0"/>
          <a:chExt cx="0" cy="0"/>
        </a:xfrm>
      </p:grpSpPr>
      <p:sp>
        <p:nvSpPr>
          <p:cNvPr id="451" name="Google Shape;451;p59"/>
          <p:cNvSpPr txBox="1">
            <a:spLocks noGrp="1"/>
          </p:cNvSpPr>
          <p:nvPr>
            <p:ph type="body" idx="1"/>
          </p:nvPr>
        </p:nvSpPr>
        <p:spPr>
          <a:xfrm>
            <a:off x="3709488" y="4081925"/>
            <a:ext cx="4729974" cy="1596847"/>
          </a:xfrm>
          <a:prstGeom prst="rect">
            <a:avLst/>
          </a:prstGeom>
        </p:spPr>
        <p:txBody>
          <a:bodyPr spcFirstLastPara="1" vert="horz" wrap="square" lIns="243800" tIns="243800" rIns="243800" bIns="243800" rtlCol="0" anchor="t" anchorCtr="0">
            <a:normAutofit/>
          </a:bodyPr>
          <a:lstStyle/>
          <a:p>
            <a:pPr marL="237099" indent="0">
              <a:buSzPts val="2200"/>
              <a:buNone/>
            </a:pPr>
            <a:r>
              <a:rPr lang="en"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Indexing</a:t>
            </a:r>
            <a:endParaRPr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52" name="Google Shape;452;p59"/>
          <p:cNvSpPr txBox="1">
            <a:spLocks noGrp="1"/>
          </p:cNvSpPr>
          <p:nvPr>
            <p:ph type="sldNum" idx="12"/>
          </p:nvPr>
        </p:nvSpPr>
        <p:spPr>
          <a:prstGeom prst="rect">
            <a:avLst/>
          </a:prstGeom>
        </p:spPr>
        <p:txBody>
          <a:bodyPr spcFirstLastPara="1" vert="horz" wrap="square" lIns="243800" tIns="243800" rIns="243800" bIns="243800" rtlCol="0" anchor="ctr" anchorCtr="0">
            <a:normAutofit/>
          </a:bodyPr>
          <a:lstStyle/>
          <a:p>
            <a:fld id="{00000000-1234-1234-1234-123412341234}" type="slidenum">
              <a:rPr lang="en">
                <a:solidFill>
                  <a:schemeClr val="accent1"/>
                </a:solidFill>
                <a:latin typeface="Lato"/>
                <a:ea typeface="Lato"/>
                <a:cs typeface="Lato"/>
                <a:sym typeface="Lato"/>
              </a:rPr>
              <a:pPr/>
              <a:t>31</a:t>
            </a:fld>
            <a:endParaRPr>
              <a:solidFill>
                <a:schemeClr val="accent1"/>
              </a:solidFill>
              <a:latin typeface="Lato"/>
              <a:ea typeface="Lato"/>
              <a:cs typeface="Lato"/>
              <a:sym typeface="Lato"/>
            </a:endParaRPr>
          </a:p>
        </p:txBody>
      </p:sp>
      <p:pic>
        <p:nvPicPr>
          <p:cNvPr id="454" name="Google Shape;454;p59"/>
          <p:cNvPicPr preferRelativeResize="0"/>
          <p:nvPr/>
        </p:nvPicPr>
        <p:blipFill rotWithShape="1">
          <a:blip r:embed="rId3">
            <a:alphaModFix/>
          </a:blip>
          <a:srcRect t="52807"/>
          <a:stretch/>
        </p:blipFill>
        <p:spPr>
          <a:xfrm>
            <a:off x="2201587" y="3039476"/>
            <a:ext cx="2433067" cy="565000"/>
          </a:xfrm>
          <a:prstGeom prst="rect">
            <a:avLst/>
          </a:prstGeom>
          <a:noFill/>
          <a:ln>
            <a:noFill/>
          </a:ln>
        </p:spPr>
      </p:pic>
      <p:sp>
        <p:nvSpPr>
          <p:cNvPr id="5" name="Google Shape;412;p56">
            <a:extLst>
              <a:ext uri="{FF2B5EF4-FFF2-40B4-BE49-F238E27FC236}">
                <a16:creationId xmlns:a16="http://schemas.microsoft.com/office/drawing/2014/main" id="{8446853B-5743-653A-5980-540530E354A2}"/>
              </a:ext>
            </a:extLst>
          </p:cNvPr>
          <p:cNvSpPr txBox="1">
            <a:spLocks noGrp="1"/>
          </p:cNvSpPr>
          <p:nvPr>
            <p:ph type="title"/>
          </p:nvPr>
        </p:nvSpPr>
        <p:spPr>
          <a:xfrm>
            <a:off x="298453" y="249400"/>
            <a:ext cx="20503200" cy="1427200"/>
          </a:xfrm>
          <a:prstGeom prst="rect">
            <a:avLst/>
          </a:prstGeom>
        </p:spPr>
        <p:txBody>
          <a:bodyPr spcFirstLastPara="1" vert="horz" wrap="square" lIns="243800" tIns="243800" rIns="243800" bIns="243800" rtlCol="0" anchor="t" anchorCtr="0">
            <a:normAutofit/>
          </a:bodyPr>
          <a:lstStyle/>
          <a:p>
            <a:r>
              <a:rPr lang="en"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List Manipulation</a:t>
            </a:r>
            <a:endParaRPr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6" name="Google Shape;451;p59">
            <a:extLst>
              <a:ext uri="{FF2B5EF4-FFF2-40B4-BE49-F238E27FC236}">
                <a16:creationId xmlns:a16="http://schemas.microsoft.com/office/drawing/2014/main" id="{8CE076BE-76AC-8F9F-E468-DADC077F9A5B}"/>
              </a:ext>
            </a:extLst>
          </p:cNvPr>
          <p:cNvSpPr txBox="1">
            <a:spLocks/>
          </p:cNvSpPr>
          <p:nvPr/>
        </p:nvSpPr>
        <p:spPr>
          <a:xfrm>
            <a:off x="3709488" y="5057292"/>
            <a:ext cx="7920376" cy="1596847"/>
          </a:xfrm>
          <a:prstGeom prst="rect">
            <a:avLst/>
          </a:prstGeom>
        </p:spPr>
        <p:txBody>
          <a:bodyPr spcFirstLastPara="1" vert="horz" wrap="square" lIns="243800" tIns="243800" rIns="243800" bIns="243800" rtlCol="0" anchor="t" anchorCtr="0">
            <a:normAutofit/>
          </a:bodyPr>
          <a:lstStyle>
            <a:lvl1pPr marL="1219367" lvl="0" indent="-829848" algn="l" defTabSz="1828800" rtl="0" eaLnBrk="1" latinLnBrk="0" hangingPunct="1">
              <a:lnSpc>
                <a:spcPct val="90000"/>
              </a:lnSpc>
              <a:spcBef>
                <a:spcPts val="0"/>
              </a:spcBef>
              <a:spcAft>
                <a:spcPts val="0"/>
              </a:spcAft>
              <a:buSzPts val="1300"/>
              <a:buFont typeface="Arial" panose="020B0604020202020204" pitchFamily="34" charset="0"/>
              <a:buChar char="●"/>
              <a:defRPr sz="5600" kern="1200">
                <a:solidFill>
                  <a:schemeClr val="tx1"/>
                </a:solidFill>
                <a:latin typeface="+mn-lt"/>
                <a:ea typeface="+mn-ea"/>
                <a:cs typeface="+mn-cs"/>
              </a:defRPr>
            </a:lvl1pPr>
            <a:lvl2pPr marL="2438734" lvl="1" indent="-795975" algn="l" defTabSz="1828800" rtl="0" eaLnBrk="1" latinLnBrk="0" hangingPunct="1">
              <a:lnSpc>
                <a:spcPct val="90000"/>
              </a:lnSpc>
              <a:spcBef>
                <a:spcPts val="0"/>
              </a:spcBef>
              <a:spcAft>
                <a:spcPts val="0"/>
              </a:spcAft>
              <a:buSzPts val="1100"/>
              <a:buFont typeface="Arial" panose="020B0604020202020204" pitchFamily="34" charset="0"/>
              <a:buChar char="○"/>
              <a:defRPr sz="4800" kern="1200">
                <a:solidFill>
                  <a:schemeClr val="tx1"/>
                </a:solidFill>
                <a:latin typeface="+mn-lt"/>
                <a:ea typeface="+mn-ea"/>
                <a:cs typeface="+mn-cs"/>
              </a:defRPr>
            </a:lvl2pPr>
            <a:lvl3pPr marL="3658102" lvl="2" indent="-795975" algn="l" defTabSz="1828800" rtl="0" eaLnBrk="1" latinLnBrk="0" hangingPunct="1">
              <a:lnSpc>
                <a:spcPct val="90000"/>
              </a:lnSpc>
              <a:spcBef>
                <a:spcPts val="0"/>
              </a:spcBef>
              <a:spcAft>
                <a:spcPts val="0"/>
              </a:spcAft>
              <a:buSzPts val="1100"/>
              <a:buFont typeface="Arial" panose="020B0604020202020204" pitchFamily="34" charset="0"/>
              <a:buChar char="■"/>
              <a:defRPr sz="4000" kern="1200">
                <a:solidFill>
                  <a:schemeClr val="tx1"/>
                </a:solidFill>
                <a:latin typeface="+mn-lt"/>
                <a:ea typeface="+mn-ea"/>
                <a:cs typeface="+mn-cs"/>
              </a:defRPr>
            </a:lvl3pPr>
            <a:lvl4pPr marL="4877472" lvl="3"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4pPr>
            <a:lvl5pPr marL="6096839" lvl="4"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5pPr>
            <a:lvl6pPr marL="7316206" lvl="5"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6pPr>
            <a:lvl7pPr marL="8535573" lvl="6"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7pPr>
            <a:lvl8pPr marL="9754941" lvl="7"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8pPr>
            <a:lvl9pPr marL="10974311" lvl="8"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9pPr>
          </a:lstStyle>
          <a:p>
            <a:pPr marL="237099" indent="0">
              <a:buSzPts val="2200"/>
              <a:buFont typeface="Arial" panose="020B0604020202020204" pitchFamily="34" charset="0"/>
              <a:buNone/>
            </a:pPr>
            <a:r>
              <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List Operations</a:t>
            </a:r>
          </a:p>
        </p:txBody>
      </p:sp>
      <p:sp>
        <p:nvSpPr>
          <p:cNvPr id="7" name="Google Shape;451;p59">
            <a:extLst>
              <a:ext uri="{FF2B5EF4-FFF2-40B4-BE49-F238E27FC236}">
                <a16:creationId xmlns:a16="http://schemas.microsoft.com/office/drawing/2014/main" id="{A4714A5F-CB5E-27CF-27F0-46324343A062}"/>
              </a:ext>
            </a:extLst>
          </p:cNvPr>
          <p:cNvSpPr txBox="1">
            <a:spLocks/>
          </p:cNvSpPr>
          <p:nvPr/>
        </p:nvSpPr>
        <p:spPr>
          <a:xfrm>
            <a:off x="3709488" y="6032659"/>
            <a:ext cx="5282109" cy="1596847"/>
          </a:xfrm>
          <a:prstGeom prst="rect">
            <a:avLst/>
          </a:prstGeom>
        </p:spPr>
        <p:txBody>
          <a:bodyPr spcFirstLastPara="1" vert="horz" wrap="square" lIns="243800" tIns="243800" rIns="243800" bIns="243800" rtlCol="0" anchor="t" anchorCtr="0">
            <a:normAutofit/>
          </a:bodyPr>
          <a:lstStyle>
            <a:lvl1pPr marL="1219367" lvl="0" indent="-829848" algn="l" defTabSz="1828800" rtl="0" eaLnBrk="1" latinLnBrk="0" hangingPunct="1">
              <a:lnSpc>
                <a:spcPct val="90000"/>
              </a:lnSpc>
              <a:spcBef>
                <a:spcPts val="0"/>
              </a:spcBef>
              <a:spcAft>
                <a:spcPts val="0"/>
              </a:spcAft>
              <a:buSzPts val="1300"/>
              <a:buFont typeface="Arial" panose="020B0604020202020204" pitchFamily="34" charset="0"/>
              <a:buChar char="●"/>
              <a:defRPr sz="5600" kern="1200">
                <a:solidFill>
                  <a:schemeClr val="tx1"/>
                </a:solidFill>
                <a:latin typeface="+mn-lt"/>
                <a:ea typeface="+mn-ea"/>
                <a:cs typeface="+mn-cs"/>
              </a:defRPr>
            </a:lvl1pPr>
            <a:lvl2pPr marL="2438734" lvl="1" indent="-795975" algn="l" defTabSz="1828800" rtl="0" eaLnBrk="1" latinLnBrk="0" hangingPunct="1">
              <a:lnSpc>
                <a:spcPct val="90000"/>
              </a:lnSpc>
              <a:spcBef>
                <a:spcPts val="0"/>
              </a:spcBef>
              <a:spcAft>
                <a:spcPts val="0"/>
              </a:spcAft>
              <a:buSzPts val="1100"/>
              <a:buFont typeface="Arial" panose="020B0604020202020204" pitchFamily="34" charset="0"/>
              <a:buChar char="○"/>
              <a:defRPr sz="4800" kern="1200">
                <a:solidFill>
                  <a:schemeClr val="tx1"/>
                </a:solidFill>
                <a:latin typeface="+mn-lt"/>
                <a:ea typeface="+mn-ea"/>
                <a:cs typeface="+mn-cs"/>
              </a:defRPr>
            </a:lvl2pPr>
            <a:lvl3pPr marL="3658102" lvl="2" indent="-795975" algn="l" defTabSz="1828800" rtl="0" eaLnBrk="1" latinLnBrk="0" hangingPunct="1">
              <a:lnSpc>
                <a:spcPct val="90000"/>
              </a:lnSpc>
              <a:spcBef>
                <a:spcPts val="0"/>
              </a:spcBef>
              <a:spcAft>
                <a:spcPts val="0"/>
              </a:spcAft>
              <a:buSzPts val="1100"/>
              <a:buFont typeface="Arial" panose="020B0604020202020204" pitchFamily="34" charset="0"/>
              <a:buChar char="■"/>
              <a:defRPr sz="4000" kern="1200">
                <a:solidFill>
                  <a:schemeClr val="tx1"/>
                </a:solidFill>
                <a:latin typeface="+mn-lt"/>
                <a:ea typeface="+mn-ea"/>
                <a:cs typeface="+mn-cs"/>
              </a:defRPr>
            </a:lvl3pPr>
            <a:lvl4pPr marL="4877472" lvl="3"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4pPr>
            <a:lvl5pPr marL="6096839" lvl="4"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5pPr>
            <a:lvl6pPr marL="7316206" lvl="5"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6pPr>
            <a:lvl7pPr marL="8535573" lvl="6"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7pPr>
            <a:lvl8pPr marL="9754941" lvl="7"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8pPr>
            <a:lvl9pPr marL="10974311" lvl="8"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9pPr>
          </a:lstStyle>
          <a:p>
            <a:pPr marL="237099" indent="0">
              <a:buSzPts val="2200"/>
              <a:buFont typeface="Arial" panose="020B0604020202020204" pitchFamily="34" charset="0"/>
              <a:buNone/>
            </a:pPr>
            <a:r>
              <a:rPr lang="en-US" sz="6000" b="1" dirty="0" err="1">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Listcomp</a:t>
            </a:r>
            <a:endPar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8" name="Google Shape;451;p59">
            <a:extLst>
              <a:ext uri="{FF2B5EF4-FFF2-40B4-BE49-F238E27FC236}">
                <a16:creationId xmlns:a16="http://schemas.microsoft.com/office/drawing/2014/main" id="{978B8A83-BC46-4FAE-BB7F-3CEB87E5468D}"/>
              </a:ext>
            </a:extLst>
          </p:cNvPr>
          <p:cNvSpPr txBox="1">
            <a:spLocks/>
          </p:cNvSpPr>
          <p:nvPr/>
        </p:nvSpPr>
        <p:spPr>
          <a:xfrm>
            <a:off x="3709488" y="6980982"/>
            <a:ext cx="8085269" cy="2030752"/>
          </a:xfrm>
          <a:prstGeom prst="rect">
            <a:avLst/>
          </a:prstGeom>
        </p:spPr>
        <p:txBody>
          <a:bodyPr spcFirstLastPara="1" vert="horz" wrap="square" lIns="243800" tIns="243800" rIns="243800" bIns="243800" rtlCol="0" anchor="t" anchorCtr="0">
            <a:normAutofit/>
          </a:bodyPr>
          <a:lstStyle>
            <a:lvl1pPr marL="1219367" lvl="0" indent="-829848" algn="l" defTabSz="1828800" rtl="0" eaLnBrk="1" latinLnBrk="0" hangingPunct="1">
              <a:lnSpc>
                <a:spcPct val="90000"/>
              </a:lnSpc>
              <a:spcBef>
                <a:spcPts val="0"/>
              </a:spcBef>
              <a:spcAft>
                <a:spcPts val="0"/>
              </a:spcAft>
              <a:buSzPts val="1300"/>
              <a:buFont typeface="Arial" panose="020B0604020202020204" pitchFamily="34" charset="0"/>
              <a:buChar char="●"/>
              <a:defRPr sz="5600" kern="1200">
                <a:solidFill>
                  <a:schemeClr val="tx1"/>
                </a:solidFill>
                <a:latin typeface="+mn-lt"/>
                <a:ea typeface="+mn-ea"/>
                <a:cs typeface="+mn-cs"/>
              </a:defRPr>
            </a:lvl1pPr>
            <a:lvl2pPr marL="2438734" lvl="1" indent="-795975" algn="l" defTabSz="1828800" rtl="0" eaLnBrk="1" latinLnBrk="0" hangingPunct="1">
              <a:lnSpc>
                <a:spcPct val="90000"/>
              </a:lnSpc>
              <a:spcBef>
                <a:spcPts val="0"/>
              </a:spcBef>
              <a:spcAft>
                <a:spcPts val="0"/>
              </a:spcAft>
              <a:buSzPts val="1100"/>
              <a:buFont typeface="Arial" panose="020B0604020202020204" pitchFamily="34" charset="0"/>
              <a:buChar char="○"/>
              <a:defRPr sz="4800" kern="1200">
                <a:solidFill>
                  <a:schemeClr val="tx1"/>
                </a:solidFill>
                <a:latin typeface="+mn-lt"/>
                <a:ea typeface="+mn-ea"/>
                <a:cs typeface="+mn-cs"/>
              </a:defRPr>
            </a:lvl2pPr>
            <a:lvl3pPr marL="3658102" lvl="2" indent="-795975" algn="l" defTabSz="1828800" rtl="0" eaLnBrk="1" latinLnBrk="0" hangingPunct="1">
              <a:lnSpc>
                <a:spcPct val="90000"/>
              </a:lnSpc>
              <a:spcBef>
                <a:spcPts val="0"/>
              </a:spcBef>
              <a:spcAft>
                <a:spcPts val="0"/>
              </a:spcAft>
              <a:buSzPts val="1100"/>
              <a:buFont typeface="Arial" panose="020B0604020202020204" pitchFamily="34" charset="0"/>
              <a:buChar char="■"/>
              <a:defRPr sz="4000" kern="1200">
                <a:solidFill>
                  <a:schemeClr val="tx1"/>
                </a:solidFill>
                <a:latin typeface="+mn-lt"/>
                <a:ea typeface="+mn-ea"/>
                <a:cs typeface="+mn-cs"/>
              </a:defRPr>
            </a:lvl3pPr>
            <a:lvl4pPr marL="4877472" lvl="3"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4pPr>
            <a:lvl5pPr marL="6096839" lvl="4"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5pPr>
            <a:lvl6pPr marL="7316206" lvl="5"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6pPr>
            <a:lvl7pPr marL="8535573" lvl="6"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7pPr>
            <a:lvl8pPr marL="9754941" lvl="7"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8pPr>
            <a:lvl9pPr marL="10974311" lvl="8"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9pPr>
          </a:lstStyle>
          <a:p>
            <a:pPr marL="237099" indent="0">
              <a:buSzPts val="2200"/>
              <a:buFont typeface="Arial" panose="020B0604020202020204" pitchFamily="34" charset="0"/>
              <a:buNone/>
            </a:pPr>
            <a:r>
              <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String/list Interop</a:t>
            </a:r>
          </a:p>
        </p:txBody>
      </p:sp>
      <p:sp>
        <p:nvSpPr>
          <p:cNvPr id="9" name="Google Shape;451;p59">
            <a:extLst>
              <a:ext uri="{FF2B5EF4-FFF2-40B4-BE49-F238E27FC236}">
                <a16:creationId xmlns:a16="http://schemas.microsoft.com/office/drawing/2014/main" id="{FC3D5995-997E-7F6D-45EE-173AA45E0427}"/>
              </a:ext>
            </a:extLst>
          </p:cNvPr>
          <p:cNvSpPr txBox="1">
            <a:spLocks/>
          </p:cNvSpPr>
          <p:nvPr/>
        </p:nvSpPr>
        <p:spPr>
          <a:xfrm>
            <a:off x="3709488" y="7956349"/>
            <a:ext cx="9578717" cy="1775476"/>
          </a:xfrm>
          <a:prstGeom prst="rect">
            <a:avLst/>
          </a:prstGeom>
        </p:spPr>
        <p:txBody>
          <a:bodyPr spcFirstLastPara="1" vert="horz" wrap="square" lIns="243800" tIns="243800" rIns="243800" bIns="243800" rtlCol="0" anchor="t" anchorCtr="0">
            <a:normAutofit/>
          </a:bodyPr>
          <a:lstStyle>
            <a:lvl1pPr marL="1219367" lvl="0" indent="-829848" algn="l" defTabSz="1828800" rtl="0" eaLnBrk="1" latinLnBrk="0" hangingPunct="1">
              <a:lnSpc>
                <a:spcPct val="90000"/>
              </a:lnSpc>
              <a:spcBef>
                <a:spcPts val="0"/>
              </a:spcBef>
              <a:spcAft>
                <a:spcPts val="0"/>
              </a:spcAft>
              <a:buSzPts val="1300"/>
              <a:buFont typeface="Arial" panose="020B0604020202020204" pitchFamily="34" charset="0"/>
              <a:buChar char="●"/>
              <a:defRPr sz="5600" kern="1200">
                <a:solidFill>
                  <a:schemeClr val="tx1"/>
                </a:solidFill>
                <a:latin typeface="+mn-lt"/>
                <a:ea typeface="+mn-ea"/>
                <a:cs typeface="+mn-cs"/>
              </a:defRPr>
            </a:lvl1pPr>
            <a:lvl2pPr marL="2438734" lvl="1" indent="-795975" algn="l" defTabSz="1828800" rtl="0" eaLnBrk="1" latinLnBrk="0" hangingPunct="1">
              <a:lnSpc>
                <a:spcPct val="90000"/>
              </a:lnSpc>
              <a:spcBef>
                <a:spcPts val="0"/>
              </a:spcBef>
              <a:spcAft>
                <a:spcPts val="0"/>
              </a:spcAft>
              <a:buSzPts val="1100"/>
              <a:buFont typeface="Arial" panose="020B0604020202020204" pitchFamily="34" charset="0"/>
              <a:buChar char="○"/>
              <a:defRPr sz="4800" kern="1200">
                <a:solidFill>
                  <a:schemeClr val="tx1"/>
                </a:solidFill>
                <a:latin typeface="+mn-lt"/>
                <a:ea typeface="+mn-ea"/>
                <a:cs typeface="+mn-cs"/>
              </a:defRPr>
            </a:lvl2pPr>
            <a:lvl3pPr marL="3658102" lvl="2" indent="-795975" algn="l" defTabSz="1828800" rtl="0" eaLnBrk="1" latinLnBrk="0" hangingPunct="1">
              <a:lnSpc>
                <a:spcPct val="90000"/>
              </a:lnSpc>
              <a:spcBef>
                <a:spcPts val="0"/>
              </a:spcBef>
              <a:spcAft>
                <a:spcPts val="0"/>
              </a:spcAft>
              <a:buSzPts val="1100"/>
              <a:buFont typeface="Arial" panose="020B0604020202020204" pitchFamily="34" charset="0"/>
              <a:buChar char="■"/>
              <a:defRPr sz="4000" kern="1200">
                <a:solidFill>
                  <a:schemeClr val="tx1"/>
                </a:solidFill>
                <a:latin typeface="+mn-lt"/>
                <a:ea typeface="+mn-ea"/>
                <a:cs typeface="+mn-cs"/>
              </a:defRPr>
            </a:lvl3pPr>
            <a:lvl4pPr marL="4877472" lvl="3"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4pPr>
            <a:lvl5pPr marL="6096839" lvl="4"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5pPr>
            <a:lvl6pPr marL="7316206" lvl="5"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6pPr>
            <a:lvl7pPr marL="8535573" lvl="6"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7pPr>
            <a:lvl8pPr marL="9754941" lvl="7"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8pPr>
            <a:lvl9pPr marL="10974311" lvl="8"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9pPr>
          </a:lstStyle>
          <a:p>
            <a:pPr marL="237099" indent="0">
              <a:buSzPts val="2200"/>
              <a:buFont typeface="Arial" panose="020B0604020202020204" pitchFamily="34" charset="0"/>
              <a:buNone/>
            </a:pPr>
            <a:r>
              <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Multidimensional Lists</a:t>
            </a:r>
          </a:p>
        </p:txBody>
      </p:sp>
    </p:spTree>
    <p:extLst>
      <p:ext uri="{BB962C8B-B14F-4D97-AF65-F5344CB8AC3E}">
        <p14:creationId xmlns:p14="http://schemas.microsoft.com/office/powerpoint/2010/main" val="69048240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501"/>
        <p:cNvGrpSpPr/>
        <p:nvPr/>
      </p:nvGrpSpPr>
      <p:grpSpPr>
        <a:xfrm>
          <a:off x="0" y="0"/>
          <a:ext cx="0" cy="0"/>
          <a:chOff x="0" y="0"/>
          <a:chExt cx="0" cy="0"/>
        </a:xfrm>
      </p:grpSpPr>
      <p:sp>
        <p:nvSpPr>
          <p:cNvPr id="502" name="Google Shape;502;p64"/>
          <p:cNvSpPr txBox="1">
            <a:spLocks noGrp="1"/>
          </p:cNvSpPr>
          <p:nvPr>
            <p:ph type="body" idx="1"/>
          </p:nvPr>
        </p:nvSpPr>
        <p:spPr>
          <a:xfrm>
            <a:off x="1940652" y="2763142"/>
            <a:ext cx="20666292" cy="3028058"/>
          </a:xfrm>
          <a:prstGeom prst="rect">
            <a:avLst/>
          </a:prstGeom>
        </p:spPr>
        <p:txBody>
          <a:bodyPr spcFirstLastPara="1" vert="horz" wrap="square" lIns="243800" tIns="243800" rIns="243800" bIns="243800" rtlCol="0" anchor="t" anchorCtr="0">
            <a:noAutofit/>
          </a:bodyPr>
          <a:lstStyle/>
          <a:p>
            <a:pPr marL="389519" indent="0">
              <a:buNone/>
            </a:pPr>
            <a:r>
              <a:rPr lang="en" b="1" dirty="0">
                <a:solidFill>
                  <a:srgbClr val="006B64"/>
                </a:solidFill>
                <a:latin typeface="Helvetica Neue" panose="02000503000000020004" pitchFamily="2" charset="0"/>
                <a:ea typeface="Helvetica Neue" panose="02000503000000020004" pitchFamily="2" charset="0"/>
                <a:cs typeface="Helvetica Neue" panose="02000503000000020004" pitchFamily="2" charset="0"/>
              </a:rPr>
              <a:t>Shorthand for “for” loops</a:t>
            </a:r>
            <a:endParaRPr b="1" dirty="0">
              <a:solidFill>
                <a:srgbClr val="006B64"/>
              </a:solidFill>
              <a:latin typeface="Helvetica Neue" panose="02000503000000020004" pitchFamily="2" charset="0"/>
              <a:ea typeface="Helvetica Neue" panose="02000503000000020004" pitchFamily="2" charset="0"/>
              <a:cs typeface="Helvetica Neue" panose="02000503000000020004" pitchFamily="2" charset="0"/>
            </a:endParaRPr>
          </a:p>
          <a:p>
            <a:pPr marL="0" indent="0">
              <a:lnSpc>
                <a:spcPct val="135714"/>
              </a:lnSpc>
              <a:spcBef>
                <a:spcPts val="3200"/>
              </a:spcBef>
              <a:buNone/>
            </a:pPr>
            <a:r>
              <a:rPr lang="en" dirty="0" err="1">
                <a:solidFill>
                  <a:srgbClr val="000000"/>
                </a:solidFill>
                <a:highlight>
                  <a:srgbClr val="FFFFFE"/>
                </a:highlight>
                <a:latin typeface="Courier New"/>
                <a:ea typeface="Courier New"/>
                <a:cs typeface="Courier New"/>
                <a:sym typeface="Courier New"/>
              </a:rPr>
              <a:t>new_list</a:t>
            </a:r>
            <a:r>
              <a:rPr lang="en" dirty="0">
                <a:solidFill>
                  <a:srgbClr val="000000"/>
                </a:solidFill>
                <a:highlight>
                  <a:srgbClr val="FFFFFE"/>
                </a:highlight>
                <a:latin typeface="Courier New"/>
                <a:ea typeface="Courier New"/>
                <a:cs typeface="Courier New"/>
                <a:sym typeface="Courier New"/>
              </a:rPr>
              <a:t> = [expression </a:t>
            </a:r>
            <a:r>
              <a:rPr lang="en" dirty="0">
                <a:solidFill>
                  <a:srgbClr val="AF00DB"/>
                </a:solidFill>
                <a:highlight>
                  <a:srgbClr val="FFFFFE"/>
                </a:highlight>
                <a:latin typeface="Courier New"/>
                <a:ea typeface="Courier New"/>
                <a:cs typeface="Courier New"/>
                <a:sym typeface="Courier New"/>
              </a:rPr>
              <a:t>for</a:t>
            </a:r>
            <a:r>
              <a:rPr lang="en" dirty="0">
                <a:solidFill>
                  <a:srgbClr val="000000"/>
                </a:solidFill>
                <a:highlight>
                  <a:srgbClr val="FFFFFE"/>
                </a:highlight>
                <a:latin typeface="Courier New"/>
                <a:ea typeface="Courier New"/>
                <a:cs typeface="Courier New"/>
                <a:sym typeface="Courier New"/>
              </a:rPr>
              <a:t> object </a:t>
            </a:r>
            <a:r>
              <a:rPr lang="en" dirty="0">
                <a:solidFill>
                  <a:srgbClr val="0000FF"/>
                </a:solidFill>
                <a:highlight>
                  <a:srgbClr val="FFFFFE"/>
                </a:highlight>
                <a:latin typeface="Courier New"/>
                <a:ea typeface="Courier New"/>
                <a:cs typeface="Courier New"/>
                <a:sym typeface="Courier New"/>
              </a:rPr>
              <a:t>in</a:t>
            </a:r>
            <a:r>
              <a:rPr lang="en" dirty="0">
                <a:solidFill>
                  <a:srgbClr val="000000"/>
                </a:solidFill>
                <a:highlight>
                  <a:srgbClr val="FFFFFE"/>
                </a:highlight>
                <a:latin typeface="Courier New"/>
                <a:ea typeface="Courier New"/>
                <a:cs typeface="Courier New"/>
                <a:sym typeface="Courier New"/>
              </a:rPr>
              <a:t> iteration] </a:t>
            </a:r>
            <a:endParaRPr dirty="0">
              <a:solidFill>
                <a:srgbClr val="000000"/>
              </a:solidFill>
              <a:highlight>
                <a:srgbClr val="FFFFFE"/>
              </a:highlight>
              <a:latin typeface="Courier New"/>
              <a:ea typeface="Courier New"/>
              <a:cs typeface="Courier New"/>
              <a:sym typeface="Courier New"/>
            </a:endParaRPr>
          </a:p>
        </p:txBody>
      </p:sp>
      <p:sp>
        <p:nvSpPr>
          <p:cNvPr id="2" name="Google Shape;412;p56">
            <a:extLst>
              <a:ext uri="{FF2B5EF4-FFF2-40B4-BE49-F238E27FC236}">
                <a16:creationId xmlns:a16="http://schemas.microsoft.com/office/drawing/2014/main" id="{78FAF4A1-E6FF-2A2F-0117-836B1C586B5F}"/>
              </a:ext>
            </a:extLst>
          </p:cNvPr>
          <p:cNvSpPr txBox="1">
            <a:spLocks/>
          </p:cNvSpPr>
          <p:nvPr/>
        </p:nvSpPr>
        <p:spPr>
          <a:xfrm>
            <a:off x="298453" y="249400"/>
            <a:ext cx="20503200" cy="1427200"/>
          </a:xfrm>
          <a:prstGeom prst="rect">
            <a:avLst/>
          </a:prstGeom>
        </p:spPr>
        <p:txBody>
          <a:bodyPr spcFirstLastPara="1" vert="horz" wrap="square" lIns="243800" tIns="243800" rIns="243800" bIns="243800" rtlCol="0" anchor="t" anchorCtr="0">
            <a:normAutofit/>
          </a:bodyPr>
          <a:lstStyle>
            <a:lvl1pPr lvl="0" algn="l" defTabSz="1828800" rtl="0" eaLnBrk="1" latinLnBrk="0" hangingPunct="1">
              <a:lnSpc>
                <a:spcPct val="90000"/>
              </a:lnSpc>
              <a:spcBef>
                <a:spcPts val="0"/>
              </a:spcBef>
              <a:spcAft>
                <a:spcPts val="0"/>
              </a:spcAft>
              <a:buSzPts val="2600"/>
              <a:buNone/>
              <a:defRPr sz="6933" kern="1200">
                <a:solidFill>
                  <a:schemeClr val="tx1"/>
                </a:solidFill>
                <a:latin typeface="+mj-lt"/>
                <a:ea typeface="+mj-ea"/>
                <a:cs typeface="+mj-cs"/>
              </a:defRPr>
            </a:lvl1pPr>
            <a:lvl2pPr lvl="1" rtl="0">
              <a:spcBef>
                <a:spcPts val="0"/>
              </a:spcBef>
              <a:spcAft>
                <a:spcPts val="0"/>
              </a:spcAft>
              <a:buSzPts val="2600"/>
              <a:buNone/>
              <a:defRPr sz="6933"/>
            </a:lvl2pPr>
            <a:lvl3pPr lvl="2" rtl="0">
              <a:spcBef>
                <a:spcPts val="0"/>
              </a:spcBef>
              <a:spcAft>
                <a:spcPts val="0"/>
              </a:spcAft>
              <a:buSzPts val="2600"/>
              <a:buNone/>
              <a:defRPr sz="6933"/>
            </a:lvl3pPr>
            <a:lvl4pPr lvl="3" rtl="0">
              <a:spcBef>
                <a:spcPts val="0"/>
              </a:spcBef>
              <a:spcAft>
                <a:spcPts val="0"/>
              </a:spcAft>
              <a:buSzPts val="2600"/>
              <a:buNone/>
              <a:defRPr sz="6933"/>
            </a:lvl4pPr>
            <a:lvl5pPr lvl="4" rtl="0">
              <a:spcBef>
                <a:spcPts val="0"/>
              </a:spcBef>
              <a:spcAft>
                <a:spcPts val="0"/>
              </a:spcAft>
              <a:buSzPts val="2600"/>
              <a:buNone/>
              <a:defRPr sz="6933"/>
            </a:lvl5pPr>
            <a:lvl6pPr lvl="5" rtl="0">
              <a:spcBef>
                <a:spcPts val="0"/>
              </a:spcBef>
              <a:spcAft>
                <a:spcPts val="0"/>
              </a:spcAft>
              <a:buSzPts val="2600"/>
              <a:buNone/>
              <a:defRPr sz="6933"/>
            </a:lvl6pPr>
            <a:lvl7pPr lvl="6" rtl="0">
              <a:spcBef>
                <a:spcPts val="0"/>
              </a:spcBef>
              <a:spcAft>
                <a:spcPts val="0"/>
              </a:spcAft>
              <a:buSzPts val="2600"/>
              <a:buNone/>
              <a:defRPr sz="6933"/>
            </a:lvl7pPr>
            <a:lvl8pPr lvl="7" rtl="0">
              <a:spcBef>
                <a:spcPts val="0"/>
              </a:spcBef>
              <a:spcAft>
                <a:spcPts val="0"/>
              </a:spcAft>
              <a:buSzPts val="2600"/>
              <a:buNone/>
              <a:defRPr sz="6933"/>
            </a:lvl8pPr>
            <a:lvl9pPr lvl="8" rtl="0">
              <a:spcBef>
                <a:spcPts val="0"/>
              </a:spcBef>
              <a:spcAft>
                <a:spcPts val="0"/>
              </a:spcAft>
              <a:buSzPts val="2600"/>
              <a:buNone/>
              <a:defRPr sz="6933"/>
            </a:lvl9pPr>
          </a:lstStyle>
          <a:p>
            <a:r>
              <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List Manipulation</a:t>
            </a:r>
          </a:p>
        </p:txBody>
      </p:sp>
      <p:sp>
        <p:nvSpPr>
          <p:cNvPr id="3" name="Google Shape;412;p56">
            <a:extLst>
              <a:ext uri="{FF2B5EF4-FFF2-40B4-BE49-F238E27FC236}">
                <a16:creationId xmlns:a16="http://schemas.microsoft.com/office/drawing/2014/main" id="{99B14EF1-7E47-C979-A21D-973B3F9EFB82}"/>
              </a:ext>
            </a:extLst>
          </p:cNvPr>
          <p:cNvSpPr txBox="1">
            <a:spLocks/>
          </p:cNvSpPr>
          <p:nvPr/>
        </p:nvSpPr>
        <p:spPr>
          <a:xfrm>
            <a:off x="296105" y="1175521"/>
            <a:ext cx="20503200" cy="1427200"/>
          </a:xfrm>
          <a:prstGeom prst="rect">
            <a:avLst/>
          </a:prstGeom>
        </p:spPr>
        <p:txBody>
          <a:bodyPr spcFirstLastPara="1" vert="horz" wrap="square" lIns="243800" tIns="243800" rIns="243800" bIns="243800" rtlCol="0" anchor="t" anchorCtr="0">
            <a:normAutofit fontScale="97500"/>
          </a:bodyPr>
          <a:lstStyle>
            <a:lvl1pPr lvl="0" algn="l" defTabSz="1828800" rtl="0" eaLnBrk="1" latinLnBrk="0" hangingPunct="1">
              <a:lnSpc>
                <a:spcPct val="90000"/>
              </a:lnSpc>
              <a:spcBef>
                <a:spcPts val="0"/>
              </a:spcBef>
              <a:spcAft>
                <a:spcPts val="0"/>
              </a:spcAft>
              <a:buSzPts val="2600"/>
              <a:buNone/>
              <a:defRPr sz="6933" kern="1200">
                <a:solidFill>
                  <a:schemeClr val="tx1"/>
                </a:solidFill>
                <a:latin typeface="+mj-lt"/>
                <a:ea typeface="+mj-ea"/>
                <a:cs typeface="+mj-cs"/>
              </a:defRPr>
            </a:lvl1pPr>
            <a:lvl2pPr lvl="1" rtl="0">
              <a:spcBef>
                <a:spcPts val="0"/>
              </a:spcBef>
              <a:spcAft>
                <a:spcPts val="0"/>
              </a:spcAft>
              <a:buSzPts val="2600"/>
              <a:buNone/>
              <a:defRPr sz="6933"/>
            </a:lvl2pPr>
            <a:lvl3pPr lvl="2" rtl="0">
              <a:spcBef>
                <a:spcPts val="0"/>
              </a:spcBef>
              <a:spcAft>
                <a:spcPts val="0"/>
              </a:spcAft>
              <a:buSzPts val="2600"/>
              <a:buNone/>
              <a:defRPr sz="6933"/>
            </a:lvl3pPr>
            <a:lvl4pPr lvl="3" rtl="0">
              <a:spcBef>
                <a:spcPts val="0"/>
              </a:spcBef>
              <a:spcAft>
                <a:spcPts val="0"/>
              </a:spcAft>
              <a:buSzPts val="2600"/>
              <a:buNone/>
              <a:defRPr sz="6933"/>
            </a:lvl4pPr>
            <a:lvl5pPr lvl="4" rtl="0">
              <a:spcBef>
                <a:spcPts val="0"/>
              </a:spcBef>
              <a:spcAft>
                <a:spcPts val="0"/>
              </a:spcAft>
              <a:buSzPts val="2600"/>
              <a:buNone/>
              <a:defRPr sz="6933"/>
            </a:lvl5pPr>
            <a:lvl6pPr lvl="5" rtl="0">
              <a:spcBef>
                <a:spcPts val="0"/>
              </a:spcBef>
              <a:spcAft>
                <a:spcPts val="0"/>
              </a:spcAft>
              <a:buSzPts val="2600"/>
              <a:buNone/>
              <a:defRPr sz="6933"/>
            </a:lvl6pPr>
            <a:lvl7pPr lvl="6" rtl="0">
              <a:spcBef>
                <a:spcPts val="0"/>
              </a:spcBef>
              <a:spcAft>
                <a:spcPts val="0"/>
              </a:spcAft>
              <a:buSzPts val="2600"/>
              <a:buNone/>
              <a:defRPr sz="6933"/>
            </a:lvl7pPr>
            <a:lvl8pPr lvl="7" rtl="0">
              <a:spcBef>
                <a:spcPts val="0"/>
              </a:spcBef>
              <a:spcAft>
                <a:spcPts val="0"/>
              </a:spcAft>
              <a:buSzPts val="2600"/>
              <a:buNone/>
              <a:defRPr sz="6933"/>
            </a:lvl8pPr>
            <a:lvl9pPr lvl="8" rtl="0">
              <a:spcBef>
                <a:spcPts val="0"/>
              </a:spcBef>
              <a:spcAft>
                <a:spcPts val="0"/>
              </a:spcAft>
              <a:buSzPts val="2600"/>
              <a:buNone/>
              <a:defRPr sz="6933"/>
            </a:lvl9pPr>
          </a:lstStyle>
          <a:p>
            <a:r>
              <a:rPr lang="en-US" sz="6000" b="1" dirty="0" err="1">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Listcomp</a:t>
            </a:r>
            <a:endPar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6" name="Google Shape;502;p64">
            <a:extLst>
              <a:ext uri="{FF2B5EF4-FFF2-40B4-BE49-F238E27FC236}">
                <a16:creationId xmlns:a16="http://schemas.microsoft.com/office/drawing/2014/main" id="{2032A8A9-25B1-30CF-0CED-D2B56A6D5ECB}"/>
              </a:ext>
            </a:extLst>
          </p:cNvPr>
          <p:cNvSpPr txBox="1">
            <a:spLocks/>
          </p:cNvSpPr>
          <p:nvPr/>
        </p:nvSpPr>
        <p:spPr>
          <a:xfrm>
            <a:off x="1780230" y="5743697"/>
            <a:ext cx="20826713" cy="2228606"/>
          </a:xfrm>
          <a:prstGeom prst="rect">
            <a:avLst/>
          </a:prstGeom>
        </p:spPr>
        <p:txBody>
          <a:bodyPr spcFirstLastPara="1" vert="horz" wrap="square" lIns="243800" tIns="243800" rIns="243800" bIns="243800" rtlCol="0" anchor="t" anchorCtr="0">
            <a:noAutofit/>
          </a:bodyPr>
          <a:lstStyle>
            <a:lvl1pPr marL="1219367" lvl="0" indent="-829848" algn="l" defTabSz="1828800" rtl="0" eaLnBrk="1" latinLnBrk="0" hangingPunct="1">
              <a:lnSpc>
                <a:spcPct val="90000"/>
              </a:lnSpc>
              <a:spcBef>
                <a:spcPts val="0"/>
              </a:spcBef>
              <a:spcAft>
                <a:spcPts val="0"/>
              </a:spcAft>
              <a:buSzPts val="1300"/>
              <a:buFont typeface="Arial" panose="020B0604020202020204" pitchFamily="34" charset="0"/>
              <a:buChar char="●"/>
              <a:defRPr sz="5600" kern="1200">
                <a:solidFill>
                  <a:schemeClr val="tx1"/>
                </a:solidFill>
                <a:latin typeface="+mn-lt"/>
                <a:ea typeface="+mn-ea"/>
                <a:cs typeface="+mn-cs"/>
              </a:defRPr>
            </a:lvl1pPr>
            <a:lvl2pPr marL="2438734" lvl="1" indent="-795975" algn="l" defTabSz="1828800" rtl="0" eaLnBrk="1" latinLnBrk="0" hangingPunct="1">
              <a:lnSpc>
                <a:spcPct val="90000"/>
              </a:lnSpc>
              <a:spcBef>
                <a:spcPts val="0"/>
              </a:spcBef>
              <a:spcAft>
                <a:spcPts val="0"/>
              </a:spcAft>
              <a:buSzPts val="1100"/>
              <a:buFont typeface="Arial" panose="020B0604020202020204" pitchFamily="34" charset="0"/>
              <a:buChar char="○"/>
              <a:defRPr sz="4800" kern="1200">
                <a:solidFill>
                  <a:schemeClr val="tx1"/>
                </a:solidFill>
                <a:latin typeface="+mn-lt"/>
                <a:ea typeface="+mn-ea"/>
                <a:cs typeface="+mn-cs"/>
              </a:defRPr>
            </a:lvl2pPr>
            <a:lvl3pPr marL="3658102" lvl="2" indent="-795975" algn="l" defTabSz="1828800" rtl="0" eaLnBrk="1" latinLnBrk="0" hangingPunct="1">
              <a:lnSpc>
                <a:spcPct val="90000"/>
              </a:lnSpc>
              <a:spcBef>
                <a:spcPts val="0"/>
              </a:spcBef>
              <a:spcAft>
                <a:spcPts val="0"/>
              </a:spcAft>
              <a:buSzPts val="1100"/>
              <a:buFont typeface="Arial" panose="020B0604020202020204" pitchFamily="34" charset="0"/>
              <a:buChar char="■"/>
              <a:defRPr sz="4000" kern="1200">
                <a:solidFill>
                  <a:schemeClr val="tx1"/>
                </a:solidFill>
                <a:latin typeface="+mn-lt"/>
                <a:ea typeface="+mn-ea"/>
                <a:cs typeface="+mn-cs"/>
              </a:defRPr>
            </a:lvl3pPr>
            <a:lvl4pPr marL="4877472" lvl="3"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4pPr>
            <a:lvl5pPr marL="6096839" lvl="4"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5pPr>
            <a:lvl6pPr marL="7316206" lvl="5"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6pPr>
            <a:lvl7pPr marL="8535573" lvl="6"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7pPr>
            <a:lvl8pPr marL="9754941" lvl="7"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8pPr>
            <a:lvl9pPr marL="10974311" lvl="8"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9pPr>
          </a:lstStyle>
          <a:p>
            <a:pPr marL="0" indent="0">
              <a:lnSpc>
                <a:spcPct val="135714"/>
              </a:lnSpc>
              <a:spcBef>
                <a:spcPts val="3200"/>
              </a:spcBef>
              <a:buFont typeface="Arial" panose="020B0604020202020204" pitchFamily="34" charset="0"/>
              <a:buNone/>
            </a:pPr>
            <a:r>
              <a:rPr lang="en-US" dirty="0">
                <a:solidFill>
                  <a:srgbClr val="000000"/>
                </a:solidFill>
                <a:highlight>
                  <a:srgbClr val="FFFFFE"/>
                </a:highlight>
                <a:latin typeface="Courier New"/>
                <a:ea typeface="Courier New"/>
                <a:cs typeface="Courier New"/>
                <a:sym typeface="Courier New"/>
              </a:rPr>
              <a:t>[obj1, obj2, obj3, obj4, obj5, obj6, obj7 ...]</a:t>
            </a:r>
          </a:p>
          <a:p>
            <a:pPr marL="0" indent="0">
              <a:lnSpc>
                <a:spcPct val="135714"/>
              </a:lnSpc>
              <a:spcBef>
                <a:spcPts val="3200"/>
              </a:spcBef>
              <a:buFont typeface="Arial" panose="020B0604020202020204" pitchFamily="34" charset="0"/>
              <a:buNone/>
            </a:pPr>
            <a:endParaRPr lang="en-US" dirty="0">
              <a:solidFill>
                <a:srgbClr val="000000"/>
              </a:solidFill>
              <a:highlight>
                <a:srgbClr val="FFFFFE"/>
              </a:highlight>
              <a:latin typeface="Courier New"/>
              <a:ea typeface="Courier New"/>
              <a:cs typeface="Courier New"/>
              <a:sym typeface="Courier New"/>
            </a:endParaRPr>
          </a:p>
          <a:p>
            <a:pPr marL="0" indent="0">
              <a:lnSpc>
                <a:spcPct val="135714"/>
              </a:lnSpc>
              <a:spcBef>
                <a:spcPts val="3200"/>
              </a:spcBef>
              <a:buFont typeface="Arial" panose="020B0604020202020204" pitchFamily="34" charset="0"/>
              <a:buNone/>
            </a:pPr>
            <a:endParaRPr lang="en-US" dirty="0">
              <a:solidFill>
                <a:srgbClr val="000000"/>
              </a:solidFill>
              <a:highlight>
                <a:srgbClr val="FFFFFE"/>
              </a:highlight>
              <a:latin typeface="Courier New"/>
              <a:ea typeface="Courier New"/>
              <a:cs typeface="Courier New"/>
              <a:sym typeface="Courier New"/>
            </a:endParaRPr>
          </a:p>
          <a:p>
            <a:pPr marL="0" indent="0">
              <a:lnSpc>
                <a:spcPct val="135714"/>
              </a:lnSpc>
              <a:spcBef>
                <a:spcPts val="3200"/>
              </a:spcBef>
              <a:buNone/>
            </a:pPr>
            <a:r>
              <a:rPr lang="en-US" dirty="0">
                <a:solidFill>
                  <a:srgbClr val="000000"/>
                </a:solidFill>
                <a:highlight>
                  <a:srgbClr val="FFFFFE"/>
                </a:highlight>
                <a:latin typeface="Courier New"/>
                <a:ea typeface="Courier New"/>
                <a:cs typeface="Courier New"/>
                <a:sym typeface="Courier New"/>
              </a:rPr>
              <a:t>[new1, new2, new3, new4, new5, new6, new7 ...]</a:t>
            </a:r>
          </a:p>
        </p:txBody>
      </p:sp>
      <p:grpSp>
        <p:nvGrpSpPr>
          <p:cNvPr id="10" name="Group 9">
            <a:extLst>
              <a:ext uri="{FF2B5EF4-FFF2-40B4-BE49-F238E27FC236}">
                <a16:creationId xmlns:a16="http://schemas.microsoft.com/office/drawing/2014/main" id="{663FFC6C-99A0-2C55-C951-2008208E2710}"/>
              </a:ext>
            </a:extLst>
          </p:cNvPr>
          <p:cNvGrpSpPr/>
          <p:nvPr/>
        </p:nvGrpSpPr>
        <p:grpSpPr>
          <a:xfrm>
            <a:off x="3096126" y="7667571"/>
            <a:ext cx="923328" cy="3385992"/>
            <a:chOff x="3096126" y="7667571"/>
            <a:chExt cx="923328" cy="3385992"/>
          </a:xfrm>
        </p:grpSpPr>
        <p:cxnSp>
          <p:nvCxnSpPr>
            <p:cNvPr id="8" name="Straight Arrow Connector 7">
              <a:extLst>
                <a:ext uri="{FF2B5EF4-FFF2-40B4-BE49-F238E27FC236}">
                  <a16:creationId xmlns:a16="http://schemas.microsoft.com/office/drawing/2014/main" id="{E2A7DA22-256D-EE32-3CE4-E9A9195814C9}"/>
                </a:ext>
              </a:extLst>
            </p:cNvPr>
            <p:cNvCxnSpPr/>
            <p:nvPr/>
          </p:nvCxnSpPr>
          <p:spPr>
            <a:xfrm>
              <a:off x="3096126" y="7684168"/>
              <a:ext cx="0" cy="3352800"/>
            </a:xfrm>
            <a:prstGeom prst="straightConnector1">
              <a:avLst/>
            </a:prstGeom>
            <a:ln w="76200">
              <a:solidFill>
                <a:srgbClr val="EF7001"/>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579C987C-F295-BF6A-8AC2-FD6008F37B45}"/>
                </a:ext>
              </a:extLst>
            </p:cNvPr>
            <p:cNvSpPr txBox="1"/>
            <p:nvPr/>
          </p:nvSpPr>
          <p:spPr>
            <a:xfrm rot="5400000">
              <a:off x="1910960" y="8945068"/>
              <a:ext cx="3385992" cy="830997"/>
            </a:xfrm>
            <a:prstGeom prst="rect">
              <a:avLst/>
            </a:prstGeom>
            <a:noFill/>
          </p:spPr>
          <p:txBody>
            <a:bodyPr wrap="none" rtlCol="0">
              <a:spAutoFit/>
            </a:bodyPr>
            <a:lstStyle/>
            <a:p>
              <a:r>
                <a:rPr lang="en-US" sz="4800" b="1" dirty="0">
                  <a:solidFill>
                    <a:srgbClr val="EF7001"/>
                  </a:solidFill>
                  <a:latin typeface="Helvetica Neue" panose="02000503000000020004" pitchFamily="2" charset="0"/>
                  <a:ea typeface="Helvetica Neue" panose="02000503000000020004" pitchFamily="2" charset="0"/>
                  <a:cs typeface="Helvetica Neue" panose="02000503000000020004" pitchFamily="2" charset="0"/>
                </a:rPr>
                <a:t>expression</a:t>
              </a:r>
            </a:p>
          </p:txBody>
        </p:sp>
      </p:gr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0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42" presetClass="path" presetSubtype="0" accel="50000" decel="50000" fill="hold" nodeType="clickEffect">
                                  <p:stCondLst>
                                    <p:cond delay="0"/>
                                  </p:stCondLst>
                                  <p:childTnLst>
                                    <p:animMotion origin="layout" path="M 5.57219E-7 2.59259E-6 L 0.09816 0.00058 " pathEditMode="relative" rAng="0" ptsTypes="AA">
                                      <p:cBhvr>
                                        <p:cTn id="20" dur="500" fill="hold"/>
                                        <p:tgtEl>
                                          <p:spTgt spid="10"/>
                                        </p:tgtEl>
                                        <p:attrNameLst>
                                          <p:attrName>ppt_x</p:attrName>
                                          <p:attrName>ppt_y</p:attrName>
                                        </p:attrNameLst>
                                      </p:cBhvr>
                                      <p:rCtr x="4908" y="23"/>
                                    </p:animMotion>
                                  </p:childTnLst>
                                </p:cTn>
                              </p:par>
                            </p:childTnLst>
                          </p:cTn>
                        </p:par>
                        <p:par>
                          <p:cTn id="21" fill="hold">
                            <p:stCondLst>
                              <p:cond delay="500"/>
                            </p:stCondLst>
                            <p:childTnLst>
                              <p:par>
                                <p:cTn id="22" presetID="42" presetClass="path" presetSubtype="0" accel="50000" decel="50000" fill="hold" nodeType="afterEffect">
                                  <p:stCondLst>
                                    <p:cond delay="0"/>
                                  </p:stCondLst>
                                  <p:childTnLst>
                                    <p:animMotion origin="layout" path="M 0.09816 0.00058 L 0.20147 0.00185 " pathEditMode="relative" rAng="0" ptsTypes="AA">
                                      <p:cBhvr>
                                        <p:cTn id="23" dur="500" fill="hold"/>
                                        <p:tgtEl>
                                          <p:spTgt spid="10"/>
                                        </p:tgtEl>
                                        <p:attrNameLst>
                                          <p:attrName>ppt_x</p:attrName>
                                          <p:attrName>ppt_y</p:attrName>
                                        </p:attrNameLst>
                                      </p:cBhvr>
                                      <p:rCtr x="5162" y="58"/>
                                    </p:animMotion>
                                  </p:childTnLst>
                                </p:cTn>
                              </p:par>
                            </p:childTnLst>
                          </p:cTn>
                        </p:par>
                        <p:par>
                          <p:cTn id="24" fill="hold">
                            <p:stCondLst>
                              <p:cond delay="1000"/>
                            </p:stCondLst>
                            <p:childTnLst>
                              <p:par>
                                <p:cTn id="25" presetID="42" presetClass="path" presetSubtype="0" accel="50000" decel="50000" fill="hold" nodeType="afterEffect">
                                  <p:stCondLst>
                                    <p:cond delay="0"/>
                                  </p:stCondLst>
                                  <p:childTnLst>
                                    <p:animMotion origin="layout" path="M 0.20147 0.00185 L 0.30999 0.00185 " pathEditMode="relative" rAng="0" ptsTypes="AA">
                                      <p:cBhvr>
                                        <p:cTn id="26" dur="500" fill="hold"/>
                                        <p:tgtEl>
                                          <p:spTgt spid="10"/>
                                        </p:tgtEl>
                                        <p:attrNameLst>
                                          <p:attrName>ppt_x</p:attrName>
                                          <p:attrName>ppt_y</p:attrName>
                                        </p:attrNameLst>
                                      </p:cBhvr>
                                      <p:rCtr x="5422" y="0"/>
                                    </p:animMotion>
                                  </p:childTnLst>
                                </p:cTn>
                              </p:par>
                            </p:childTnLst>
                          </p:cTn>
                        </p:par>
                        <p:par>
                          <p:cTn id="27" fill="hold">
                            <p:stCondLst>
                              <p:cond delay="1500"/>
                            </p:stCondLst>
                            <p:childTnLst>
                              <p:par>
                                <p:cTn id="28" presetID="42" presetClass="path" presetSubtype="0" accel="50000" decel="50000" fill="hold" nodeType="afterEffect">
                                  <p:stCondLst>
                                    <p:cond delay="0"/>
                                  </p:stCondLst>
                                  <p:childTnLst>
                                    <p:animMotion origin="layout" path="M 0.30999 0.00185 L 0.41394 0.00058 " pathEditMode="relative" rAng="0" ptsTypes="AA">
                                      <p:cBhvr>
                                        <p:cTn id="29" dur="500" fill="hold"/>
                                        <p:tgtEl>
                                          <p:spTgt spid="10"/>
                                        </p:tgtEl>
                                        <p:attrNameLst>
                                          <p:attrName>ppt_x</p:attrName>
                                          <p:attrName>ppt_y</p:attrName>
                                        </p:attrNameLst>
                                      </p:cBhvr>
                                      <p:rCtr x="5195" y="-69"/>
                                    </p:animMotion>
                                  </p:childTnLst>
                                </p:cTn>
                              </p:par>
                            </p:childTnLst>
                          </p:cTn>
                        </p:par>
                        <p:par>
                          <p:cTn id="30" fill="hold">
                            <p:stCondLst>
                              <p:cond delay="2000"/>
                            </p:stCondLst>
                            <p:childTnLst>
                              <p:par>
                                <p:cTn id="31" presetID="42" presetClass="path" presetSubtype="0" accel="50000" decel="50000" fill="hold" nodeType="afterEffect">
                                  <p:stCondLst>
                                    <p:cond delay="0"/>
                                  </p:stCondLst>
                                  <p:childTnLst>
                                    <p:animMotion origin="layout" path="M 0.41394 0.00058 L 0.52116 -0.00174 " pathEditMode="relative" rAng="0" ptsTypes="AA">
                                      <p:cBhvr>
                                        <p:cTn id="32" dur="500" fill="hold"/>
                                        <p:tgtEl>
                                          <p:spTgt spid="10"/>
                                        </p:tgtEl>
                                        <p:attrNameLst>
                                          <p:attrName>ppt_x</p:attrName>
                                          <p:attrName>ppt_y</p:attrName>
                                        </p:attrNameLst>
                                      </p:cBhvr>
                                      <p:rCtr x="5357" y="-116"/>
                                    </p:animMotion>
                                  </p:childTnLst>
                                </p:cTn>
                              </p:par>
                            </p:childTnLst>
                          </p:cTn>
                        </p:par>
                        <p:par>
                          <p:cTn id="33" fill="hold">
                            <p:stCondLst>
                              <p:cond delay="2500"/>
                            </p:stCondLst>
                            <p:childTnLst>
                              <p:par>
                                <p:cTn id="34" presetID="42" presetClass="path" presetSubtype="0" accel="50000" decel="50000" fill="hold" nodeType="afterEffect">
                                  <p:stCondLst>
                                    <p:cond delay="0"/>
                                  </p:stCondLst>
                                  <p:childTnLst>
                                    <p:animMotion origin="layout" path="M 0.52116 -0.00174 L 0.63891 -0.00058 " pathEditMode="relative" rAng="0" ptsTypes="AA">
                                      <p:cBhvr>
                                        <p:cTn id="35" dur="500" fill="hold"/>
                                        <p:tgtEl>
                                          <p:spTgt spid="10"/>
                                        </p:tgtEl>
                                        <p:attrNameLst>
                                          <p:attrName>ppt_x</p:attrName>
                                          <p:attrName>ppt_y</p:attrName>
                                        </p:attrNameLst>
                                      </p:cBhvr>
                                      <p:rCtr x="5885" y="58"/>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2" grpId="0" build="p"/>
      <p:bldP spid="6"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501"/>
        <p:cNvGrpSpPr/>
        <p:nvPr/>
      </p:nvGrpSpPr>
      <p:grpSpPr>
        <a:xfrm>
          <a:off x="0" y="0"/>
          <a:ext cx="0" cy="0"/>
          <a:chOff x="0" y="0"/>
          <a:chExt cx="0" cy="0"/>
        </a:xfrm>
      </p:grpSpPr>
      <p:sp>
        <p:nvSpPr>
          <p:cNvPr id="502" name="Google Shape;502;p64"/>
          <p:cNvSpPr txBox="1">
            <a:spLocks noGrp="1"/>
          </p:cNvSpPr>
          <p:nvPr>
            <p:ph type="body" idx="1"/>
          </p:nvPr>
        </p:nvSpPr>
        <p:spPr>
          <a:xfrm>
            <a:off x="1940651" y="2679032"/>
            <a:ext cx="20666292" cy="3028058"/>
          </a:xfrm>
          <a:prstGeom prst="rect">
            <a:avLst/>
          </a:prstGeom>
        </p:spPr>
        <p:txBody>
          <a:bodyPr spcFirstLastPara="1" vert="horz" wrap="square" lIns="243800" tIns="243800" rIns="243800" bIns="243800" rtlCol="0" anchor="t" anchorCtr="0">
            <a:noAutofit/>
          </a:bodyPr>
          <a:lstStyle/>
          <a:p>
            <a:pPr marL="0" indent="0">
              <a:lnSpc>
                <a:spcPct val="135714"/>
              </a:lnSpc>
              <a:spcBef>
                <a:spcPts val="3200"/>
              </a:spcBef>
              <a:buNone/>
            </a:pPr>
            <a:r>
              <a:rPr lang="en" dirty="0" err="1">
                <a:solidFill>
                  <a:srgbClr val="000000"/>
                </a:solidFill>
                <a:highlight>
                  <a:srgbClr val="FFFFFE"/>
                </a:highlight>
                <a:latin typeface="Courier New"/>
                <a:ea typeface="Courier New"/>
                <a:cs typeface="Courier New"/>
                <a:sym typeface="Courier New"/>
              </a:rPr>
              <a:t>new_list</a:t>
            </a:r>
            <a:r>
              <a:rPr lang="en" dirty="0">
                <a:solidFill>
                  <a:srgbClr val="000000"/>
                </a:solidFill>
                <a:highlight>
                  <a:srgbClr val="FFFFFE"/>
                </a:highlight>
                <a:latin typeface="Courier New"/>
                <a:ea typeface="Courier New"/>
                <a:cs typeface="Courier New"/>
                <a:sym typeface="Courier New"/>
              </a:rPr>
              <a:t> = [(i+1)/</a:t>
            </a:r>
            <a:r>
              <a:rPr lang="en-US" sz="5400" dirty="0">
                <a:solidFill>
                  <a:srgbClr val="098156"/>
                </a:solidFill>
                <a:highlight>
                  <a:srgbClr val="FFFFFE"/>
                </a:highlight>
                <a:latin typeface="Courier New" panose="02070309020205020404" pitchFamily="49" charset="0"/>
              </a:rPr>
              <a:t>2 </a:t>
            </a:r>
            <a:r>
              <a:rPr lang="en" dirty="0">
                <a:solidFill>
                  <a:srgbClr val="AF00DB"/>
                </a:solidFill>
                <a:highlight>
                  <a:srgbClr val="FFFFFE"/>
                </a:highlight>
                <a:latin typeface="Courier New"/>
                <a:ea typeface="Courier New"/>
                <a:cs typeface="Courier New"/>
                <a:sym typeface="Courier New"/>
              </a:rPr>
              <a:t>for</a:t>
            </a:r>
            <a:r>
              <a:rPr lang="en" dirty="0">
                <a:solidFill>
                  <a:srgbClr val="000000"/>
                </a:solidFill>
                <a:highlight>
                  <a:srgbClr val="FFFFFE"/>
                </a:highlight>
                <a:latin typeface="Courier New"/>
                <a:ea typeface="Courier New"/>
                <a:cs typeface="Courier New"/>
                <a:sym typeface="Courier New"/>
              </a:rPr>
              <a:t> </a:t>
            </a:r>
            <a:r>
              <a:rPr lang="en" dirty="0" err="1">
                <a:solidFill>
                  <a:srgbClr val="000000"/>
                </a:solidFill>
                <a:highlight>
                  <a:srgbClr val="FFFFFE"/>
                </a:highlight>
                <a:latin typeface="Courier New"/>
                <a:ea typeface="Courier New"/>
                <a:cs typeface="Courier New"/>
                <a:sym typeface="Courier New"/>
              </a:rPr>
              <a:t>i</a:t>
            </a:r>
            <a:r>
              <a:rPr lang="en" dirty="0">
                <a:solidFill>
                  <a:srgbClr val="000000"/>
                </a:solidFill>
                <a:highlight>
                  <a:srgbClr val="FFFFFE"/>
                </a:highlight>
                <a:latin typeface="Courier New"/>
                <a:ea typeface="Courier New"/>
                <a:cs typeface="Courier New"/>
                <a:sym typeface="Courier New"/>
              </a:rPr>
              <a:t> </a:t>
            </a:r>
            <a:r>
              <a:rPr lang="en" dirty="0">
                <a:solidFill>
                  <a:srgbClr val="0000FF"/>
                </a:solidFill>
                <a:highlight>
                  <a:srgbClr val="FFFFFE"/>
                </a:highlight>
                <a:latin typeface="Courier New"/>
                <a:ea typeface="Courier New"/>
                <a:cs typeface="Courier New"/>
                <a:sym typeface="Courier New"/>
              </a:rPr>
              <a:t>in</a:t>
            </a:r>
            <a:r>
              <a:rPr lang="en" dirty="0">
                <a:solidFill>
                  <a:srgbClr val="000000"/>
                </a:solidFill>
                <a:highlight>
                  <a:srgbClr val="FFFFFE"/>
                </a:highlight>
                <a:latin typeface="Courier New"/>
                <a:ea typeface="Courier New"/>
                <a:cs typeface="Courier New"/>
                <a:sym typeface="Courier New"/>
              </a:rPr>
              <a:t> range(</a:t>
            </a:r>
            <a:r>
              <a:rPr lang="en-US" sz="5400" dirty="0">
                <a:solidFill>
                  <a:srgbClr val="098156"/>
                </a:solidFill>
                <a:highlight>
                  <a:srgbClr val="FFFFFE"/>
                </a:highlight>
                <a:latin typeface="Courier New" panose="02070309020205020404" pitchFamily="49" charset="0"/>
                <a:sym typeface="Courier New"/>
              </a:rPr>
              <a:t>7</a:t>
            </a:r>
            <a:r>
              <a:rPr lang="en" dirty="0">
                <a:solidFill>
                  <a:srgbClr val="000000"/>
                </a:solidFill>
                <a:highlight>
                  <a:srgbClr val="FFFFFE"/>
                </a:highlight>
                <a:latin typeface="Courier New"/>
                <a:ea typeface="Courier New"/>
                <a:cs typeface="Courier New"/>
                <a:sym typeface="Courier New"/>
              </a:rPr>
              <a:t>)] </a:t>
            </a:r>
            <a:endParaRPr dirty="0">
              <a:solidFill>
                <a:srgbClr val="000000"/>
              </a:solidFill>
              <a:highlight>
                <a:srgbClr val="FFFFFE"/>
              </a:highlight>
              <a:latin typeface="Courier New"/>
              <a:ea typeface="Courier New"/>
              <a:cs typeface="Courier New"/>
              <a:sym typeface="Courier New"/>
            </a:endParaRPr>
          </a:p>
        </p:txBody>
      </p:sp>
      <p:sp>
        <p:nvSpPr>
          <p:cNvPr id="2" name="Google Shape;412;p56">
            <a:extLst>
              <a:ext uri="{FF2B5EF4-FFF2-40B4-BE49-F238E27FC236}">
                <a16:creationId xmlns:a16="http://schemas.microsoft.com/office/drawing/2014/main" id="{78FAF4A1-E6FF-2A2F-0117-836B1C586B5F}"/>
              </a:ext>
            </a:extLst>
          </p:cNvPr>
          <p:cNvSpPr txBox="1">
            <a:spLocks/>
          </p:cNvSpPr>
          <p:nvPr/>
        </p:nvSpPr>
        <p:spPr>
          <a:xfrm>
            <a:off x="298453" y="249400"/>
            <a:ext cx="20503200" cy="1427200"/>
          </a:xfrm>
          <a:prstGeom prst="rect">
            <a:avLst/>
          </a:prstGeom>
        </p:spPr>
        <p:txBody>
          <a:bodyPr spcFirstLastPara="1" vert="horz" wrap="square" lIns="243800" tIns="243800" rIns="243800" bIns="243800" rtlCol="0" anchor="t" anchorCtr="0">
            <a:normAutofit/>
          </a:bodyPr>
          <a:lstStyle>
            <a:lvl1pPr lvl="0" algn="l" defTabSz="1828800" rtl="0" eaLnBrk="1" latinLnBrk="0" hangingPunct="1">
              <a:lnSpc>
                <a:spcPct val="90000"/>
              </a:lnSpc>
              <a:spcBef>
                <a:spcPts val="0"/>
              </a:spcBef>
              <a:spcAft>
                <a:spcPts val="0"/>
              </a:spcAft>
              <a:buSzPts val="2600"/>
              <a:buNone/>
              <a:defRPr sz="6933" kern="1200">
                <a:solidFill>
                  <a:schemeClr val="tx1"/>
                </a:solidFill>
                <a:latin typeface="+mj-lt"/>
                <a:ea typeface="+mj-ea"/>
                <a:cs typeface="+mj-cs"/>
              </a:defRPr>
            </a:lvl1pPr>
            <a:lvl2pPr lvl="1" rtl="0">
              <a:spcBef>
                <a:spcPts val="0"/>
              </a:spcBef>
              <a:spcAft>
                <a:spcPts val="0"/>
              </a:spcAft>
              <a:buSzPts val="2600"/>
              <a:buNone/>
              <a:defRPr sz="6933"/>
            </a:lvl2pPr>
            <a:lvl3pPr lvl="2" rtl="0">
              <a:spcBef>
                <a:spcPts val="0"/>
              </a:spcBef>
              <a:spcAft>
                <a:spcPts val="0"/>
              </a:spcAft>
              <a:buSzPts val="2600"/>
              <a:buNone/>
              <a:defRPr sz="6933"/>
            </a:lvl3pPr>
            <a:lvl4pPr lvl="3" rtl="0">
              <a:spcBef>
                <a:spcPts val="0"/>
              </a:spcBef>
              <a:spcAft>
                <a:spcPts val="0"/>
              </a:spcAft>
              <a:buSzPts val="2600"/>
              <a:buNone/>
              <a:defRPr sz="6933"/>
            </a:lvl4pPr>
            <a:lvl5pPr lvl="4" rtl="0">
              <a:spcBef>
                <a:spcPts val="0"/>
              </a:spcBef>
              <a:spcAft>
                <a:spcPts val="0"/>
              </a:spcAft>
              <a:buSzPts val="2600"/>
              <a:buNone/>
              <a:defRPr sz="6933"/>
            </a:lvl5pPr>
            <a:lvl6pPr lvl="5" rtl="0">
              <a:spcBef>
                <a:spcPts val="0"/>
              </a:spcBef>
              <a:spcAft>
                <a:spcPts val="0"/>
              </a:spcAft>
              <a:buSzPts val="2600"/>
              <a:buNone/>
              <a:defRPr sz="6933"/>
            </a:lvl6pPr>
            <a:lvl7pPr lvl="6" rtl="0">
              <a:spcBef>
                <a:spcPts val="0"/>
              </a:spcBef>
              <a:spcAft>
                <a:spcPts val="0"/>
              </a:spcAft>
              <a:buSzPts val="2600"/>
              <a:buNone/>
              <a:defRPr sz="6933"/>
            </a:lvl7pPr>
            <a:lvl8pPr lvl="7" rtl="0">
              <a:spcBef>
                <a:spcPts val="0"/>
              </a:spcBef>
              <a:spcAft>
                <a:spcPts val="0"/>
              </a:spcAft>
              <a:buSzPts val="2600"/>
              <a:buNone/>
              <a:defRPr sz="6933"/>
            </a:lvl8pPr>
            <a:lvl9pPr lvl="8" rtl="0">
              <a:spcBef>
                <a:spcPts val="0"/>
              </a:spcBef>
              <a:spcAft>
                <a:spcPts val="0"/>
              </a:spcAft>
              <a:buSzPts val="2600"/>
              <a:buNone/>
              <a:defRPr sz="6933"/>
            </a:lvl9pPr>
          </a:lstStyle>
          <a:p>
            <a:r>
              <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List Manipulation</a:t>
            </a:r>
          </a:p>
        </p:txBody>
      </p:sp>
      <p:sp>
        <p:nvSpPr>
          <p:cNvPr id="3" name="Google Shape;412;p56">
            <a:extLst>
              <a:ext uri="{FF2B5EF4-FFF2-40B4-BE49-F238E27FC236}">
                <a16:creationId xmlns:a16="http://schemas.microsoft.com/office/drawing/2014/main" id="{99B14EF1-7E47-C979-A21D-973B3F9EFB82}"/>
              </a:ext>
            </a:extLst>
          </p:cNvPr>
          <p:cNvSpPr txBox="1">
            <a:spLocks/>
          </p:cNvSpPr>
          <p:nvPr/>
        </p:nvSpPr>
        <p:spPr>
          <a:xfrm>
            <a:off x="296105" y="1175521"/>
            <a:ext cx="20503200" cy="1427200"/>
          </a:xfrm>
          <a:prstGeom prst="rect">
            <a:avLst/>
          </a:prstGeom>
        </p:spPr>
        <p:txBody>
          <a:bodyPr spcFirstLastPara="1" vert="horz" wrap="square" lIns="243800" tIns="243800" rIns="243800" bIns="243800" rtlCol="0" anchor="t" anchorCtr="0">
            <a:normAutofit fontScale="97500"/>
          </a:bodyPr>
          <a:lstStyle>
            <a:lvl1pPr lvl="0" algn="l" defTabSz="1828800" rtl="0" eaLnBrk="1" latinLnBrk="0" hangingPunct="1">
              <a:lnSpc>
                <a:spcPct val="90000"/>
              </a:lnSpc>
              <a:spcBef>
                <a:spcPts val="0"/>
              </a:spcBef>
              <a:spcAft>
                <a:spcPts val="0"/>
              </a:spcAft>
              <a:buSzPts val="2600"/>
              <a:buNone/>
              <a:defRPr sz="6933" kern="1200">
                <a:solidFill>
                  <a:schemeClr val="tx1"/>
                </a:solidFill>
                <a:latin typeface="+mj-lt"/>
                <a:ea typeface="+mj-ea"/>
                <a:cs typeface="+mj-cs"/>
              </a:defRPr>
            </a:lvl1pPr>
            <a:lvl2pPr lvl="1" rtl="0">
              <a:spcBef>
                <a:spcPts val="0"/>
              </a:spcBef>
              <a:spcAft>
                <a:spcPts val="0"/>
              </a:spcAft>
              <a:buSzPts val="2600"/>
              <a:buNone/>
              <a:defRPr sz="6933"/>
            </a:lvl2pPr>
            <a:lvl3pPr lvl="2" rtl="0">
              <a:spcBef>
                <a:spcPts val="0"/>
              </a:spcBef>
              <a:spcAft>
                <a:spcPts val="0"/>
              </a:spcAft>
              <a:buSzPts val="2600"/>
              <a:buNone/>
              <a:defRPr sz="6933"/>
            </a:lvl3pPr>
            <a:lvl4pPr lvl="3" rtl="0">
              <a:spcBef>
                <a:spcPts val="0"/>
              </a:spcBef>
              <a:spcAft>
                <a:spcPts val="0"/>
              </a:spcAft>
              <a:buSzPts val="2600"/>
              <a:buNone/>
              <a:defRPr sz="6933"/>
            </a:lvl4pPr>
            <a:lvl5pPr lvl="4" rtl="0">
              <a:spcBef>
                <a:spcPts val="0"/>
              </a:spcBef>
              <a:spcAft>
                <a:spcPts val="0"/>
              </a:spcAft>
              <a:buSzPts val="2600"/>
              <a:buNone/>
              <a:defRPr sz="6933"/>
            </a:lvl5pPr>
            <a:lvl6pPr lvl="5" rtl="0">
              <a:spcBef>
                <a:spcPts val="0"/>
              </a:spcBef>
              <a:spcAft>
                <a:spcPts val="0"/>
              </a:spcAft>
              <a:buSzPts val="2600"/>
              <a:buNone/>
              <a:defRPr sz="6933"/>
            </a:lvl6pPr>
            <a:lvl7pPr lvl="6" rtl="0">
              <a:spcBef>
                <a:spcPts val="0"/>
              </a:spcBef>
              <a:spcAft>
                <a:spcPts val="0"/>
              </a:spcAft>
              <a:buSzPts val="2600"/>
              <a:buNone/>
              <a:defRPr sz="6933"/>
            </a:lvl7pPr>
            <a:lvl8pPr lvl="7" rtl="0">
              <a:spcBef>
                <a:spcPts val="0"/>
              </a:spcBef>
              <a:spcAft>
                <a:spcPts val="0"/>
              </a:spcAft>
              <a:buSzPts val="2600"/>
              <a:buNone/>
              <a:defRPr sz="6933"/>
            </a:lvl8pPr>
            <a:lvl9pPr lvl="8" rtl="0">
              <a:spcBef>
                <a:spcPts val="0"/>
              </a:spcBef>
              <a:spcAft>
                <a:spcPts val="0"/>
              </a:spcAft>
              <a:buSzPts val="2600"/>
              <a:buNone/>
              <a:defRPr sz="6933"/>
            </a:lvl9pPr>
          </a:lstStyle>
          <a:p>
            <a:r>
              <a:rPr lang="en-US" sz="6000" b="1" dirty="0" err="1">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Listcomp</a:t>
            </a:r>
            <a:endPar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6" name="Google Shape;502;p64">
            <a:extLst>
              <a:ext uri="{FF2B5EF4-FFF2-40B4-BE49-F238E27FC236}">
                <a16:creationId xmlns:a16="http://schemas.microsoft.com/office/drawing/2014/main" id="{2032A8A9-25B1-30CF-0CED-D2B56A6D5ECB}"/>
              </a:ext>
            </a:extLst>
          </p:cNvPr>
          <p:cNvSpPr txBox="1">
            <a:spLocks/>
          </p:cNvSpPr>
          <p:nvPr/>
        </p:nvSpPr>
        <p:spPr>
          <a:xfrm>
            <a:off x="1780230" y="5743697"/>
            <a:ext cx="20826713" cy="2228606"/>
          </a:xfrm>
          <a:prstGeom prst="rect">
            <a:avLst/>
          </a:prstGeom>
        </p:spPr>
        <p:txBody>
          <a:bodyPr spcFirstLastPara="1" vert="horz" wrap="square" lIns="243800" tIns="243800" rIns="243800" bIns="243800" rtlCol="0" anchor="t" anchorCtr="0">
            <a:noAutofit/>
          </a:bodyPr>
          <a:lstStyle>
            <a:lvl1pPr marL="1219367" lvl="0" indent="-829848" algn="l" defTabSz="1828800" rtl="0" eaLnBrk="1" latinLnBrk="0" hangingPunct="1">
              <a:lnSpc>
                <a:spcPct val="90000"/>
              </a:lnSpc>
              <a:spcBef>
                <a:spcPts val="0"/>
              </a:spcBef>
              <a:spcAft>
                <a:spcPts val="0"/>
              </a:spcAft>
              <a:buSzPts val="1300"/>
              <a:buFont typeface="Arial" panose="020B0604020202020204" pitchFamily="34" charset="0"/>
              <a:buChar char="●"/>
              <a:defRPr sz="5600" kern="1200">
                <a:solidFill>
                  <a:schemeClr val="tx1"/>
                </a:solidFill>
                <a:latin typeface="+mn-lt"/>
                <a:ea typeface="+mn-ea"/>
                <a:cs typeface="+mn-cs"/>
              </a:defRPr>
            </a:lvl1pPr>
            <a:lvl2pPr marL="2438734" lvl="1" indent="-795975" algn="l" defTabSz="1828800" rtl="0" eaLnBrk="1" latinLnBrk="0" hangingPunct="1">
              <a:lnSpc>
                <a:spcPct val="90000"/>
              </a:lnSpc>
              <a:spcBef>
                <a:spcPts val="0"/>
              </a:spcBef>
              <a:spcAft>
                <a:spcPts val="0"/>
              </a:spcAft>
              <a:buSzPts val="1100"/>
              <a:buFont typeface="Arial" panose="020B0604020202020204" pitchFamily="34" charset="0"/>
              <a:buChar char="○"/>
              <a:defRPr sz="4800" kern="1200">
                <a:solidFill>
                  <a:schemeClr val="tx1"/>
                </a:solidFill>
                <a:latin typeface="+mn-lt"/>
                <a:ea typeface="+mn-ea"/>
                <a:cs typeface="+mn-cs"/>
              </a:defRPr>
            </a:lvl2pPr>
            <a:lvl3pPr marL="3658102" lvl="2" indent="-795975" algn="l" defTabSz="1828800" rtl="0" eaLnBrk="1" latinLnBrk="0" hangingPunct="1">
              <a:lnSpc>
                <a:spcPct val="90000"/>
              </a:lnSpc>
              <a:spcBef>
                <a:spcPts val="0"/>
              </a:spcBef>
              <a:spcAft>
                <a:spcPts val="0"/>
              </a:spcAft>
              <a:buSzPts val="1100"/>
              <a:buFont typeface="Arial" panose="020B0604020202020204" pitchFamily="34" charset="0"/>
              <a:buChar char="■"/>
              <a:defRPr sz="4000" kern="1200">
                <a:solidFill>
                  <a:schemeClr val="tx1"/>
                </a:solidFill>
                <a:latin typeface="+mn-lt"/>
                <a:ea typeface="+mn-ea"/>
                <a:cs typeface="+mn-cs"/>
              </a:defRPr>
            </a:lvl3pPr>
            <a:lvl4pPr marL="4877472" lvl="3"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4pPr>
            <a:lvl5pPr marL="6096839" lvl="4"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5pPr>
            <a:lvl6pPr marL="7316206" lvl="5"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6pPr>
            <a:lvl7pPr marL="8535573" lvl="6"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7pPr>
            <a:lvl8pPr marL="9754941" lvl="7"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8pPr>
            <a:lvl9pPr marL="10974311" lvl="8"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9pPr>
          </a:lstStyle>
          <a:p>
            <a:pPr marL="0" indent="0">
              <a:lnSpc>
                <a:spcPct val="135714"/>
              </a:lnSpc>
              <a:spcBef>
                <a:spcPts val="3200"/>
              </a:spcBef>
              <a:buNone/>
            </a:pPr>
            <a:r>
              <a:rPr lang="en-US" dirty="0">
                <a:solidFill>
                  <a:srgbClr val="000000"/>
                </a:solidFill>
                <a:highlight>
                  <a:srgbClr val="FFFFFE"/>
                </a:highlight>
                <a:latin typeface="Courier New"/>
                <a:ea typeface="Courier New"/>
                <a:cs typeface="Courier New"/>
                <a:sym typeface="Courier New"/>
              </a:rPr>
              <a:t> [</a:t>
            </a:r>
            <a:r>
              <a:rPr lang="en-US" dirty="0">
                <a:solidFill>
                  <a:srgbClr val="098156"/>
                </a:solidFill>
                <a:highlight>
                  <a:srgbClr val="FFFFFE"/>
                </a:highlight>
                <a:latin typeface="Courier New" panose="02070309020205020404" pitchFamily="49" charset="0"/>
              </a:rPr>
              <a:t>0</a:t>
            </a:r>
            <a:r>
              <a:rPr lang="en-US" dirty="0">
                <a:solidFill>
                  <a:srgbClr val="000000"/>
                </a:solidFill>
                <a:highlight>
                  <a:srgbClr val="FFFFFE"/>
                </a:highlight>
                <a:latin typeface="Courier New"/>
                <a:ea typeface="Courier New"/>
                <a:cs typeface="Courier New"/>
                <a:sym typeface="Courier New"/>
              </a:rPr>
              <a:t>,    </a:t>
            </a:r>
            <a:r>
              <a:rPr lang="en-US" dirty="0">
                <a:solidFill>
                  <a:srgbClr val="098156"/>
                </a:solidFill>
                <a:highlight>
                  <a:srgbClr val="FFFFFE"/>
                </a:highlight>
                <a:latin typeface="Courier New" panose="02070309020205020404" pitchFamily="49" charset="0"/>
              </a:rPr>
              <a:t>1</a:t>
            </a:r>
            <a:r>
              <a:rPr lang="en-US" dirty="0">
                <a:solidFill>
                  <a:srgbClr val="000000"/>
                </a:solidFill>
                <a:highlight>
                  <a:srgbClr val="FFFFFE"/>
                </a:highlight>
                <a:latin typeface="Courier New"/>
                <a:ea typeface="Courier New"/>
                <a:cs typeface="Courier New"/>
                <a:sym typeface="Courier New"/>
              </a:rPr>
              <a:t>,    </a:t>
            </a:r>
            <a:r>
              <a:rPr lang="en-US" dirty="0">
                <a:solidFill>
                  <a:srgbClr val="098156"/>
                </a:solidFill>
                <a:highlight>
                  <a:srgbClr val="FFFFFE"/>
                </a:highlight>
                <a:latin typeface="Courier New" panose="02070309020205020404" pitchFamily="49" charset="0"/>
                <a:sym typeface="Courier New"/>
              </a:rPr>
              <a:t>2</a:t>
            </a:r>
            <a:r>
              <a:rPr lang="en-US" dirty="0">
                <a:solidFill>
                  <a:srgbClr val="000000"/>
                </a:solidFill>
                <a:highlight>
                  <a:srgbClr val="FFFFFE"/>
                </a:highlight>
                <a:latin typeface="Courier New"/>
                <a:ea typeface="Courier New"/>
                <a:cs typeface="Courier New"/>
                <a:sym typeface="Courier New"/>
              </a:rPr>
              <a:t>,    </a:t>
            </a:r>
            <a:r>
              <a:rPr lang="en-US" dirty="0">
                <a:solidFill>
                  <a:srgbClr val="098156"/>
                </a:solidFill>
                <a:highlight>
                  <a:srgbClr val="FFFFFE"/>
                </a:highlight>
                <a:latin typeface="Courier New" panose="02070309020205020404" pitchFamily="49" charset="0"/>
                <a:sym typeface="Courier New"/>
              </a:rPr>
              <a:t>3</a:t>
            </a:r>
            <a:r>
              <a:rPr lang="en-US" dirty="0">
                <a:solidFill>
                  <a:srgbClr val="000000"/>
                </a:solidFill>
                <a:highlight>
                  <a:srgbClr val="FFFFFE"/>
                </a:highlight>
                <a:latin typeface="Courier New"/>
                <a:ea typeface="Courier New"/>
                <a:cs typeface="Courier New"/>
                <a:sym typeface="Courier New"/>
              </a:rPr>
              <a:t>,    </a:t>
            </a:r>
            <a:r>
              <a:rPr lang="en-US" dirty="0">
                <a:solidFill>
                  <a:srgbClr val="098156"/>
                </a:solidFill>
                <a:highlight>
                  <a:srgbClr val="FFFFFE"/>
                </a:highlight>
                <a:latin typeface="Courier New" panose="02070309020205020404" pitchFamily="49" charset="0"/>
                <a:sym typeface="Courier New"/>
              </a:rPr>
              <a:t>4</a:t>
            </a:r>
            <a:r>
              <a:rPr lang="en-US" dirty="0">
                <a:solidFill>
                  <a:srgbClr val="000000"/>
                </a:solidFill>
                <a:highlight>
                  <a:srgbClr val="FFFFFE"/>
                </a:highlight>
                <a:latin typeface="Courier New"/>
                <a:ea typeface="Courier New"/>
                <a:cs typeface="Courier New"/>
                <a:sym typeface="Courier New"/>
              </a:rPr>
              <a:t>,    </a:t>
            </a:r>
            <a:r>
              <a:rPr lang="en-US" dirty="0">
                <a:solidFill>
                  <a:srgbClr val="098156"/>
                </a:solidFill>
                <a:highlight>
                  <a:srgbClr val="FFFFFE"/>
                </a:highlight>
                <a:latin typeface="Courier New" panose="02070309020205020404" pitchFamily="49" charset="0"/>
                <a:sym typeface="Courier New"/>
              </a:rPr>
              <a:t>5</a:t>
            </a:r>
            <a:r>
              <a:rPr lang="en-US" dirty="0">
                <a:solidFill>
                  <a:srgbClr val="000000"/>
                </a:solidFill>
                <a:highlight>
                  <a:srgbClr val="FFFFFE"/>
                </a:highlight>
                <a:latin typeface="Courier New"/>
                <a:ea typeface="Courier New"/>
                <a:cs typeface="Courier New"/>
                <a:sym typeface="Courier New"/>
              </a:rPr>
              <a:t>,    </a:t>
            </a:r>
            <a:r>
              <a:rPr lang="en-US" dirty="0">
                <a:solidFill>
                  <a:srgbClr val="098156"/>
                </a:solidFill>
                <a:highlight>
                  <a:srgbClr val="FFFFFE"/>
                </a:highlight>
                <a:latin typeface="Courier New" panose="02070309020205020404" pitchFamily="49" charset="0"/>
                <a:sym typeface="Courier New"/>
              </a:rPr>
              <a:t>6</a:t>
            </a:r>
            <a:r>
              <a:rPr lang="en-US" dirty="0">
                <a:solidFill>
                  <a:srgbClr val="000000"/>
                </a:solidFill>
                <a:highlight>
                  <a:srgbClr val="FFFFFE"/>
                </a:highlight>
                <a:latin typeface="Courier New"/>
                <a:ea typeface="Courier New"/>
                <a:cs typeface="Courier New"/>
                <a:sym typeface="Courier New"/>
              </a:rPr>
              <a:t>]</a:t>
            </a:r>
          </a:p>
          <a:p>
            <a:pPr marL="0" indent="0">
              <a:lnSpc>
                <a:spcPct val="135714"/>
              </a:lnSpc>
              <a:spcBef>
                <a:spcPts val="3200"/>
              </a:spcBef>
              <a:buFont typeface="Arial" panose="020B0604020202020204" pitchFamily="34" charset="0"/>
              <a:buNone/>
            </a:pPr>
            <a:endParaRPr lang="en-US" dirty="0">
              <a:solidFill>
                <a:srgbClr val="000000"/>
              </a:solidFill>
              <a:highlight>
                <a:srgbClr val="FFFFFE"/>
              </a:highlight>
              <a:latin typeface="Courier New"/>
              <a:ea typeface="Courier New"/>
              <a:cs typeface="Courier New"/>
              <a:sym typeface="Courier New"/>
            </a:endParaRPr>
          </a:p>
          <a:p>
            <a:pPr marL="0" indent="0">
              <a:lnSpc>
                <a:spcPct val="135714"/>
              </a:lnSpc>
              <a:spcBef>
                <a:spcPts val="3200"/>
              </a:spcBef>
              <a:buFont typeface="Arial" panose="020B0604020202020204" pitchFamily="34" charset="0"/>
              <a:buNone/>
            </a:pPr>
            <a:endParaRPr lang="en-US" dirty="0">
              <a:solidFill>
                <a:srgbClr val="000000"/>
              </a:solidFill>
              <a:highlight>
                <a:srgbClr val="FFFFFE"/>
              </a:highlight>
              <a:latin typeface="Courier New"/>
              <a:ea typeface="Courier New"/>
              <a:cs typeface="Courier New"/>
              <a:sym typeface="Courier New"/>
            </a:endParaRPr>
          </a:p>
          <a:p>
            <a:pPr marL="0" indent="0">
              <a:lnSpc>
                <a:spcPct val="135714"/>
              </a:lnSpc>
              <a:spcBef>
                <a:spcPts val="3200"/>
              </a:spcBef>
              <a:buNone/>
            </a:pPr>
            <a:r>
              <a:rPr lang="en-US" dirty="0">
                <a:solidFill>
                  <a:srgbClr val="000000"/>
                </a:solidFill>
                <a:highlight>
                  <a:srgbClr val="FFFFFE"/>
                </a:highlight>
                <a:latin typeface="Courier New"/>
                <a:ea typeface="Courier New"/>
                <a:cs typeface="Courier New"/>
                <a:sym typeface="Courier New"/>
              </a:rPr>
              <a:t>[</a:t>
            </a:r>
            <a:r>
              <a:rPr lang="en-US" dirty="0">
                <a:solidFill>
                  <a:srgbClr val="098156"/>
                </a:solidFill>
                <a:highlight>
                  <a:srgbClr val="FFFFFE"/>
                </a:highlight>
                <a:latin typeface="Courier New" panose="02070309020205020404" pitchFamily="49" charset="0"/>
              </a:rPr>
              <a:t>0.5</a:t>
            </a:r>
            <a:r>
              <a:rPr lang="en-US" dirty="0">
                <a:solidFill>
                  <a:srgbClr val="000000"/>
                </a:solidFill>
                <a:highlight>
                  <a:srgbClr val="FFFFFE"/>
                </a:highlight>
                <a:latin typeface="Courier New"/>
                <a:ea typeface="Courier New"/>
                <a:cs typeface="Courier New"/>
                <a:sym typeface="Courier New"/>
              </a:rPr>
              <a:t>,  </a:t>
            </a:r>
            <a:r>
              <a:rPr lang="en-US" dirty="0">
                <a:solidFill>
                  <a:srgbClr val="098156"/>
                </a:solidFill>
                <a:highlight>
                  <a:srgbClr val="FFFFFE"/>
                </a:highlight>
                <a:latin typeface="Courier New" panose="02070309020205020404" pitchFamily="49" charset="0"/>
              </a:rPr>
              <a:t>1.0</a:t>
            </a:r>
            <a:r>
              <a:rPr lang="en-US" dirty="0">
                <a:solidFill>
                  <a:srgbClr val="000000"/>
                </a:solidFill>
                <a:highlight>
                  <a:srgbClr val="FFFFFE"/>
                </a:highlight>
                <a:latin typeface="Courier New"/>
                <a:ea typeface="Courier New"/>
                <a:cs typeface="Courier New"/>
                <a:sym typeface="Courier New"/>
              </a:rPr>
              <a:t>, </a:t>
            </a:r>
            <a:r>
              <a:rPr lang="en-US" dirty="0">
                <a:solidFill>
                  <a:srgbClr val="098156"/>
                </a:solidFill>
                <a:highlight>
                  <a:srgbClr val="FFFFFE"/>
                </a:highlight>
                <a:latin typeface="Courier New" panose="02070309020205020404" pitchFamily="49" charset="0"/>
                <a:sym typeface="Courier New"/>
              </a:rPr>
              <a:t> </a:t>
            </a:r>
            <a:r>
              <a:rPr lang="en-US" dirty="0">
                <a:solidFill>
                  <a:srgbClr val="098156"/>
                </a:solidFill>
                <a:highlight>
                  <a:srgbClr val="FFFFFE"/>
                </a:highlight>
                <a:latin typeface="Courier New" panose="02070309020205020404" pitchFamily="49" charset="0"/>
              </a:rPr>
              <a:t>1.5</a:t>
            </a:r>
            <a:r>
              <a:rPr lang="en-US" dirty="0">
                <a:solidFill>
                  <a:srgbClr val="000000"/>
                </a:solidFill>
                <a:highlight>
                  <a:srgbClr val="FFFFFE"/>
                </a:highlight>
                <a:latin typeface="Courier New"/>
                <a:ea typeface="Courier New"/>
                <a:cs typeface="Courier New"/>
                <a:sym typeface="Courier New"/>
              </a:rPr>
              <a:t>, </a:t>
            </a:r>
            <a:r>
              <a:rPr lang="en-US" dirty="0">
                <a:solidFill>
                  <a:srgbClr val="098156"/>
                </a:solidFill>
                <a:highlight>
                  <a:srgbClr val="FFFFFE"/>
                </a:highlight>
                <a:latin typeface="Courier New" panose="02070309020205020404" pitchFamily="49" charset="0"/>
                <a:sym typeface="Courier New"/>
              </a:rPr>
              <a:t> </a:t>
            </a:r>
            <a:r>
              <a:rPr lang="en-US" dirty="0">
                <a:solidFill>
                  <a:srgbClr val="098156"/>
                </a:solidFill>
                <a:highlight>
                  <a:srgbClr val="FFFFFE"/>
                </a:highlight>
                <a:latin typeface="Courier New" panose="02070309020205020404" pitchFamily="49" charset="0"/>
              </a:rPr>
              <a:t>2.0</a:t>
            </a:r>
            <a:r>
              <a:rPr lang="en-US" dirty="0">
                <a:solidFill>
                  <a:srgbClr val="000000"/>
                </a:solidFill>
                <a:highlight>
                  <a:srgbClr val="FFFFFE"/>
                </a:highlight>
                <a:latin typeface="Courier New"/>
                <a:ea typeface="Courier New"/>
                <a:cs typeface="Courier New"/>
                <a:sym typeface="Courier New"/>
              </a:rPr>
              <a:t>,  </a:t>
            </a:r>
            <a:r>
              <a:rPr lang="en-US" dirty="0">
                <a:solidFill>
                  <a:srgbClr val="098156"/>
                </a:solidFill>
                <a:highlight>
                  <a:srgbClr val="FFFFFE"/>
                </a:highlight>
                <a:latin typeface="Courier New" panose="02070309020205020404" pitchFamily="49" charset="0"/>
                <a:sym typeface="Courier New"/>
              </a:rPr>
              <a:t>2.5</a:t>
            </a:r>
            <a:r>
              <a:rPr lang="en-US" dirty="0">
                <a:solidFill>
                  <a:srgbClr val="000000"/>
                </a:solidFill>
                <a:highlight>
                  <a:srgbClr val="FFFFFE"/>
                </a:highlight>
                <a:latin typeface="Courier New"/>
                <a:ea typeface="Courier New"/>
                <a:cs typeface="Courier New"/>
                <a:sym typeface="Courier New"/>
              </a:rPr>
              <a:t>, </a:t>
            </a:r>
            <a:r>
              <a:rPr lang="en-US" dirty="0">
                <a:solidFill>
                  <a:srgbClr val="098156"/>
                </a:solidFill>
                <a:highlight>
                  <a:srgbClr val="FFFFFE"/>
                </a:highlight>
                <a:latin typeface="Courier New" panose="02070309020205020404" pitchFamily="49" charset="0"/>
                <a:sym typeface="Courier New"/>
              </a:rPr>
              <a:t> </a:t>
            </a:r>
            <a:r>
              <a:rPr lang="en-US" dirty="0">
                <a:solidFill>
                  <a:srgbClr val="098156"/>
                </a:solidFill>
                <a:highlight>
                  <a:srgbClr val="FFFFFE"/>
                </a:highlight>
                <a:latin typeface="Courier New" panose="02070309020205020404" pitchFamily="49" charset="0"/>
              </a:rPr>
              <a:t>3.0</a:t>
            </a:r>
            <a:r>
              <a:rPr lang="en-US" dirty="0">
                <a:solidFill>
                  <a:srgbClr val="000000"/>
                </a:solidFill>
                <a:highlight>
                  <a:srgbClr val="FFFFFE"/>
                </a:highlight>
                <a:latin typeface="Courier New"/>
                <a:ea typeface="Courier New"/>
                <a:cs typeface="Courier New"/>
                <a:sym typeface="Courier New"/>
              </a:rPr>
              <a:t>, </a:t>
            </a:r>
            <a:r>
              <a:rPr lang="en-US" dirty="0">
                <a:solidFill>
                  <a:srgbClr val="098156"/>
                </a:solidFill>
                <a:highlight>
                  <a:srgbClr val="FFFFFE"/>
                </a:highlight>
                <a:latin typeface="Courier New" panose="02070309020205020404" pitchFamily="49" charset="0"/>
                <a:sym typeface="Courier New"/>
              </a:rPr>
              <a:t> </a:t>
            </a:r>
            <a:r>
              <a:rPr lang="en-US" dirty="0">
                <a:solidFill>
                  <a:srgbClr val="098156"/>
                </a:solidFill>
                <a:highlight>
                  <a:srgbClr val="FFFFFE"/>
                </a:highlight>
                <a:latin typeface="Courier New" panose="02070309020205020404" pitchFamily="49" charset="0"/>
              </a:rPr>
              <a:t>3.5</a:t>
            </a:r>
            <a:r>
              <a:rPr lang="en-US" dirty="0">
                <a:solidFill>
                  <a:srgbClr val="000000"/>
                </a:solidFill>
                <a:highlight>
                  <a:srgbClr val="FFFFFE"/>
                </a:highlight>
                <a:latin typeface="Courier New"/>
                <a:ea typeface="Courier New"/>
                <a:cs typeface="Courier New"/>
                <a:sym typeface="Courier New"/>
              </a:rPr>
              <a:t>]</a:t>
            </a:r>
          </a:p>
        </p:txBody>
      </p:sp>
      <p:grpSp>
        <p:nvGrpSpPr>
          <p:cNvPr id="10" name="Group 9">
            <a:extLst>
              <a:ext uri="{FF2B5EF4-FFF2-40B4-BE49-F238E27FC236}">
                <a16:creationId xmlns:a16="http://schemas.microsoft.com/office/drawing/2014/main" id="{663FFC6C-99A0-2C55-C951-2008208E2710}"/>
              </a:ext>
            </a:extLst>
          </p:cNvPr>
          <p:cNvGrpSpPr/>
          <p:nvPr/>
        </p:nvGrpSpPr>
        <p:grpSpPr>
          <a:xfrm>
            <a:off x="3096126" y="7684168"/>
            <a:ext cx="923329" cy="3352800"/>
            <a:chOff x="3096126" y="7684168"/>
            <a:chExt cx="923329" cy="3352800"/>
          </a:xfrm>
        </p:grpSpPr>
        <p:cxnSp>
          <p:nvCxnSpPr>
            <p:cNvPr id="8" name="Straight Arrow Connector 7">
              <a:extLst>
                <a:ext uri="{FF2B5EF4-FFF2-40B4-BE49-F238E27FC236}">
                  <a16:creationId xmlns:a16="http://schemas.microsoft.com/office/drawing/2014/main" id="{E2A7DA22-256D-EE32-3CE4-E9A9195814C9}"/>
                </a:ext>
              </a:extLst>
            </p:cNvPr>
            <p:cNvCxnSpPr/>
            <p:nvPr/>
          </p:nvCxnSpPr>
          <p:spPr>
            <a:xfrm>
              <a:off x="3096126" y="7684168"/>
              <a:ext cx="0" cy="3352800"/>
            </a:xfrm>
            <a:prstGeom prst="straightConnector1">
              <a:avLst/>
            </a:prstGeom>
            <a:ln w="76200">
              <a:solidFill>
                <a:srgbClr val="EF7001"/>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579C987C-F295-BF6A-8AC2-FD6008F37B45}"/>
                </a:ext>
              </a:extLst>
            </p:cNvPr>
            <p:cNvSpPr txBox="1"/>
            <p:nvPr/>
          </p:nvSpPr>
          <p:spPr>
            <a:xfrm rot="5400000">
              <a:off x="2221206" y="8945068"/>
              <a:ext cx="2765501" cy="830997"/>
            </a:xfrm>
            <a:prstGeom prst="rect">
              <a:avLst/>
            </a:prstGeom>
            <a:noFill/>
          </p:spPr>
          <p:txBody>
            <a:bodyPr wrap="none" rtlCol="0">
              <a:spAutoFit/>
            </a:bodyPr>
            <a:lstStyle/>
            <a:p>
              <a:r>
                <a:rPr lang="en" sz="4800" dirty="0">
                  <a:solidFill>
                    <a:srgbClr val="000000"/>
                  </a:solidFill>
                  <a:highlight>
                    <a:srgbClr val="FFFFFE"/>
                  </a:highlight>
                  <a:latin typeface="Courier New"/>
                  <a:ea typeface="Courier New"/>
                  <a:cs typeface="Courier New"/>
                  <a:sym typeface="Courier New"/>
                </a:rPr>
                <a:t>(i+1)/</a:t>
              </a:r>
              <a:r>
                <a:rPr lang="en-US" sz="4800" dirty="0">
                  <a:solidFill>
                    <a:srgbClr val="098156"/>
                  </a:solidFill>
                  <a:highlight>
                    <a:srgbClr val="FFFFFE"/>
                  </a:highlight>
                  <a:latin typeface="Courier New" panose="02070309020205020404" pitchFamily="49" charset="0"/>
                </a:rPr>
                <a:t>2</a:t>
              </a:r>
              <a:endParaRPr lang="en-US" sz="4800" b="1" dirty="0">
                <a:solidFill>
                  <a:srgbClr val="EF7001"/>
                </a:solidFill>
                <a:latin typeface="Helvetica Neue" panose="02000503000000020004" pitchFamily="2" charset="0"/>
                <a:ea typeface="Helvetica Neue" panose="02000503000000020004" pitchFamily="2" charset="0"/>
                <a:cs typeface="Helvetica Neue" panose="02000503000000020004" pitchFamily="2" charset="0"/>
              </a:endParaRPr>
            </a:p>
          </p:txBody>
        </p:sp>
      </p:grpSp>
    </p:spTree>
    <p:extLst>
      <p:ext uri="{BB962C8B-B14F-4D97-AF65-F5344CB8AC3E}">
        <p14:creationId xmlns:p14="http://schemas.microsoft.com/office/powerpoint/2010/main" val="351529417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42" presetClass="path" presetSubtype="0" accel="50000" decel="50000" fill="hold" nodeType="clickEffect">
                                  <p:stCondLst>
                                    <p:cond delay="0"/>
                                  </p:stCondLst>
                                  <p:childTnLst>
                                    <p:animMotion origin="layout" path="M 5.57219E-7 2.59259E-6 L 0.09816 0.00058 " pathEditMode="relative" rAng="0" ptsTypes="AA">
                                      <p:cBhvr>
                                        <p:cTn id="16" dur="500" fill="hold"/>
                                        <p:tgtEl>
                                          <p:spTgt spid="10"/>
                                        </p:tgtEl>
                                        <p:attrNameLst>
                                          <p:attrName>ppt_x</p:attrName>
                                          <p:attrName>ppt_y</p:attrName>
                                        </p:attrNameLst>
                                      </p:cBhvr>
                                      <p:rCtr x="4908" y="23"/>
                                    </p:animMotion>
                                  </p:childTnLst>
                                </p:cTn>
                              </p:par>
                            </p:childTnLst>
                          </p:cTn>
                        </p:par>
                        <p:par>
                          <p:cTn id="17" fill="hold">
                            <p:stCondLst>
                              <p:cond delay="500"/>
                            </p:stCondLst>
                            <p:childTnLst>
                              <p:par>
                                <p:cTn id="18" presetID="42" presetClass="path" presetSubtype="0" accel="50000" decel="50000" fill="hold" nodeType="afterEffect">
                                  <p:stCondLst>
                                    <p:cond delay="0"/>
                                  </p:stCondLst>
                                  <p:childTnLst>
                                    <p:animMotion origin="layout" path="M 0.09816 0.00058 L 0.20147 0.00185 " pathEditMode="relative" rAng="0" ptsTypes="AA">
                                      <p:cBhvr>
                                        <p:cTn id="19" dur="500" fill="hold"/>
                                        <p:tgtEl>
                                          <p:spTgt spid="10"/>
                                        </p:tgtEl>
                                        <p:attrNameLst>
                                          <p:attrName>ppt_x</p:attrName>
                                          <p:attrName>ppt_y</p:attrName>
                                        </p:attrNameLst>
                                      </p:cBhvr>
                                      <p:rCtr x="5162" y="58"/>
                                    </p:animMotion>
                                  </p:childTnLst>
                                </p:cTn>
                              </p:par>
                            </p:childTnLst>
                          </p:cTn>
                        </p:par>
                        <p:par>
                          <p:cTn id="20" fill="hold">
                            <p:stCondLst>
                              <p:cond delay="1000"/>
                            </p:stCondLst>
                            <p:childTnLst>
                              <p:par>
                                <p:cTn id="21" presetID="42" presetClass="path" presetSubtype="0" accel="50000" decel="50000" fill="hold" nodeType="afterEffect">
                                  <p:stCondLst>
                                    <p:cond delay="0"/>
                                  </p:stCondLst>
                                  <p:childTnLst>
                                    <p:animMotion origin="layout" path="M 0.20147 0.00185 L 0.30999 0.00185 " pathEditMode="relative" rAng="0" ptsTypes="AA">
                                      <p:cBhvr>
                                        <p:cTn id="22" dur="500" fill="hold"/>
                                        <p:tgtEl>
                                          <p:spTgt spid="10"/>
                                        </p:tgtEl>
                                        <p:attrNameLst>
                                          <p:attrName>ppt_x</p:attrName>
                                          <p:attrName>ppt_y</p:attrName>
                                        </p:attrNameLst>
                                      </p:cBhvr>
                                      <p:rCtr x="5422" y="0"/>
                                    </p:animMotion>
                                  </p:childTnLst>
                                </p:cTn>
                              </p:par>
                            </p:childTnLst>
                          </p:cTn>
                        </p:par>
                        <p:par>
                          <p:cTn id="23" fill="hold">
                            <p:stCondLst>
                              <p:cond delay="1500"/>
                            </p:stCondLst>
                            <p:childTnLst>
                              <p:par>
                                <p:cTn id="24" presetID="42" presetClass="path" presetSubtype="0" accel="50000" decel="50000" fill="hold" nodeType="afterEffect">
                                  <p:stCondLst>
                                    <p:cond delay="0"/>
                                  </p:stCondLst>
                                  <p:childTnLst>
                                    <p:animMotion origin="layout" path="M 0.30999 0.00185 L 0.41394 0.00058 " pathEditMode="relative" rAng="0" ptsTypes="AA">
                                      <p:cBhvr>
                                        <p:cTn id="25" dur="500" fill="hold"/>
                                        <p:tgtEl>
                                          <p:spTgt spid="10"/>
                                        </p:tgtEl>
                                        <p:attrNameLst>
                                          <p:attrName>ppt_x</p:attrName>
                                          <p:attrName>ppt_y</p:attrName>
                                        </p:attrNameLst>
                                      </p:cBhvr>
                                      <p:rCtr x="5195" y="-69"/>
                                    </p:animMotion>
                                  </p:childTnLst>
                                </p:cTn>
                              </p:par>
                            </p:childTnLst>
                          </p:cTn>
                        </p:par>
                        <p:par>
                          <p:cTn id="26" fill="hold">
                            <p:stCondLst>
                              <p:cond delay="2000"/>
                            </p:stCondLst>
                            <p:childTnLst>
                              <p:par>
                                <p:cTn id="27" presetID="42" presetClass="path" presetSubtype="0" accel="50000" decel="50000" fill="hold" nodeType="afterEffect">
                                  <p:stCondLst>
                                    <p:cond delay="0"/>
                                  </p:stCondLst>
                                  <p:childTnLst>
                                    <p:animMotion origin="layout" path="M 0.41394 0.00058 L 0.52116 -0.00174 " pathEditMode="relative" rAng="0" ptsTypes="AA">
                                      <p:cBhvr>
                                        <p:cTn id="28" dur="500" fill="hold"/>
                                        <p:tgtEl>
                                          <p:spTgt spid="10"/>
                                        </p:tgtEl>
                                        <p:attrNameLst>
                                          <p:attrName>ppt_x</p:attrName>
                                          <p:attrName>ppt_y</p:attrName>
                                        </p:attrNameLst>
                                      </p:cBhvr>
                                      <p:rCtr x="5357" y="-116"/>
                                    </p:animMotion>
                                  </p:childTnLst>
                                </p:cTn>
                              </p:par>
                            </p:childTnLst>
                          </p:cTn>
                        </p:par>
                        <p:par>
                          <p:cTn id="29" fill="hold">
                            <p:stCondLst>
                              <p:cond delay="2500"/>
                            </p:stCondLst>
                            <p:childTnLst>
                              <p:par>
                                <p:cTn id="30" presetID="42" presetClass="path" presetSubtype="0" accel="50000" decel="50000" fill="hold" nodeType="afterEffect">
                                  <p:stCondLst>
                                    <p:cond delay="0"/>
                                  </p:stCondLst>
                                  <p:childTnLst>
                                    <p:animMotion origin="layout" path="M 0.52116 -0.00174 L 0.63891 -0.00058 " pathEditMode="relative" rAng="0" ptsTypes="AA">
                                      <p:cBhvr>
                                        <p:cTn id="31" dur="500" fill="hold"/>
                                        <p:tgtEl>
                                          <p:spTgt spid="10"/>
                                        </p:tgtEl>
                                        <p:attrNameLst>
                                          <p:attrName>ppt_x</p:attrName>
                                          <p:attrName>ppt_y</p:attrName>
                                        </p:attrNameLst>
                                      </p:cBhvr>
                                      <p:rCtr x="5885" y="58"/>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2" grpId="0" build="p"/>
      <p:bldP spid="6"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50"/>
        <p:cNvGrpSpPr/>
        <p:nvPr/>
      </p:nvGrpSpPr>
      <p:grpSpPr>
        <a:xfrm>
          <a:off x="0" y="0"/>
          <a:ext cx="0" cy="0"/>
          <a:chOff x="0" y="0"/>
          <a:chExt cx="0" cy="0"/>
        </a:xfrm>
      </p:grpSpPr>
      <p:sp>
        <p:nvSpPr>
          <p:cNvPr id="451" name="Google Shape;451;p59"/>
          <p:cNvSpPr txBox="1">
            <a:spLocks noGrp="1"/>
          </p:cNvSpPr>
          <p:nvPr>
            <p:ph type="body" idx="1"/>
          </p:nvPr>
        </p:nvSpPr>
        <p:spPr>
          <a:xfrm>
            <a:off x="3709488" y="4081925"/>
            <a:ext cx="4729974" cy="1596847"/>
          </a:xfrm>
          <a:prstGeom prst="rect">
            <a:avLst/>
          </a:prstGeom>
        </p:spPr>
        <p:txBody>
          <a:bodyPr spcFirstLastPara="1" vert="horz" wrap="square" lIns="243800" tIns="243800" rIns="243800" bIns="243800" rtlCol="0" anchor="t" anchorCtr="0">
            <a:normAutofit/>
          </a:bodyPr>
          <a:lstStyle/>
          <a:p>
            <a:pPr marL="237099" indent="0">
              <a:buSzPts val="2200"/>
              <a:buNone/>
            </a:pPr>
            <a:r>
              <a:rPr lang="en"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Indexing</a:t>
            </a:r>
            <a:endParaRPr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52" name="Google Shape;452;p59"/>
          <p:cNvSpPr txBox="1">
            <a:spLocks noGrp="1"/>
          </p:cNvSpPr>
          <p:nvPr>
            <p:ph type="sldNum" idx="12"/>
          </p:nvPr>
        </p:nvSpPr>
        <p:spPr>
          <a:prstGeom prst="rect">
            <a:avLst/>
          </a:prstGeom>
        </p:spPr>
        <p:txBody>
          <a:bodyPr spcFirstLastPara="1" vert="horz" wrap="square" lIns="243800" tIns="243800" rIns="243800" bIns="243800" rtlCol="0" anchor="ctr" anchorCtr="0">
            <a:normAutofit/>
          </a:bodyPr>
          <a:lstStyle/>
          <a:p>
            <a:fld id="{00000000-1234-1234-1234-123412341234}" type="slidenum">
              <a:rPr lang="en">
                <a:solidFill>
                  <a:schemeClr val="accent1"/>
                </a:solidFill>
                <a:latin typeface="Lato"/>
                <a:ea typeface="Lato"/>
                <a:cs typeface="Lato"/>
                <a:sym typeface="Lato"/>
              </a:rPr>
              <a:pPr/>
              <a:t>34</a:t>
            </a:fld>
            <a:endParaRPr>
              <a:solidFill>
                <a:schemeClr val="accent1"/>
              </a:solidFill>
              <a:latin typeface="Lato"/>
              <a:ea typeface="Lato"/>
              <a:cs typeface="Lato"/>
              <a:sym typeface="Lato"/>
            </a:endParaRPr>
          </a:p>
        </p:txBody>
      </p:sp>
      <p:pic>
        <p:nvPicPr>
          <p:cNvPr id="454" name="Google Shape;454;p59"/>
          <p:cNvPicPr preferRelativeResize="0"/>
          <p:nvPr/>
        </p:nvPicPr>
        <p:blipFill rotWithShape="1">
          <a:blip r:embed="rId3">
            <a:alphaModFix/>
          </a:blip>
          <a:srcRect t="52807"/>
          <a:stretch/>
        </p:blipFill>
        <p:spPr>
          <a:xfrm>
            <a:off x="2201587" y="3039476"/>
            <a:ext cx="2433067" cy="565000"/>
          </a:xfrm>
          <a:prstGeom prst="rect">
            <a:avLst/>
          </a:prstGeom>
          <a:noFill/>
          <a:ln>
            <a:noFill/>
          </a:ln>
        </p:spPr>
      </p:pic>
      <p:sp>
        <p:nvSpPr>
          <p:cNvPr id="5" name="Google Shape;412;p56">
            <a:extLst>
              <a:ext uri="{FF2B5EF4-FFF2-40B4-BE49-F238E27FC236}">
                <a16:creationId xmlns:a16="http://schemas.microsoft.com/office/drawing/2014/main" id="{8446853B-5743-653A-5980-540530E354A2}"/>
              </a:ext>
            </a:extLst>
          </p:cNvPr>
          <p:cNvSpPr txBox="1">
            <a:spLocks noGrp="1"/>
          </p:cNvSpPr>
          <p:nvPr>
            <p:ph type="title"/>
          </p:nvPr>
        </p:nvSpPr>
        <p:spPr>
          <a:xfrm>
            <a:off x="298453" y="249400"/>
            <a:ext cx="20503200" cy="1427200"/>
          </a:xfrm>
          <a:prstGeom prst="rect">
            <a:avLst/>
          </a:prstGeom>
        </p:spPr>
        <p:txBody>
          <a:bodyPr spcFirstLastPara="1" vert="horz" wrap="square" lIns="243800" tIns="243800" rIns="243800" bIns="243800" rtlCol="0" anchor="t" anchorCtr="0">
            <a:normAutofit/>
          </a:bodyPr>
          <a:lstStyle/>
          <a:p>
            <a:r>
              <a:rPr lang="en"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List Manipulation</a:t>
            </a:r>
            <a:endParaRPr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6" name="Google Shape;451;p59">
            <a:extLst>
              <a:ext uri="{FF2B5EF4-FFF2-40B4-BE49-F238E27FC236}">
                <a16:creationId xmlns:a16="http://schemas.microsoft.com/office/drawing/2014/main" id="{8CE076BE-76AC-8F9F-E468-DADC077F9A5B}"/>
              </a:ext>
            </a:extLst>
          </p:cNvPr>
          <p:cNvSpPr txBox="1">
            <a:spLocks/>
          </p:cNvSpPr>
          <p:nvPr/>
        </p:nvSpPr>
        <p:spPr>
          <a:xfrm>
            <a:off x="3709488" y="5057292"/>
            <a:ext cx="7920376" cy="1596847"/>
          </a:xfrm>
          <a:prstGeom prst="rect">
            <a:avLst/>
          </a:prstGeom>
        </p:spPr>
        <p:txBody>
          <a:bodyPr spcFirstLastPara="1" vert="horz" wrap="square" lIns="243800" tIns="243800" rIns="243800" bIns="243800" rtlCol="0" anchor="t" anchorCtr="0">
            <a:normAutofit/>
          </a:bodyPr>
          <a:lstStyle>
            <a:lvl1pPr marL="1219367" lvl="0" indent="-829848" algn="l" defTabSz="1828800" rtl="0" eaLnBrk="1" latinLnBrk="0" hangingPunct="1">
              <a:lnSpc>
                <a:spcPct val="90000"/>
              </a:lnSpc>
              <a:spcBef>
                <a:spcPts val="0"/>
              </a:spcBef>
              <a:spcAft>
                <a:spcPts val="0"/>
              </a:spcAft>
              <a:buSzPts val="1300"/>
              <a:buFont typeface="Arial" panose="020B0604020202020204" pitchFamily="34" charset="0"/>
              <a:buChar char="●"/>
              <a:defRPr sz="5600" kern="1200">
                <a:solidFill>
                  <a:schemeClr val="tx1"/>
                </a:solidFill>
                <a:latin typeface="+mn-lt"/>
                <a:ea typeface="+mn-ea"/>
                <a:cs typeface="+mn-cs"/>
              </a:defRPr>
            </a:lvl1pPr>
            <a:lvl2pPr marL="2438734" lvl="1" indent="-795975" algn="l" defTabSz="1828800" rtl="0" eaLnBrk="1" latinLnBrk="0" hangingPunct="1">
              <a:lnSpc>
                <a:spcPct val="90000"/>
              </a:lnSpc>
              <a:spcBef>
                <a:spcPts val="0"/>
              </a:spcBef>
              <a:spcAft>
                <a:spcPts val="0"/>
              </a:spcAft>
              <a:buSzPts val="1100"/>
              <a:buFont typeface="Arial" panose="020B0604020202020204" pitchFamily="34" charset="0"/>
              <a:buChar char="○"/>
              <a:defRPr sz="4800" kern="1200">
                <a:solidFill>
                  <a:schemeClr val="tx1"/>
                </a:solidFill>
                <a:latin typeface="+mn-lt"/>
                <a:ea typeface="+mn-ea"/>
                <a:cs typeface="+mn-cs"/>
              </a:defRPr>
            </a:lvl2pPr>
            <a:lvl3pPr marL="3658102" lvl="2" indent="-795975" algn="l" defTabSz="1828800" rtl="0" eaLnBrk="1" latinLnBrk="0" hangingPunct="1">
              <a:lnSpc>
                <a:spcPct val="90000"/>
              </a:lnSpc>
              <a:spcBef>
                <a:spcPts val="0"/>
              </a:spcBef>
              <a:spcAft>
                <a:spcPts val="0"/>
              </a:spcAft>
              <a:buSzPts val="1100"/>
              <a:buFont typeface="Arial" panose="020B0604020202020204" pitchFamily="34" charset="0"/>
              <a:buChar char="■"/>
              <a:defRPr sz="4000" kern="1200">
                <a:solidFill>
                  <a:schemeClr val="tx1"/>
                </a:solidFill>
                <a:latin typeface="+mn-lt"/>
                <a:ea typeface="+mn-ea"/>
                <a:cs typeface="+mn-cs"/>
              </a:defRPr>
            </a:lvl3pPr>
            <a:lvl4pPr marL="4877472" lvl="3"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4pPr>
            <a:lvl5pPr marL="6096839" lvl="4"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5pPr>
            <a:lvl6pPr marL="7316206" lvl="5"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6pPr>
            <a:lvl7pPr marL="8535573" lvl="6"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7pPr>
            <a:lvl8pPr marL="9754941" lvl="7"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8pPr>
            <a:lvl9pPr marL="10974311" lvl="8"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9pPr>
          </a:lstStyle>
          <a:p>
            <a:pPr marL="237099" indent="0">
              <a:buSzPts val="2200"/>
              <a:buFont typeface="Arial" panose="020B0604020202020204" pitchFamily="34" charset="0"/>
              <a:buNone/>
            </a:pPr>
            <a:r>
              <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List Operations</a:t>
            </a:r>
          </a:p>
        </p:txBody>
      </p:sp>
      <p:sp>
        <p:nvSpPr>
          <p:cNvPr id="7" name="Google Shape;451;p59">
            <a:extLst>
              <a:ext uri="{FF2B5EF4-FFF2-40B4-BE49-F238E27FC236}">
                <a16:creationId xmlns:a16="http://schemas.microsoft.com/office/drawing/2014/main" id="{A4714A5F-CB5E-27CF-27F0-46324343A062}"/>
              </a:ext>
            </a:extLst>
          </p:cNvPr>
          <p:cNvSpPr txBox="1">
            <a:spLocks/>
          </p:cNvSpPr>
          <p:nvPr/>
        </p:nvSpPr>
        <p:spPr>
          <a:xfrm>
            <a:off x="3709488" y="6032659"/>
            <a:ext cx="5282109" cy="1596847"/>
          </a:xfrm>
          <a:prstGeom prst="rect">
            <a:avLst/>
          </a:prstGeom>
        </p:spPr>
        <p:txBody>
          <a:bodyPr spcFirstLastPara="1" vert="horz" wrap="square" lIns="243800" tIns="243800" rIns="243800" bIns="243800" rtlCol="0" anchor="t" anchorCtr="0">
            <a:normAutofit/>
          </a:bodyPr>
          <a:lstStyle>
            <a:lvl1pPr marL="1219367" lvl="0" indent="-829848" algn="l" defTabSz="1828800" rtl="0" eaLnBrk="1" latinLnBrk="0" hangingPunct="1">
              <a:lnSpc>
                <a:spcPct val="90000"/>
              </a:lnSpc>
              <a:spcBef>
                <a:spcPts val="0"/>
              </a:spcBef>
              <a:spcAft>
                <a:spcPts val="0"/>
              </a:spcAft>
              <a:buSzPts val="1300"/>
              <a:buFont typeface="Arial" panose="020B0604020202020204" pitchFamily="34" charset="0"/>
              <a:buChar char="●"/>
              <a:defRPr sz="5600" kern="1200">
                <a:solidFill>
                  <a:schemeClr val="tx1"/>
                </a:solidFill>
                <a:latin typeface="+mn-lt"/>
                <a:ea typeface="+mn-ea"/>
                <a:cs typeface="+mn-cs"/>
              </a:defRPr>
            </a:lvl1pPr>
            <a:lvl2pPr marL="2438734" lvl="1" indent="-795975" algn="l" defTabSz="1828800" rtl="0" eaLnBrk="1" latinLnBrk="0" hangingPunct="1">
              <a:lnSpc>
                <a:spcPct val="90000"/>
              </a:lnSpc>
              <a:spcBef>
                <a:spcPts val="0"/>
              </a:spcBef>
              <a:spcAft>
                <a:spcPts val="0"/>
              </a:spcAft>
              <a:buSzPts val="1100"/>
              <a:buFont typeface="Arial" panose="020B0604020202020204" pitchFamily="34" charset="0"/>
              <a:buChar char="○"/>
              <a:defRPr sz="4800" kern="1200">
                <a:solidFill>
                  <a:schemeClr val="tx1"/>
                </a:solidFill>
                <a:latin typeface="+mn-lt"/>
                <a:ea typeface="+mn-ea"/>
                <a:cs typeface="+mn-cs"/>
              </a:defRPr>
            </a:lvl2pPr>
            <a:lvl3pPr marL="3658102" lvl="2" indent="-795975" algn="l" defTabSz="1828800" rtl="0" eaLnBrk="1" latinLnBrk="0" hangingPunct="1">
              <a:lnSpc>
                <a:spcPct val="90000"/>
              </a:lnSpc>
              <a:spcBef>
                <a:spcPts val="0"/>
              </a:spcBef>
              <a:spcAft>
                <a:spcPts val="0"/>
              </a:spcAft>
              <a:buSzPts val="1100"/>
              <a:buFont typeface="Arial" panose="020B0604020202020204" pitchFamily="34" charset="0"/>
              <a:buChar char="■"/>
              <a:defRPr sz="4000" kern="1200">
                <a:solidFill>
                  <a:schemeClr val="tx1"/>
                </a:solidFill>
                <a:latin typeface="+mn-lt"/>
                <a:ea typeface="+mn-ea"/>
                <a:cs typeface="+mn-cs"/>
              </a:defRPr>
            </a:lvl3pPr>
            <a:lvl4pPr marL="4877472" lvl="3"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4pPr>
            <a:lvl5pPr marL="6096839" lvl="4"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5pPr>
            <a:lvl6pPr marL="7316206" lvl="5"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6pPr>
            <a:lvl7pPr marL="8535573" lvl="6"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7pPr>
            <a:lvl8pPr marL="9754941" lvl="7"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8pPr>
            <a:lvl9pPr marL="10974311" lvl="8"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9pPr>
          </a:lstStyle>
          <a:p>
            <a:pPr marL="237099" indent="0">
              <a:buSzPts val="2200"/>
              <a:buFont typeface="Arial" panose="020B0604020202020204" pitchFamily="34" charset="0"/>
              <a:buNone/>
            </a:pPr>
            <a:r>
              <a:rPr lang="en-US" sz="6000" b="1" dirty="0" err="1">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Listcomp</a:t>
            </a:r>
            <a:endPar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8" name="Google Shape;451;p59">
            <a:extLst>
              <a:ext uri="{FF2B5EF4-FFF2-40B4-BE49-F238E27FC236}">
                <a16:creationId xmlns:a16="http://schemas.microsoft.com/office/drawing/2014/main" id="{978B8A83-BC46-4FAE-BB7F-3CEB87E5468D}"/>
              </a:ext>
            </a:extLst>
          </p:cNvPr>
          <p:cNvSpPr txBox="1">
            <a:spLocks/>
          </p:cNvSpPr>
          <p:nvPr/>
        </p:nvSpPr>
        <p:spPr>
          <a:xfrm>
            <a:off x="3709488" y="6980982"/>
            <a:ext cx="8085269" cy="2030752"/>
          </a:xfrm>
          <a:prstGeom prst="rect">
            <a:avLst/>
          </a:prstGeom>
        </p:spPr>
        <p:txBody>
          <a:bodyPr spcFirstLastPara="1" vert="horz" wrap="square" lIns="243800" tIns="243800" rIns="243800" bIns="243800" rtlCol="0" anchor="t" anchorCtr="0">
            <a:normAutofit/>
          </a:bodyPr>
          <a:lstStyle>
            <a:lvl1pPr marL="1219367" lvl="0" indent="-829848" algn="l" defTabSz="1828800" rtl="0" eaLnBrk="1" latinLnBrk="0" hangingPunct="1">
              <a:lnSpc>
                <a:spcPct val="90000"/>
              </a:lnSpc>
              <a:spcBef>
                <a:spcPts val="0"/>
              </a:spcBef>
              <a:spcAft>
                <a:spcPts val="0"/>
              </a:spcAft>
              <a:buSzPts val="1300"/>
              <a:buFont typeface="Arial" panose="020B0604020202020204" pitchFamily="34" charset="0"/>
              <a:buChar char="●"/>
              <a:defRPr sz="5600" kern="1200">
                <a:solidFill>
                  <a:schemeClr val="tx1"/>
                </a:solidFill>
                <a:latin typeface="+mn-lt"/>
                <a:ea typeface="+mn-ea"/>
                <a:cs typeface="+mn-cs"/>
              </a:defRPr>
            </a:lvl1pPr>
            <a:lvl2pPr marL="2438734" lvl="1" indent="-795975" algn="l" defTabSz="1828800" rtl="0" eaLnBrk="1" latinLnBrk="0" hangingPunct="1">
              <a:lnSpc>
                <a:spcPct val="90000"/>
              </a:lnSpc>
              <a:spcBef>
                <a:spcPts val="0"/>
              </a:spcBef>
              <a:spcAft>
                <a:spcPts val="0"/>
              </a:spcAft>
              <a:buSzPts val="1100"/>
              <a:buFont typeface="Arial" panose="020B0604020202020204" pitchFamily="34" charset="0"/>
              <a:buChar char="○"/>
              <a:defRPr sz="4800" kern="1200">
                <a:solidFill>
                  <a:schemeClr val="tx1"/>
                </a:solidFill>
                <a:latin typeface="+mn-lt"/>
                <a:ea typeface="+mn-ea"/>
                <a:cs typeface="+mn-cs"/>
              </a:defRPr>
            </a:lvl2pPr>
            <a:lvl3pPr marL="3658102" lvl="2" indent="-795975" algn="l" defTabSz="1828800" rtl="0" eaLnBrk="1" latinLnBrk="0" hangingPunct="1">
              <a:lnSpc>
                <a:spcPct val="90000"/>
              </a:lnSpc>
              <a:spcBef>
                <a:spcPts val="0"/>
              </a:spcBef>
              <a:spcAft>
                <a:spcPts val="0"/>
              </a:spcAft>
              <a:buSzPts val="1100"/>
              <a:buFont typeface="Arial" panose="020B0604020202020204" pitchFamily="34" charset="0"/>
              <a:buChar char="■"/>
              <a:defRPr sz="4000" kern="1200">
                <a:solidFill>
                  <a:schemeClr val="tx1"/>
                </a:solidFill>
                <a:latin typeface="+mn-lt"/>
                <a:ea typeface="+mn-ea"/>
                <a:cs typeface="+mn-cs"/>
              </a:defRPr>
            </a:lvl3pPr>
            <a:lvl4pPr marL="4877472" lvl="3"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4pPr>
            <a:lvl5pPr marL="6096839" lvl="4"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5pPr>
            <a:lvl6pPr marL="7316206" lvl="5"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6pPr>
            <a:lvl7pPr marL="8535573" lvl="6"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7pPr>
            <a:lvl8pPr marL="9754941" lvl="7"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8pPr>
            <a:lvl9pPr marL="10974311" lvl="8"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9pPr>
          </a:lstStyle>
          <a:p>
            <a:pPr marL="237099" indent="0">
              <a:buSzPts val="2200"/>
              <a:buFont typeface="Arial" panose="020B0604020202020204" pitchFamily="34" charset="0"/>
              <a:buNone/>
            </a:pPr>
            <a:r>
              <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String/list Interop</a:t>
            </a:r>
          </a:p>
        </p:txBody>
      </p:sp>
      <p:sp>
        <p:nvSpPr>
          <p:cNvPr id="9" name="Google Shape;451;p59">
            <a:extLst>
              <a:ext uri="{FF2B5EF4-FFF2-40B4-BE49-F238E27FC236}">
                <a16:creationId xmlns:a16="http://schemas.microsoft.com/office/drawing/2014/main" id="{FC3D5995-997E-7F6D-45EE-173AA45E0427}"/>
              </a:ext>
            </a:extLst>
          </p:cNvPr>
          <p:cNvSpPr txBox="1">
            <a:spLocks/>
          </p:cNvSpPr>
          <p:nvPr/>
        </p:nvSpPr>
        <p:spPr>
          <a:xfrm>
            <a:off x="3709488" y="7956349"/>
            <a:ext cx="9578717" cy="1775476"/>
          </a:xfrm>
          <a:prstGeom prst="rect">
            <a:avLst/>
          </a:prstGeom>
        </p:spPr>
        <p:txBody>
          <a:bodyPr spcFirstLastPara="1" vert="horz" wrap="square" lIns="243800" tIns="243800" rIns="243800" bIns="243800" rtlCol="0" anchor="t" anchorCtr="0">
            <a:normAutofit/>
          </a:bodyPr>
          <a:lstStyle>
            <a:lvl1pPr marL="1219367" lvl="0" indent="-829848" algn="l" defTabSz="1828800" rtl="0" eaLnBrk="1" latinLnBrk="0" hangingPunct="1">
              <a:lnSpc>
                <a:spcPct val="90000"/>
              </a:lnSpc>
              <a:spcBef>
                <a:spcPts val="0"/>
              </a:spcBef>
              <a:spcAft>
                <a:spcPts val="0"/>
              </a:spcAft>
              <a:buSzPts val="1300"/>
              <a:buFont typeface="Arial" panose="020B0604020202020204" pitchFamily="34" charset="0"/>
              <a:buChar char="●"/>
              <a:defRPr sz="5600" kern="1200">
                <a:solidFill>
                  <a:schemeClr val="tx1"/>
                </a:solidFill>
                <a:latin typeface="+mn-lt"/>
                <a:ea typeface="+mn-ea"/>
                <a:cs typeface="+mn-cs"/>
              </a:defRPr>
            </a:lvl1pPr>
            <a:lvl2pPr marL="2438734" lvl="1" indent="-795975" algn="l" defTabSz="1828800" rtl="0" eaLnBrk="1" latinLnBrk="0" hangingPunct="1">
              <a:lnSpc>
                <a:spcPct val="90000"/>
              </a:lnSpc>
              <a:spcBef>
                <a:spcPts val="0"/>
              </a:spcBef>
              <a:spcAft>
                <a:spcPts val="0"/>
              </a:spcAft>
              <a:buSzPts val="1100"/>
              <a:buFont typeface="Arial" panose="020B0604020202020204" pitchFamily="34" charset="0"/>
              <a:buChar char="○"/>
              <a:defRPr sz="4800" kern="1200">
                <a:solidFill>
                  <a:schemeClr val="tx1"/>
                </a:solidFill>
                <a:latin typeface="+mn-lt"/>
                <a:ea typeface="+mn-ea"/>
                <a:cs typeface="+mn-cs"/>
              </a:defRPr>
            </a:lvl2pPr>
            <a:lvl3pPr marL="3658102" lvl="2" indent="-795975" algn="l" defTabSz="1828800" rtl="0" eaLnBrk="1" latinLnBrk="0" hangingPunct="1">
              <a:lnSpc>
                <a:spcPct val="90000"/>
              </a:lnSpc>
              <a:spcBef>
                <a:spcPts val="0"/>
              </a:spcBef>
              <a:spcAft>
                <a:spcPts val="0"/>
              </a:spcAft>
              <a:buSzPts val="1100"/>
              <a:buFont typeface="Arial" panose="020B0604020202020204" pitchFamily="34" charset="0"/>
              <a:buChar char="■"/>
              <a:defRPr sz="4000" kern="1200">
                <a:solidFill>
                  <a:schemeClr val="tx1"/>
                </a:solidFill>
                <a:latin typeface="+mn-lt"/>
                <a:ea typeface="+mn-ea"/>
                <a:cs typeface="+mn-cs"/>
              </a:defRPr>
            </a:lvl3pPr>
            <a:lvl4pPr marL="4877472" lvl="3"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4pPr>
            <a:lvl5pPr marL="6096839" lvl="4"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5pPr>
            <a:lvl6pPr marL="7316206" lvl="5"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6pPr>
            <a:lvl7pPr marL="8535573" lvl="6"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7pPr>
            <a:lvl8pPr marL="9754941" lvl="7"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8pPr>
            <a:lvl9pPr marL="10974311" lvl="8"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9pPr>
          </a:lstStyle>
          <a:p>
            <a:pPr marL="237099" indent="0">
              <a:buSzPts val="2200"/>
              <a:buFont typeface="Arial" panose="020B0604020202020204" pitchFamily="34" charset="0"/>
              <a:buNone/>
            </a:pPr>
            <a:r>
              <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Multidimensional Lists</a:t>
            </a:r>
          </a:p>
        </p:txBody>
      </p:sp>
    </p:spTree>
    <p:extLst>
      <p:ext uri="{BB962C8B-B14F-4D97-AF65-F5344CB8AC3E}">
        <p14:creationId xmlns:p14="http://schemas.microsoft.com/office/powerpoint/2010/main" val="86106342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501"/>
        <p:cNvGrpSpPr/>
        <p:nvPr/>
      </p:nvGrpSpPr>
      <p:grpSpPr>
        <a:xfrm>
          <a:off x="0" y="0"/>
          <a:ext cx="0" cy="0"/>
          <a:chOff x="0" y="0"/>
          <a:chExt cx="0" cy="0"/>
        </a:xfrm>
      </p:grpSpPr>
      <p:sp>
        <p:nvSpPr>
          <p:cNvPr id="23" name="TextBox 22">
            <a:extLst>
              <a:ext uri="{FF2B5EF4-FFF2-40B4-BE49-F238E27FC236}">
                <a16:creationId xmlns:a16="http://schemas.microsoft.com/office/drawing/2014/main" id="{6BEB854C-1B31-17EC-CC0C-7D36AB8DE2B8}"/>
              </a:ext>
            </a:extLst>
          </p:cNvPr>
          <p:cNvSpPr txBox="1"/>
          <p:nvPr/>
        </p:nvSpPr>
        <p:spPr>
          <a:xfrm>
            <a:off x="2328861" y="6059507"/>
            <a:ext cx="4368718" cy="1015663"/>
          </a:xfrm>
          <a:prstGeom prst="rect">
            <a:avLst/>
          </a:prstGeom>
          <a:noFill/>
        </p:spPr>
        <p:txBody>
          <a:bodyPr wrap="square">
            <a:spAutoFit/>
          </a:bodyPr>
          <a:lstStyle/>
          <a:p>
            <a:r>
              <a:rPr lang="en-US" sz="6000" b="0" dirty="0">
                <a:solidFill>
                  <a:srgbClr val="000000"/>
                </a:solidFill>
                <a:effectLst/>
                <a:latin typeface="Courier New" panose="02070309020205020404" pitchFamily="49" charset="0"/>
              </a:rPr>
              <a:t>separator</a:t>
            </a:r>
          </a:p>
        </p:txBody>
      </p:sp>
      <p:sp>
        <p:nvSpPr>
          <p:cNvPr id="24" name="TextBox 23">
            <a:extLst>
              <a:ext uri="{FF2B5EF4-FFF2-40B4-BE49-F238E27FC236}">
                <a16:creationId xmlns:a16="http://schemas.microsoft.com/office/drawing/2014/main" id="{B9A12DE9-36AE-8E02-3093-52B82CC5AB13}"/>
              </a:ext>
            </a:extLst>
          </p:cNvPr>
          <p:cNvSpPr txBox="1"/>
          <p:nvPr/>
        </p:nvSpPr>
        <p:spPr>
          <a:xfrm>
            <a:off x="2328861" y="6059506"/>
            <a:ext cx="4368718" cy="1015663"/>
          </a:xfrm>
          <a:prstGeom prst="rect">
            <a:avLst/>
          </a:prstGeom>
          <a:noFill/>
        </p:spPr>
        <p:txBody>
          <a:bodyPr wrap="square">
            <a:spAutoFit/>
          </a:bodyPr>
          <a:lstStyle/>
          <a:p>
            <a:r>
              <a:rPr lang="en-US" sz="6000" b="0" dirty="0">
                <a:solidFill>
                  <a:srgbClr val="000000"/>
                </a:solidFill>
                <a:effectLst/>
                <a:latin typeface="Courier New" panose="02070309020205020404" pitchFamily="49" charset="0"/>
              </a:rPr>
              <a:t>separator</a:t>
            </a:r>
          </a:p>
        </p:txBody>
      </p:sp>
      <p:sp>
        <p:nvSpPr>
          <p:cNvPr id="2" name="Google Shape;412;p56">
            <a:extLst>
              <a:ext uri="{FF2B5EF4-FFF2-40B4-BE49-F238E27FC236}">
                <a16:creationId xmlns:a16="http://schemas.microsoft.com/office/drawing/2014/main" id="{78FAF4A1-E6FF-2A2F-0117-836B1C586B5F}"/>
              </a:ext>
            </a:extLst>
          </p:cNvPr>
          <p:cNvSpPr txBox="1">
            <a:spLocks/>
          </p:cNvSpPr>
          <p:nvPr/>
        </p:nvSpPr>
        <p:spPr>
          <a:xfrm>
            <a:off x="298453" y="249400"/>
            <a:ext cx="20503200" cy="1427200"/>
          </a:xfrm>
          <a:prstGeom prst="rect">
            <a:avLst/>
          </a:prstGeom>
        </p:spPr>
        <p:txBody>
          <a:bodyPr spcFirstLastPara="1" vert="horz" wrap="square" lIns="243800" tIns="243800" rIns="243800" bIns="243800" rtlCol="0" anchor="t" anchorCtr="0">
            <a:normAutofit/>
          </a:bodyPr>
          <a:lstStyle>
            <a:lvl1pPr lvl="0" algn="l" defTabSz="1828800" rtl="0" eaLnBrk="1" latinLnBrk="0" hangingPunct="1">
              <a:lnSpc>
                <a:spcPct val="90000"/>
              </a:lnSpc>
              <a:spcBef>
                <a:spcPts val="0"/>
              </a:spcBef>
              <a:spcAft>
                <a:spcPts val="0"/>
              </a:spcAft>
              <a:buSzPts val="2600"/>
              <a:buNone/>
              <a:defRPr sz="6933" kern="1200">
                <a:solidFill>
                  <a:schemeClr val="tx1"/>
                </a:solidFill>
                <a:latin typeface="+mj-lt"/>
                <a:ea typeface="+mj-ea"/>
                <a:cs typeface="+mj-cs"/>
              </a:defRPr>
            </a:lvl1pPr>
            <a:lvl2pPr lvl="1" rtl="0">
              <a:spcBef>
                <a:spcPts val="0"/>
              </a:spcBef>
              <a:spcAft>
                <a:spcPts val="0"/>
              </a:spcAft>
              <a:buSzPts val="2600"/>
              <a:buNone/>
              <a:defRPr sz="6933"/>
            </a:lvl2pPr>
            <a:lvl3pPr lvl="2" rtl="0">
              <a:spcBef>
                <a:spcPts val="0"/>
              </a:spcBef>
              <a:spcAft>
                <a:spcPts val="0"/>
              </a:spcAft>
              <a:buSzPts val="2600"/>
              <a:buNone/>
              <a:defRPr sz="6933"/>
            </a:lvl3pPr>
            <a:lvl4pPr lvl="3" rtl="0">
              <a:spcBef>
                <a:spcPts val="0"/>
              </a:spcBef>
              <a:spcAft>
                <a:spcPts val="0"/>
              </a:spcAft>
              <a:buSzPts val="2600"/>
              <a:buNone/>
              <a:defRPr sz="6933"/>
            </a:lvl4pPr>
            <a:lvl5pPr lvl="4" rtl="0">
              <a:spcBef>
                <a:spcPts val="0"/>
              </a:spcBef>
              <a:spcAft>
                <a:spcPts val="0"/>
              </a:spcAft>
              <a:buSzPts val="2600"/>
              <a:buNone/>
              <a:defRPr sz="6933"/>
            </a:lvl5pPr>
            <a:lvl6pPr lvl="5" rtl="0">
              <a:spcBef>
                <a:spcPts val="0"/>
              </a:spcBef>
              <a:spcAft>
                <a:spcPts val="0"/>
              </a:spcAft>
              <a:buSzPts val="2600"/>
              <a:buNone/>
              <a:defRPr sz="6933"/>
            </a:lvl6pPr>
            <a:lvl7pPr lvl="6" rtl="0">
              <a:spcBef>
                <a:spcPts val="0"/>
              </a:spcBef>
              <a:spcAft>
                <a:spcPts val="0"/>
              </a:spcAft>
              <a:buSzPts val="2600"/>
              <a:buNone/>
              <a:defRPr sz="6933"/>
            </a:lvl7pPr>
            <a:lvl8pPr lvl="7" rtl="0">
              <a:spcBef>
                <a:spcPts val="0"/>
              </a:spcBef>
              <a:spcAft>
                <a:spcPts val="0"/>
              </a:spcAft>
              <a:buSzPts val="2600"/>
              <a:buNone/>
              <a:defRPr sz="6933"/>
            </a:lvl8pPr>
            <a:lvl9pPr lvl="8" rtl="0">
              <a:spcBef>
                <a:spcPts val="0"/>
              </a:spcBef>
              <a:spcAft>
                <a:spcPts val="0"/>
              </a:spcAft>
              <a:buSzPts val="2600"/>
              <a:buNone/>
              <a:defRPr sz="6933"/>
            </a:lvl9pPr>
          </a:lstStyle>
          <a:p>
            <a:r>
              <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List Manipulation</a:t>
            </a:r>
          </a:p>
        </p:txBody>
      </p:sp>
      <p:sp>
        <p:nvSpPr>
          <p:cNvPr id="3" name="Google Shape;412;p56">
            <a:extLst>
              <a:ext uri="{FF2B5EF4-FFF2-40B4-BE49-F238E27FC236}">
                <a16:creationId xmlns:a16="http://schemas.microsoft.com/office/drawing/2014/main" id="{99B14EF1-7E47-C979-A21D-973B3F9EFB82}"/>
              </a:ext>
            </a:extLst>
          </p:cNvPr>
          <p:cNvSpPr txBox="1">
            <a:spLocks/>
          </p:cNvSpPr>
          <p:nvPr/>
        </p:nvSpPr>
        <p:spPr>
          <a:xfrm>
            <a:off x="296105" y="1175521"/>
            <a:ext cx="20503200" cy="1427200"/>
          </a:xfrm>
          <a:prstGeom prst="rect">
            <a:avLst/>
          </a:prstGeom>
        </p:spPr>
        <p:txBody>
          <a:bodyPr spcFirstLastPara="1" vert="horz" wrap="square" lIns="243800" tIns="243800" rIns="243800" bIns="243800" rtlCol="0" anchor="t" anchorCtr="0">
            <a:normAutofit fontScale="97500"/>
          </a:bodyPr>
          <a:lstStyle>
            <a:lvl1pPr lvl="0" algn="l" defTabSz="1828800" rtl="0" eaLnBrk="1" latinLnBrk="0" hangingPunct="1">
              <a:lnSpc>
                <a:spcPct val="90000"/>
              </a:lnSpc>
              <a:spcBef>
                <a:spcPts val="0"/>
              </a:spcBef>
              <a:spcAft>
                <a:spcPts val="0"/>
              </a:spcAft>
              <a:buSzPts val="2600"/>
              <a:buNone/>
              <a:defRPr sz="6933" kern="1200">
                <a:solidFill>
                  <a:schemeClr val="tx1"/>
                </a:solidFill>
                <a:latin typeface="+mj-lt"/>
                <a:ea typeface="+mj-ea"/>
                <a:cs typeface="+mj-cs"/>
              </a:defRPr>
            </a:lvl1pPr>
            <a:lvl2pPr lvl="1" rtl="0">
              <a:spcBef>
                <a:spcPts val="0"/>
              </a:spcBef>
              <a:spcAft>
                <a:spcPts val="0"/>
              </a:spcAft>
              <a:buSzPts val="2600"/>
              <a:buNone/>
              <a:defRPr sz="6933"/>
            </a:lvl2pPr>
            <a:lvl3pPr lvl="2" rtl="0">
              <a:spcBef>
                <a:spcPts val="0"/>
              </a:spcBef>
              <a:spcAft>
                <a:spcPts val="0"/>
              </a:spcAft>
              <a:buSzPts val="2600"/>
              <a:buNone/>
              <a:defRPr sz="6933"/>
            </a:lvl3pPr>
            <a:lvl4pPr lvl="3" rtl="0">
              <a:spcBef>
                <a:spcPts val="0"/>
              </a:spcBef>
              <a:spcAft>
                <a:spcPts val="0"/>
              </a:spcAft>
              <a:buSzPts val="2600"/>
              <a:buNone/>
              <a:defRPr sz="6933"/>
            </a:lvl4pPr>
            <a:lvl5pPr lvl="4" rtl="0">
              <a:spcBef>
                <a:spcPts val="0"/>
              </a:spcBef>
              <a:spcAft>
                <a:spcPts val="0"/>
              </a:spcAft>
              <a:buSzPts val="2600"/>
              <a:buNone/>
              <a:defRPr sz="6933"/>
            </a:lvl5pPr>
            <a:lvl6pPr lvl="5" rtl="0">
              <a:spcBef>
                <a:spcPts val="0"/>
              </a:spcBef>
              <a:spcAft>
                <a:spcPts val="0"/>
              </a:spcAft>
              <a:buSzPts val="2600"/>
              <a:buNone/>
              <a:defRPr sz="6933"/>
            </a:lvl6pPr>
            <a:lvl7pPr lvl="6" rtl="0">
              <a:spcBef>
                <a:spcPts val="0"/>
              </a:spcBef>
              <a:spcAft>
                <a:spcPts val="0"/>
              </a:spcAft>
              <a:buSzPts val="2600"/>
              <a:buNone/>
              <a:defRPr sz="6933"/>
            </a:lvl7pPr>
            <a:lvl8pPr lvl="7" rtl="0">
              <a:spcBef>
                <a:spcPts val="0"/>
              </a:spcBef>
              <a:spcAft>
                <a:spcPts val="0"/>
              </a:spcAft>
              <a:buSzPts val="2600"/>
              <a:buNone/>
              <a:defRPr sz="6933"/>
            </a:lvl8pPr>
            <a:lvl9pPr lvl="8" rtl="0">
              <a:spcBef>
                <a:spcPts val="0"/>
              </a:spcBef>
              <a:spcAft>
                <a:spcPts val="0"/>
              </a:spcAft>
              <a:buSzPts val="2600"/>
              <a:buNone/>
              <a:defRPr sz="6933"/>
            </a:lvl9pPr>
          </a:lstStyle>
          <a:p>
            <a:r>
              <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String/list Interop</a:t>
            </a:r>
          </a:p>
        </p:txBody>
      </p:sp>
      <p:sp>
        <p:nvSpPr>
          <p:cNvPr id="4" name="Google Shape;412;p56">
            <a:extLst>
              <a:ext uri="{FF2B5EF4-FFF2-40B4-BE49-F238E27FC236}">
                <a16:creationId xmlns:a16="http://schemas.microsoft.com/office/drawing/2014/main" id="{786FA14C-5507-2ACD-4E8F-6D7389956F35}"/>
              </a:ext>
            </a:extLst>
          </p:cNvPr>
          <p:cNvSpPr txBox="1">
            <a:spLocks/>
          </p:cNvSpPr>
          <p:nvPr/>
        </p:nvSpPr>
        <p:spPr>
          <a:xfrm>
            <a:off x="298605" y="2092419"/>
            <a:ext cx="20503200" cy="1427200"/>
          </a:xfrm>
          <a:prstGeom prst="rect">
            <a:avLst/>
          </a:prstGeom>
        </p:spPr>
        <p:txBody>
          <a:bodyPr spcFirstLastPara="1" vert="horz" wrap="square" lIns="243800" tIns="243800" rIns="243800" bIns="243800" rtlCol="0" anchor="t" anchorCtr="0">
            <a:normAutofit fontScale="97500"/>
          </a:bodyPr>
          <a:lstStyle>
            <a:lvl1pPr lvl="0" algn="l" defTabSz="1828800" rtl="0" eaLnBrk="1" latinLnBrk="0" hangingPunct="1">
              <a:lnSpc>
                <a:spcPct val="90000"/>
              </a:lnSpc>
              <a:spcBef>
                <a:spcPts val="0"/>
              </a:spcBef>
              <a:spcAft>
                <a:spcPts val="0"/>
              </a:spcAft>
              <a:buSzPts val="2600"/>
              <a:buNone/>
              <a:defRPr sz="6933" kern="1200">
                <a:solidFill>
                  <a:schemeClr val="tx1"/>
                </a:solidFill>
                <a:latin typeface="+mj-lt"/>
                <a:ea typeface="+mj-ea"/>
                <a:cs typeface="+mj-cs"/>
              </a:defRPr>
            </a:lvl1pPr>
            <a:lvl2pPr lvl="1" rtl="0">
              <a:spcBef>
                <a:spcPts val="0"/>
              </a:spcBef>
              <a:spcAft>
                <a:spcPts val="0"/>
              </a:spcAft>
              <a:buSzPts val="2600"/>
              <a:buNone/>
              <a:defRPr sz="6933"/>
            </a:lvl2pPr>
            <a:lvl3pPr lvl="2" rtl="0">
              <a:spcBef>
                <a:spcPts val="0"/>
              </a:spcBef>
              <a:spcAft>
                <a:spcPts val="0"/>
              </a:spcAft>
              <a:buSzPts val="2600"/>
              <a:buNone/>
              <a:defRPr sz="6933"/>
            </a:lvl3pPr>
            <a:lvl4pPr lvl="3" rtl="0">
              <a:spcBef>
                <a:spcPts val="0"/>
              </a:spcBef>
              <a:spcAft>
                <a:spcPts val="0"/>
              </a:spcAft>
              <a:buSzPts val="2600"/>
              <a:buNone/>
              <a:defRPr sz="6933"/>
            </a:lvl4pPr>
            <a:lvl5pPr lvl="4" rtl="0">
              <a:spcBef>
                <a:spcPts val="0"/>
              </a:spcBef>
              <a:spcAft>
                <a:spcPts val="0"/>
              </a:spcAft>
              <a:buSzPts val="2600"/>
              <a:buNone/>
              <a:defRPr sz="6933"/>
            </a:lvl5pPr>
            <a:lvl6pPr lvl="5" rtl="0">
              <a:spcBef>
                <a:spcPts val="0"/>
              </a:spcBef>
              <a:spcAft>
                <a:spcPts val="0"/>
              </a:spcAft>
              <a:buSzPts val="2600"/>
              <a:buNone/>
              <a:defRPr sz="6933"/>
            </a:lvl6pPr>
            <a:lvl7pPr lvl="6" rtl="0">
              <a:spcBef>
                <a:spcPts val="0"/>
              </a:spcBef>
              <a:spcAft>
                <a:spcPts val="0"/>
              </a:spcAft>
              <a:buSzPts val="2600"/>
              <a:buNone/>
              <a:defRPr sz="6933"/>
            </a:lvl7pPr>
            <a:lvl8pPr lvl="7" rtl="0">
              <a:spcBef>
                <a:spcPts val="0"/>
              </a:spcBef>
              <a:spcAft>
                <a:spcPts val="0"/>
              </a:spcAft>
              <a:buSzPts val="2600"/>
              <a:buNone/>
              <a:defRPr sz="6933"/>
            </a:lvl8pPr>
            <a:lvl9pPr lvl="8" rtl="0">
              <a:spcBef>
                <a:spcPts val="0"/>
              </a:spcBef>
              <a:spcAft>
                <a:spcPts val="0"/>
              </a:spcAft>
              <a:buSzPts val="2600"/>
              <a:buNone/>
              <a:defRPr sz="6933"/>
            </a:lvl9pPr>
          </a:lstStyle>
          <a:p>
            <a:r>
              <a:rPr lang="en-US" sz="6000" b="1" dirty="0">
                <a:solidFill>
                  <a:srgbClr val="006B64"/>
                </a:solidFill>
                <a:latin typeface="Helvetica Neue" panose="02000503000000020004" pitchFamily="2" charset="0"/>
                <a:ea typeface="Helvetica Neue" panose="02000503000000020004" pitchFamily="2" charset="0"/>
                <a:cs typeface="Helvetica Neue" panose="02000503000000020004" pitchFamily="2" charset="0"/>
              </a:rPr>
              <a:t>join()</a:t>
            </a:r>
          </a:p>
        </p:txBody>
      </p:sp>
      <p:sp>
        <p:nvSpPr>
          <p:cNvPr id="6" name="TextBox 5">
            <a:extLst>
              <a:ext uri="{FF2B5EF4-FFF2-40B4-BE49-F238E27FC236}">
                <a16:creationId xmlns:a16="http://schemas.microsoft.com/office/drawing/2014/main" id="{631C23A4-5BAF-EA77-F178-888A6B588BA9}"/>
              </a:ext>
            </a:extLst>
          </p:cNvPr>
          <p:cNvSpPr txBox="1"/>
          <p:nvPr/>
        </p:nvSpPr>
        <p:spPr>
          <a:xfrm>
            <a:off x="2328861" y="6059508"/>
            <a:ext cx="15487650" cy="1015663"/>
          </a:xfrm>
          <a:prstGeom prst="rect">
            <a:avLst/>
          </a:prstGeom>
          <a:noFill/>
        </p:spPr>
        <p:txBody>
          <a:bodyPr wrap="square">
            <a:spAutoFit/>
          </a:bodyPr>
          <a:lstStyle/>
          <a:p>
            <a:r>
              <a:rPr lang="en-US" sz="6000" b="0" dirty="0" err="1">
                <a:solidFill>
                  <a:srgbClr val="000000"/>
                </a:solidFill>
                <a:effectLst/>
                <a:latin typeface="Courier New" panose="02070309020205020404" pitchFamily="49" charset="0"/>
              </a:rPr>
              <a:t>separator.join</a:t>
            </a:r>
            <a:r>
              <a:rPr lang="en-US" sz="6000" b="0" dirty="0">
                <a:solidFill>
                  <a:srgbClr val="000000"/>
                </a:solidFill>
                <a:effectLst/>
                <a:latin typeface="Courier New" panose="02070309020205020404" pitchFamily="49" charset="0"/>
              </a:rPr>
              <a:t>(</a:t>
            </a:r>
            <a:r>
              <a:rPr lang="en-US" sz="6000" b="0" dirty="0" err="1">
                <a:solidFill>
                  <a:srgbClr val="000000"/>
                </a:solidFill>
                <a:effectLst/>
                <a:latin typeface="Courier New" panose="02070309020205020404" pitchFamily="49" charset="0"/>
              </a:rPr>
              <a:t>my_list</a:t>
            </a:r>
            <a:r>
              <a:rPr lang="en-US" sz="6000" b="0" dirty="0">
                <a:solidFill>
                  <a:srgbClr val="000000"/>
                </a:solidFill>
                <a:effectLst/>
                <a:latin typeface="Courier New" panose="02070309020205020404" pitchFamily="49" charset="0"/>
              </a:rPr>
              <a:t>)</a:t>
            </a:r>
          </a:p>
        </p:txBody>
      </p:sp>
      <p:grpSp>
        <p:nvGrpSpPr>
          <p:cNvPr id="11" name="Group 10">
            <a:extLst>
              <a:ext uri="{FF2B5EF4-FFF2-40B4-BE49-F238E27FC236}">
                <a16:creationId xmlns:a16="http://schemas.microsoft.com/office/drawing/2014/main" id="{2FB9C594-7289-5AC2-4487-CB15D25E2BD1}"/>
              </a:ext>
            </a:extLst>
          </p:cNvPr>
          <p:cNvGrpSpPr/>
          <p:nvPr/>
        </p:nvGrpSpPr>
        <p:grpSpPr>
          <a:xfrm>
            <a:off x="11194884" y="2400401"/>
            <a:ext cx="2936298" cy="1767046"/>
            <a:chOff x="11123447" y="2544403"/>
            <a:chExt cx="2936298" cy="1767046"/>
          </a:xfrm>
        </p:grpSpPr>
        <p:sp>
          <p:nvSpPr>
            <p:cNvPr id="9" name="that’s a lot of features!">
              <a:extLst>
                <a:ext uri="{FF2B5EF4-FFF2-40B4-BE49-F238E27FC236}">
                  <a16:creationId xmlns:a16="http://schemas.microsoft.com/office/drawing/2014/main" id="{1AA9F5A3-9ED3-2BCD-D9CF-F3FE15FF9C11}"/>
                </a:ext>
              </a:extLst>
            </p:cNvPr>
            <p:cNvSpPr txBox="1"/>
            <p:nvPr/>
          </p:nvSpPr>
          <p:spPr>
            <a:xfrm>
              <a:off x="11123447" y="2544403"/>
              <a:ext cx="2936298" cy="71814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defRPr sz="4000" b="1">
                  <a:solidFill>
                    <a:schemeClr val="accent4">
                      <a:hueOff val="-1247790"/>
                      <a:lumOff val="-12326"/>
                    </a:schemeClr>
                  </a:solidFill>
                </a:defRPr>
              </a:lvl1pPr>
            </a:lstStyle>
            <a:p>
              <a:r>
                <a:rPr lang="en-US" dirty="0">
                  <a:solidFill>
                    <a:srgbClr val="EF7001"/>
                  </a:solidFill>
                </a:rPr>
                <a:t>List of strings</a:t>
              </a:r>
              <a:endParaRPr dirty="0">
                <a:solidFill>
                  <a:srgbClr val="EF7001"/>
                </a:solidFill>
              </a:endParaRPr>
            </a:p>
          </p:txBody>
        </p:sp>
        <p:pic>
          <p:nvPicPr>
            <p:cNvPr id="10" name="Line Line" descr="Line Line">
              <a:extLst>
                <a:ext uri="{FF2B5EF4-FFF2-40B4-BE49-F238E27FC236}">
                  <a16:creationId xmlns:a16="http://schemas.microsoft.com/office/drawing/2014/main" id="{56C03302-4FDB-B0EC-D754-F539B50B2F06}"/>
                </a:ext>
              </a:extLst>
            </p:cNvPr>
            <p:cNvPicPr>
              <a:picLocks/>
            </p:cNvPicPr>
            <p:nvPr/>
          </p:nvPicPr>
          <p:blipFill>
            <a:blip r:embed="rId3"/>
            <a:stretch>
              <a:fillRect/>
            </a:stretch>
          </p:blipFill>
          <p:spPr>
            <a:xfrm rot="6998290">
              <a:off x="10953217" y="3566822"/>
              <a:ext cx="997180" cy="492074"/>
            </a:xfrm>
            <a:prstGeom prst="rect">
              <a:avLst/>
            </a:prstGeom>
          </p:spPr>
        </p:pic>
      </p:grpSp>
      <p:sp>
        <p:nvSpPr>
          <p:cNvPr id="18" name="TextBox 17">
            <a:extLst>
              <a:ext uri="{FF2B5EF4-FFF2-40B4-BE49-F238E27FC236}">
                <a16:creationId xmlns:a16="http://schemas.microsoft.com/office/drawing/2014/main" id="{A5227815-6BBD-D7DE-D068-12F6EF18E040}"/>
              </a:ext>
            </a:extLst>
          </p:cNvPr>
          <p:cNvSpPr txBox="1"/>
          <p:nvPr/>
        </p:nvSpPr>
        <p:spPr>
          <a:xfrm>
            <a:off x="2328861" y="4583430"/>
            <a:ext cx="13344527" cy="1015663"/>
          </a:xfrm>
          <a:prstGeom prst="rect">
            <a:avLst/>
          </a:prstGeom>
          <a:noFill/>
        </p:spPr>
        <p:txBody>
          <a:bodyPr wrap="square">
            <a:spAutoFit/>
          </a:bodyPr>
          <a:lstStyle/>
          <a:p>
            <a:r>
              <a:rPr lang="en-US" sz="6000" b="0" dirty="0" err="1">
                <a:solidFill>
                  <a:srgbClr val="000000"/>
                </a:solidFill>
                <a:effectLst/>
                <a:latin typeface="Courier New" panose="02070309020205020404" pitchFamily="49" charset="0"/>
              </a:rPr>
              <a:t>my_list</a:t>
            </a:r>
            <a:r>
              <a:rPr lang="en-US" sz="6000" b="0" dirty="0">
                <a:solidFill>
                  <a:srgbClr val="000000"/>
                </a:solidFill>
                <a:effectLst/>
                <a:latin typeface="Courier New" panose="02070309020205020404" pitchFamily="49" charset="0"/>
              </a:rPr>
              <a:t> = [str1, str2, str3]</a:t>
            </a:r>
          </a:p>
        </p:txBody>
      </p:sp>
      <p:sp>
        <p:nvSpPr>
          <p:cNvPr id="19" name="TextBox 18">
            <a:extLst>
              <a:ext uri="{FF2B5EF4-FFF2-40B4-BE49-F238E27FC236}">
                <a16:creationId xmlns:a16="http://schemas.microsoft.com/office/drawing/2014/main" id="{8D6677E9-C9B8-CCF1-C9F8-C4731BD983E5}"/>
              </a:ext>
            </a:extLst>
          </p:cNvPr>
          <p:cNvSpPr txBox="1"/>
          <p:nvPr/>
        </p:nvSpPr>
        <p:spPr>
          <a:xfrm>
            <a:off x="7356203" y="4583430"/>
            <a:ext cx="2028828" cy="1015663"/>
          </a:xfrm>
          <a:prstGeom prst="rect">
            <a:avLst/>
          </a:prstGeom>
          <a:noFill/>
        </p:spPr>
        <p:txBody>
          <a:bodyPr wrap="square">
            <a:spAutoFit/>
          </a:bodyPr>
          <a:lstStyle/>
          <a:p>
            <a:r>
              <a:rPr lang="en-US" sz="6000" b="0" dirty="0">
                <a:solidFill>
                  <a:srgbClr val="000000"/>
                </a:solidFill>
                <a:effectLst/>
                <a:latin typeface="Courier New" panose="02070309020205020404" pitchFamily="49" charset="0"/>
              </a:rPr>
              <a:t>str1</a:t>
            </a:r>
          </a:p>
        </p:txBody>
      </p:sp>
      <p:sp>
        <p:nvSpPr>
          <p:cNvPr id="20" name="TextBox 19">
            <a:extLst>
              <a:ext uri="{FF2B5EF4-FFF2-40B4-BE49-F238E27FC236}">
                <a16:creationId xmlns:a16="http://schemas.microsoft.com/office/drawing/2014/main" id="{CC9D33C2-2EBC-C4AB-7904-9DAEB495877A}"/>
              </a:ext>
            </a:extLst>
          </p:cNvPr>
          <p:cNvSpPr txBox="1"/>
          <p:nvPr/>
        </p:nvSpPr>
        <p:spPr>
          <a:xfrm>
            <a:off x="12843631" y="4583429"/>
            <a:ext cx="2028828" cy="1015663"/>
          </a:xfrm>
          <a:prstGeom prst="rect">
            <a:avLst/>
          </a:prstGeom>
          <a:noFill/>
        </p:spPr>
        <p:txBody>
          <a:bodyPr wrap="square">
            <a:spAutoFit/>
          </a:bodyPr>
          <a:lstStyle/>
          <a:p>
            <a:r>
              <a:rPr lang="en-US" sz="6000" b="0" dirty="0">
                <a:solidFill>
                  <a:srgbClr val="000000"/>
                </a:solidFill>
                <a:effectLst/>
                <a:latin typeface="Courier New" panose="02070309020205020404" pitchFamily="49" charset="0"/>
              </a:rPr>
              <a:t>str3</a:t>
            </a:r>
          </a:p>
        </p:txBody>
      </p:sp>
      <p:sp>
        <p:nvSpPr>
          <p:cNvPr id="21" name="TextBox 20">
            <a:extLst>
              <a:ext uri="{FF2B5EF4-FFF2-40B4-BE49-F238E27FC236}">
                <a16:creationId xmlns:a16="http://schemas.microsoft.com/office/drawing/2014/main" id="{8A0A54D7-2F08-1FA4-BADD-6A7D51CD2F01}"/>
              </a:ext>
            </a:extLst>
          </p:cNvPr>
          <p:cNvSpPr txBox="1"/>
          <p:nvPr/>
        </p:nvSpPr>
        <p:spPr>
          <a:xfrm>
            <a:off x="10097259" y="4583430"/>
            <a:ext cx="2028828" cy="1015663"/>
          </a:xfrm>
          <a:prstGeom prst="rect">
            <a:avLst/>
          </a:prstGeom>
          <a:noFill/>
        </p:spPr>
        <p:txBody>
          <a:bodyPr wrap="square">
            <a:spAutoFit/>
          </a:bodyPr>
          <a:lstStyle/>
          <a:p>
            <a:r>
              <a:rPr lang="en-US" sz="6000" b="0" dirty="0">
                <a:solidFill>
                  <a:srgbClr val="000000"/>
                </a:solidFill>
                <a:effectLst/>
                <a:latin typeface="Courier New" panose="02070309020205020404" pitchFamily="49" charset="0"/>
              </a:rPr>
              <a:t>str2</a:t>
            </a:r>
          </a:p>
        </p:txBody>
      </p:sp>
    </p:spTree>
    <p:extLst>
      <p:ext uri="{BB962C8B-B14F-4D97-AF65-F5344CB8AC3E}">
        <p14:creationId xmlns:p14="http://schemas.microsoft.com/office/powerpoint/2010/main" val="304004142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4" grpId="0"/>
      <p:bldP spid="6" grpId="0"/>
      <p:bldP spid="18" grpId="0"/>
      <p:bldP spid="19" grpId="0"/>
      <p:bldP spid="20" grpId="0"/>
      <p:bldP spid="21"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501"/>
        <p:cNvGrpSpPr/>
        <p:nvPr/>
      </p:nvGrpSpPr>
      <p:grpSpPr>
        <a:xfrm>
          <a:off x="0" y="0"/>
          <a:ext cx="0" cy="0"/>
          <a:chOff x="0" y="0"/>
          <a:chExt cx="0" cy="0"/>
        </a:xfrm>
      </p:grpSpPr>
      <p:sp>
        <p:nvSpPr>
          <p:cNvPr id="2" name="Google Shape;412;p56">
            <a:extLst>
              <a:ext uri="{FF2B5EF4-FFF2-40B4-BE49-F238E27FC236}">
                <a16:creationId xmlns:a16="http://schemas.microsoft.com/office/drawing/2014/main" id="{78FAF4A1-E6FF-2A2F-0117-836B1C586B5F}"/>
              </a:ext>
            </a:extLst>
          </p:cNvPr>
          <p:cNvSpPr txBox="1">
            <a:spLocks/>
          </p:cNvSpPr>
          <p:nvPr/>
        </p:nvSpPr>
        <p:spPr>
          <a:xfrm>
            <a:off x="298453" y="249400"/>
            <a:ext cx="20503200" cy="1427200"/>
          </a:xfrm>
          <a:prstGeom prst="rect">
            <a:avLst/>
          </a:prstGeom>
        </p:spPr>
        <p:txBody>
          <a:bodyPr spcFirstLastPara="1" vert="horz" wrap="square" lIns="243800" tIns="243800" rIns="243800" bIns="243800" rtlCol="0" anchor="t" anchorCtr="0">
            <a:normAutofit/>
          </a:bodyPr>
          <a:lstStyle>
            <a:lvl1pPr lvl="0" algn="l" defTabSz="1828800" rtl="0" eaLnBrk="1" latinLnBrk="0" hangingPunct="1">
              <a:lnSpc>
                <a:spcPct val="90000"/>
              </a:lnSpc>
              <a:spcBef>
                <a:spcPts val="0"/>
              </a:spcBef>
              <a:spcAft>
                <a:spcPts val="0"/>
              </a:spcAft>
              <a:buSzPts val="2600"/>
              <a:buNone/>
              <a:defRPr sz="6933" kern="1200">
                <a:solidFill>
                  <a:schemeClr val="tx1"/>
                </a:solidFill>
                <a:latin typeface="+mj-lt"/>
                <a:ea typeface="+mj-ea"/>
                <a:cs typeface="+mj-cs"/>
              </a:defRPr>
            </a:lvl1pPr>
            <a:lvl2pPr lvl="1" rtl="0">
              <a:spcBef>
                <a:spcPts val="0"/>
              </a:spcBef>
              <a:spcAft>
                <a:spcPts val="0"/>
              </a:spcAft>
              <a:buSzPts val="2600"/>
              <a:buNone/>
              <a:defRPr sz="6933"/>
            </a:lvl2pPr>
            <a:lvl3pPr lvl="2" rtl="0">
              <a:spcBef>
                <a:spcPts val="0"/>
              </a:spcBef>
              <a:spcAft>
                <a:spcPts val="0"/>
              </a:spcAft>
              <a:buSzPts val="2600"/>
              <a:buNone/>
              <a:defRPr sz="6933"/>
            </a:lvl3pPr>
            <a:lvl4pPr lvl="3" rtl="0">
              <a:spcBef>
                <a:spcPts val="0"/>
              </a:spcBef>
              <a:spcAft>
                <a:spcPts val="0"/>
              </a:spcAft>
              <a:buSzPts val="2600"/>
              <a:buNone/>
              <a:defRPr sz="6933"/>
            </a:lvl4pPr>
            <a:lvl5pPr lvl="4" rtl="0">
              <a:spcBef>
                <a:spcPts val="0"/>
              </a:spcBef>
              <a:spcAft>
                <a:spcPts val="0"/>
              </a:spcAft>
              <a:buSzPts val="2600"/>
              <a:buNone/>
              <a:defRPr sz="6933"/>
            </a:lvl5pPr>
            <a:lvl6pPr lvl="5" rtl="0">
              <a:spcBef>
                <a:spcPts val="0"/>
              </a:spcBef>
              <a:spcAft>
                <a:spcPts val="0"/>
              </a:spcAft>
              <a:buSzPts val="2600"/>
              <a:buNone/>
              <a:defRPr sz="6933"/>
            </a:lvl6pPr>
            <a:lvl7pPr lvl="6" rtl="0">
              <a:spcBef>
                <a:spcPts val="0"/>
              </a:spcBef>
              <a:spcAft>
                <a:spcPts val="0"/>
              </a:spcAft>
              <a:buSzPts val="2600"/>
              <a:buNone/>
              <a:defRPr sz="6933"/>
            </a:lvl7pPr>
            <a:lvl8pPr lvl="7" rtl="0">
              <a:spcBef>
                <a:spcPts val="0"/>
              </a:spcBef>
              <a:spcAft>
                <a:spcPts val="0"/>
              </a:spcAft>
              <a:buSzPts val="2600"/>
              <a:buNone/>
              <a:defRPr sz="6933"/>
            </a:lvl8pPr>
            <a:lvl9pPr lvl="8" rtl="0">
              <a:spcBef>
                <a:spcPts val="0"/>
              </a:spcBef>
              <a:spcAft>
                <a:spcPts val="0"/>
              </a:spcAft>
              <a:buSzPts val="2600"/>
              <a:buNone/>
              <a:defRPr sz="6933"/>
            </a:lvl9pPr>
          </a:lstStyle>
          <a:p>
            <a:r>
              <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List Manipulation</a:t>
            </a:r>
          </a:p>
        </p:txBody>
      </p:sp>
      <p:sp>
        <p:nvSpPr>
          <p:cNvPr id="3" name="Google Shape;412;p56">
            <a:extLst>
              <a:ext uri="{FF2B5EF4-FFF2-40B4-BE49-F238E27FC236}">
                <a16:creationId xmlns:a16="http://schemas.microsoft.com/office/drawing/2014/main" id="{99B14EF1-7E47-C979-A21D-973B3F9EFB82}"/>
              </a:ext>
            </a:extLst>
          </p:cNvPr>
          <p:cNvSpPr txBox="1">
            <a:spLocks/>
          </p:cNvSpPr>
          <p:nvPr/>
        </p:nvSpPr>
        <p:spPr>
          <a:xfrm>
            <a:off x="296105" y="1175521"/>
            <a:ext cx="20503200" cy="1427200"/>
          </a:xfrm>
          <a:prstGeom prst="rect">
            <a:avLst/>
          </a:prstGeom>
        </p:spPr>
        <p:txBody>
          <a:bodyPr spcFirstLastPara="1" vert="horz" wrap="square" lIns="243800" tIns="243800" rIns="243800" bIns="243800" rtlCol="0" anchor="t" anchorCtr="0">
            <a:normAutofit fontScale="97500"/>
          </a:bodyPr>
          <a:lstStyle>
            <a:lvl1pPr lvl="0" algn="l" defTabSz="1828800" rtl="0" eaLnBrk="1" latinLnBrk="0" hangingPunct="1">
              <a:lnSpc>
                <a:spcPct val="90000"/>
              </a:lnSpc>
              <a:spcBef>
                <a:spcPts val="0"/>
              </a:spcBef>
              <a:spcAft>
                <a:spcPts val="0"/>
              </a:spcAft>
              <a:buSzPts val="2600"/>
              <a:buNone/>
              <a:defRPr sz="6933" kern="1200">
                <a:solidFill>
                  <a:schemeClr val="tx1"/>
                </a:solidFill>
                <a:latin typeface="+mj-lt"/>
                <a:ea typeface="+mj-ea"/>
                <a:cs typeface="+mj-cs"/>
              </a:defRPr>
            </a:lvl1pPr>
            <a:lvl2pPr lvl="1" rtl="0">
              <a:spcBef>
                <a:spcPts val="0"/>
              </a:spcBef>
              <a:spcAft>
                <a:spcPts val="0"/>
              </a:spcAft>
              <a:buSzPts val="2600"/>
              <a:buNone/>
              <a:defRPr sz="6933"/>
            </a:lvl2pPr>
            <a:lvl3pPr lvl="2" rtl="0">
              <a:spcBef>
                <a:spcPts val="0"/>
              </a:spcBef>
              <a:spcAft>
                <a:spcPts val="0"/>
              </a:spcAft>
              <a:buSzPts val="2600"/>
              <a:buNone/>
              <a:defRPr sz="6933"/>
            </a:lvl3pPr>
            <a:lvl4pPr lvl="3" rtl="0">
              <a:spcBef>
                <a:spcPts val="0"/>
              </a:spcBef>
              <a:spcAft>
                <a:spcPts val="0"/>
              </a:spcAft>
              <a:buSzPts val="2600"/>
              <a:buNone/>
              <a:defRPr sz="6933"/>
            </a:lvl4pPr>
            <a:lvl5pPr lvl="4" rtl="0">
              <a:spcBef>
                <a:spcPts val="0"/>
              </a:spcBef>
              <a:spcAft>
                <a:spcPts val="0"/>
              </a:spcAft>
              <a:buSzPts val="2600"/>
              <a:buNone/>
              <a:defRPr sz="6933"/>
            </a:lvl5pPr>
            <a:lvl6pPr lvl="5" rtl="0">
              <a:spcBef>
                <a:spcPts val="0"/>
              </a:spcBef>
              <a:spcAft>
                <a:spcPts val="0"/>
              </a:spcAft>
              <a:buSzPts val="2600"/>
              <a:buNone/>
              <a:defRPr sz="6933"/>
            </a:lvl6pPr>
            <a:lvl7pPr lvl="6" rtl="0">
              <a:spcBef>
                <a:spcPts val="0"/>
              </a:spcBef>
              <a:spcAft>
                <a:spcPts val="0"/>
              </a:spcAft>
              <a:buSzPts val="2600"/>
              <a:buNone/>
              <a:defRPr sz="6933"/>
            </a:lvl7pPr>
            <a:lvl8pPr lvl="7" rtl="0">
              <a:spcBef>
                <a:spcPts val="0"/>
              </a:spcBef>
              <a:spcAft>
                <a:spcPts val="0"/>
              </a:spcAft>
              <a:buSzPts val="2600"/>
              <a:buNone/>
              <a:defRPr sz="6933"/>
            </a:lvl8pPr>
            <a:lvl9pPr lvl="8" rtl="0">
              <a:spcBef>
                <a:spcPts val="0"/>
              </a:spcBef>
              <a:spcAft>
                <a:spcPts val="0"/>
              </a:spcAft>
              <a:buSzPts val="2600"/>
              <a:buNone/>
              <a:defRPr sz="6933"/>
            </a:lvl9pPr>
          </a:lstStyle>
          <a:p>
            <a:r>
              <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String/list Interop</a:t>
            </a:r>
          </a:p>
        </p:txBody>
      </p:sp>
      <p:sp>
        <p:nvSpPr>
          <p:cNvPr id="4" name="Google Shape;412;p56">
            <a:extLst>
              <a:ext uri="{FF2B5EF4-FFF2-40B4-BE49-F238E27FC236}">
                <a16:creationId xmlns:a16="http://schemas.microsoft.com/office/drawing/2014/main" id="{786FA14C-5507-2ACD-4E8F-6D7389956F35}"/>
              </a:ext>
            </a:extLst>
          </p:cNvPr>
          <p:cNvSpPr txBox="1">
            <a:spLocks/>
          </p:cNvSpPr>
          <p:nvPr/>
        </p:nvSpPr>
        <p:spPr>
          <a:xfrm>
            <a:off x="298605" y="2092419"/>
            <a:ext cx="20503200" cy="1427200"/>
          </a:xfrm>
          <a:prstGeom prst="rect">
            <a:avLst/>
          </a:prstGeom>
        </p:spPr>
        <p:txBody>
          <a:bodyPr spcFirstLastPara="1" vert="horz" wrap="square" lIns="243800" tIns="243800" rIns="243800" bIns="243800" rtlCol="0" anchor="t" anchorCtr="0">
            <a:normAutofit fontScale="97500"/>
          </a:bodyPr>
          <a:lstStyle>
            <a:lvl1pPr lvl="0" algn="l" defTabSz="1828800" rtl="0" eaLnBrk="1" latinLnBrk="0" hangingPunct="1">
              <a:lnSpc>
                <a:spcPct val="90000"/>
              </a:lnSpc>
              <a:spcBef>
                <a:spcPts val="0"/>
              </a:spcBef>
              <a:spcAft>
                <a:spcPts val="0"/>
              </a:spcAft>
              <a:buSzPts val="2600"/>
              <a:buNone/>
              <a:defRPr sz="6933" kern="1200">
                <a:solidFill>
                  <a:schemeClr val="tx1"/>
                </a:solidFill>
                <a:latin typeface="+mj-lt"/>
                <a:ea typeface="+mj-ea"/>
                <a:cs typeface="+mj-cs"/>
              </a:defRPr>
            </a:lvl1pPr>
            <a:lvl2pPr lvl="1" rtl="0">
              <a:spcBef>
                <a:spcPts val="0"/>
              </a:spcBef>
              <a:spcAft>
                <a:spcPts val="0"/>
              </a:spcAft>
              <a:buSzPts val="2600"/>
              <a:buNone/>
              <a:defRPr sz="6933"/>
            </a:lvl2pPr>
            <a:lvl3pPr lvl="2" rtl="0">
              <a:spcBef>
                <a:spcPts val="0"/>
              </a:spcBef>
              <a:spcAft>
                <a:spcPts val="0"/>
              </a:spcAft>
              <a:buSzPts val="2600"/>
              <a:buNone/>
              <a:defRPr sz="6933"/>
            </a:lvl3pPr>
            <a:lvl4pPr lvl="3" rtl="0">
              <a:spcBef>
                <a:spcPts val="0"/>
              </a:spcBef>
              <a:spcAft>
                <a:spcPts val="0"/>
              </a:spcAft>
              <a:buSzPts val="2600"/>
              <a:buNone/>
              <a:defRPr sz="6933"/>
            </a:lvl4pPr>
            <a:lvl5pPr lvl="4" rtl="0">
              <a:spcBef>
                <a:spcPts val="0"/>
              </a:spcBef>
              <a:spcAft>
                <a:spcPts val="0"/>
              </a:spcAft>
              <a:buSzPts val="2600"/>
              <a:buNone/>
              <a:defRPr sz="6933"/>
            </a:lvl5pPr>
            <a:lvl6pPr lvl="5" rtl="0">
              <a:spcBef>
                <a:spcPts val="0"/>
              </a:spcBef>
              <a:spcAft>
                <a:spcPts val="0"/>
              </a:spcAft>
              <a:buSzPts val="2600"/>
              <a:buNone/>
              <a:defRPr sz="6933"/>
            </a:lvl6pPr>
            <a:lvl7pPr lvl="6" rtl="0">
              <a:spcBef>
                <a:spcPts val="0"/>
              </a:spcBef>
              <a:spcAft>
                <a:spcPts val="0"/>
              </a:spcAft>
              <a:buSzPts val="2600"/>
              <a:buNone/>
              <a:defRPr sz="6933"/>
            </a:lvl7pPr>
            <a:lvl8pPr lvl="7" rtl="0">
              <a:spcBef>
                <a:spcPts val="0"/>
              </a:spcBef>
              <a:spcAft>
                <a:spcPts val="0"/>
              </a:spcAft>
              <a:buSzPts val="2600"/>
              <a:buNone/>
              <a:defRPr sz="6933"/>
            </a:lvl8pPr>
            <a:lvl9pPr lvl="8" rtl="0">
              <a:spcBef>
                <a:spcPts val="0"/>
              </a:spcBef>
              <a:spcAft>
                <a:spcPts val="0"/>
              </a:spcAft>
              <a:buSzPts val="2600"/>
              <a:buNone/>
              <a:defRPr sz="6933"/>
            </a:lvl9pPr>
          </a:lstStyle>
          <a:p>
            <a:r>
              <a:rPr lang="en-US" sz="6000" b="1" dirty="0">
                <a:solidFill>
                  <a:srgbClr val="006B64"/>
                </a:solidFill>
                <a:latin typeface="Helvetica Neue" panose="02000503000000020004" pitchFamily="2" charset="0"/>
                <a:ea typeface="Helvetica Neue" panose="02000503000000020004" pitchFamily="2" charset="0"/>
                <a:cs typeface="Helvetica Neue" panose="02000503000000020004" pitchFamily="2" charset="0"/>
              </a:rPr>
              <a:t>join()</a:t>
            </a:r>
          </a:p>
        </p:txBody>
      </p:sp>
      <p:sp>
        <p:nvSpPr>
          <p:cNvPr id="6" name="TextBox 5">
            <a:extLst>
              <a:ext uri="{FF2B5EF4-FFF2-40B4-BE49-F238E27FC236}">
                <a16:creationId xmlns:a16="http://schemas.microsoft.com/office/drawing/2014/main" id="{631C23A4-5BAF-EA77-F178-888A6B588BA9}"/>
              </a:ext>
            </a:extLst>
          </p:cNvPr>
          <p:cNvSpPr txBox="1"/>
          <p:nvPr/>
        </p:nvSpPr>
        <p:spPr>
          <a:xfrm>
            <a:off x="2328861" y="6059508"/>
            <a:ext cx="15487650" cy="1015663"/>
          </a:xfrm>
          <a:prstGeom prst="rect">
            <a:avLst/>
          </a:prstGeom>
          <a:noFill/>
        </p:spPr>
        <p:txBody>
          <a:bodyPr wrap="square">
            <a:spAutoFit/>
          </a:bodyPr>
          <a:lstStyle/>
          <a:p>
            <a:r>
              <a:rPr lang="en-US" sz="6000" b="0" dirty="0" err="1">
                <a:solidFill>
                  <a:srgbClr val="000000"/>
                </a:solidFill>
                <a:effectLst/>
                <a:latin typeface="Courier New" panose="02070309020205020404" pitchFamily="49" charset="0"/>
              </a:rPr>
              <a:t>separator.join</a:t>
            </a:r>
            <a:r>
              <a:rPr lang="en-US" sz="6000" b="0" dirty="0">
                <a:solidFill>
                  <a:srgbClr val="000000"/>
                </a:solidFill>
                <a:effectLst/>
                <a:latin typeface="Courier New" panose="02070309020205020404" pitchFamily="49" charset="0"/>
              </a:rPr>
              <a:t>(</a:t>
            </a:r>
            <a:r>
              <a:rPr lang="en-US" sz="6000" b="0" dirty="0" err="1">
                <a:solidFill>
                  <a:srgbClr val="000000"/>
                </a:solidFill>
                <a:effectLst/>
                <a:latin typeface="Courier New" panose="02070309020205020404" pitchFamily="49" charset="0"/>
              </a:rPr>
              <a:t>my_list</a:t>
            </a:r>
            <a:r>
              <a:rPr lang="en-US" sz="6000" b="0" dirty="0">
                <a:solidFill>
                  <a:srgbClr val="000000"/>
                </a:solidFill>
                <a:effectLst/>
                <a:latin typeface="Courier New" panose="02070309020205020404" pitchFamily="49" charset="0"/>
              </a:rPr>
              <a:t>)</a:t>
            </a:r>
          </a:p>
        </p:txBody>
      </p:sp>
      <p:grpSp>
        <p:nvGrpSpPr>
          <p:cNvPr id="11" name="Group 10">
            <a:extLst>
              <a:ext uri="{FF2B5EF4-FFF2-40B4-BE49-F238E27FC236}">
                <a16:creationId xmlns:a16="http://schemas.microsoft.com/office/drawing/2014/main" id="{2FB9C594-7289-5AC2-4487-CB15D25E2BD1}"/>
              </a:ext>
            </a:extLst>
          </p:cNvPr>
          <p:cNvGrpSpPr/>
          <p:nvPr/>
        </p:nvGrpSpPr>
        <p:grpSpPr>
          <a:xfrm>
            <a:off x="11194884" y="2400401"/>
            <a:ext cx="2936298" cy="1767046"/>
            <a:chOff x="11123447" y="2544403"/>
            <a:chExt cx="2936298" cy="1767046"/>
          </a:xfrm>
        </p:grpSpPr>
        <p:sp>
          <p:nvSpPr>
            <p:cNvPr id="9" name="that’s a lot of features!">
              <a:extLst>
                <a:ext uri="{FF2B5EF4-FFF2-40B4-BE49-F238E27FC236}">
                  <a16:creationId xmlns:a16="http://schemas.microsoft.com/office/drawing/2014/main" id="{1AA9F5A3-9ED3-2BCD-D9CF-F3FE15FF9C11}"/>
                </a:ext>
              </a:extLst>
            </p:cNvPr>
            <p:cNvSpPr txBox="1"/>
            <p:nvPr/>
          </p:nvSpPr>
          <p:spPr>
            <a:xfrm>
              <a:off x="11123447" y="2544403"/>
              <a:ext cx="2936298" cy="71814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lvl1pPr>
                <a:defRPr sz="4000" b="1">
                  <a:solidFill>
                    <a:schemeClr val="accent4">
                      <a:hueOff val="-1247790"/>
                      <a:lumOff val="-12326"/>
                    </a:schemeClr>
                  </a:solidFill>
                </a:defRPr>
              </a:lvl1pPr>
            </a:lstStyle>
            <a:p>
              <a:r>
                <a:rPr lang="en-US" dirty="0">
                  <a:solidFill>
                    <a:srgbClr val="EF7001"/>
                  </a:solidFill>
                </a:rPr>
                <a:t>List of strings</a:t>
              </a:r>
              <a:endParaRPr dirty="0">
                <a:solidFill>
                  <a:srgbClr val="EF7001"/>
                </a:solidFill>
              </a:endParaRPr>
            </a:p>
          </p:txBody>
        </p:sp>
        <p:pic>
          <p:nvPicPr>
            <p:cNvPr id="10" name="Line Line" descr="Line Line">
              <a:extLst>
                <a:ext uri="{FF2B5EF4-FFF2-40B4-BE49-F238E27FC236}">
                  <a16:creationId xmlns:a16="http://schemas.microsoft.com/office/drawing/2014/main" id="{56C03302-4FDB-B0EC-D754-F539B50B2F06}"/>
                </a:ext>
              </a:extLst>
            </p:cNvPr>
            <p:cNvPicPr>
              <a:picLocks/>
            </p:cNvPicPr>
            <p:nvPr/>
          </p:nvPicPr>
          <p:blipFill>
            <a:blip r:embed="rId3"/>
            <a:stretch>
              <a:fillRect/>
            </a:stretch>
          </p:blipFill>
          <p:spPr>
            <a:xfrm rot="6998290">
              <a:off x="10953217" y="3566822"/>
              <a:ext cx="997180" cy="492074"/>
            </a:xfrm>
            <a:prstGeom prst="rect">
              <a:avLst/>
            </a:prstGeom>
          </p:spPr>
        </p:pic>
      </p:grpSp>
      <p:sp>
        <p:nvSpPr>
          <p:cNvPr id="18" name="TextBox 17">
            <a:extLst>
              <a:ext uri="{FF2B5EF4-FFF2-40B4-BE49-F238E27FC236}">
                <a16:creationId xmlns:a16="http://schemas.microsoft.com/office/drawing/2014/main" id="{A5227815-6BBD-D7DE-D068-12F6EF18E040}"/>
              </a:ext>
            </a:extLst>
          </p:cNvPr>
          <p:cNvSpPr txBox="1"/>
          <p:nvPr/>
        </p:nvSpPr>
        <p:spPr>
          <a:xfrm>
            <a:off x="2328861" y="4583430"/>
            <a:ext cx="13344527" cy="1015663"/>
          </a:xfrm>
          <a:prstGeom prst="rect">
            <a:avLst/>
          </a:prstGeom>
          <a:noFill/>
        </p:spPr>
        <p:txBody>
          <a:bodyPr wrap="square">
            <a:spAutoFit/>
          </a:bodyPr>
          <a:lstStyle/>
          <a:p>
            <a:r>
              <a:rPr lang="en-US" sz="6000" b="0" dirty="0" err="1">
                <a:solidFill>
                  <a:srgbClr val="000000"/>
                </a:solidFill>
                <a:effectLst/>
                <a:latin typeface="Courier New" panose="02070309020205020404" pitchFamily="49" charset="0"/>
              </a:rPr>
              <a:t>my_list</a:t>
            </a:r>
            <a:r>
              <a:rPr lang="en-US" sz="6000" b="0" dirty="0">
                <a:solidFill>
                  <a:srgbClr val="000000"/>
                </a:solidFill>
                <a:effectLst/>
                <a:latin typeface="Courier New" panose="02070309020205020404" pitchFamily="49" charset="0"/>
              </a:rPr>
              <a:t> = [str1, str2, str3]</a:t>
            </a:r>
          </a:p>
        </p:txBody>
      </p:sp>
      <p:sp>
        <p:nvSpPr>
          <p:cNvPr id="19" name="TextBox 18">
            <a:extLst>
              <a:ext uri="{FF2B5EF4-FFF2-40B4-BE49-F238E27FC236}">
                <a16:creationId xmlns:a16="http://schemas.microsoft.com/office/drawing/2014/main" id="{8D6677E9-C9B8-CCF1-C9F8-C4731BD983E5}"/>
              </a:ext>
            </a:extLst>
          </p:cNvPr>
          <p:cNvSpPr txBox="1"/>
          <p:nvPr/>
        </p:nvSpPr>
        <p:spPr>
          <a:xfrm>
            <a:off x="3767213" y="9113063"/>
            <a:ext cx="2028828" cy="1015663"/>
          </a:xfrm>
          <a:prstGeom prst="rect">
            <a:avLst/>
          </a:prstGeom>
          <a:noFill/>
        </p:spPr>
        <p:txBody>
          <a:bodyPr wrap="square">
            <a:spAutoFit/>
          </a:bodyPr>
          <a:lstStyle/>
          <a:p>
            <a:r>
              <a:rPr lang="en-US" sz="6000" b="0" dirty="0">
                <a:solidFill>
                  <a:srgbClr val="000000"/>
                </a:solidFill>
                <a:effectLst/>
                <a:latin typeface="Courier New" panose="02070309020205020404" pitchFamily="49" charset="0"/>
              </a:rPr>
              <a:t>str1</a:t>
            </a:r>
          </a:p>
        </p:txBody>
      </p:sp>
      <p:sp>
        <p:nvSpPr>
          <p:cNvPr id="20" name="TextBox 19">
            <a:extLst>
              <a:ext uri="{FF2B5EF4-FFF2-40B4-BE49-F238E27FC236}">
                <a16:creationId xmlns:a16="http://schemas.microsoft.com/office/drawing/2014/main" id="{CC9D33C2-2EBC-C4AB-7904-9DAEB495877A}"/>
              </a:ext>
            </a:extLst>
          </p:cNvPr>
          <p:cNvSpPr txBox="1"/>
          <p:nvPr/>
        </p:nvSpPr>
        <p:spPr>
          <a:xfrm>
            <a:off x="16562305" y="9107228"/>
            <a:ext cx="2028828" cy="1015663"/>
          </a:xfrm>
          <a:prstGeom prst="rect">
            <a:avLst/>
          </a:prstGeom>
          <a:noFill/>
        </p:spPr>
        <p:txBody>
          <a:bodyPr wrap="square">
            <a:spAutoFit/>
          </a:bodyPr>
          <a:lstStyle/>
          <a:p>
            <a:r>
              <a:rPr lang="en-US" sz="6000" b="0" dirty="0">
                <a:solidFill>
                  <a:srgbClr val="000000"/>
                </a:solidFill>
                <a:effectLst/>
                <a:latin typeface="Courier New" panose="02070309020205020404" pitchFamily="49" charset="0"/>
              </a:rPr>
              <a:t>str3</a:t>
            </a:r>
          </a:p>
        </p:txBody>
      </p:sp>
      <p:sp>
        <p:nvSpPr>
          <p:cNvPr id="21" name="TextBox 20">
            <a:extLst>
              <a:ext uri="{FF2B5EF4-FFF2-40B4-BE49-F238E27FC236}">
                <a16:creationId xmlns:a16="http://schemas.microsoft.com/office/drawing/2014/main" id="{8A0A54D7-2F08-1FA4-BADD-6A7D51CD2F01}"/>
              </a:ext>
            </a:extLst>
          </p:cNvPr>
          <p:cNvSpPr txBox="1"/>
          <p:nvPr/>
        </p:nvSpPr>
        <p:spPr>
          <a:xfrm>
            <a:off x="10164759" y="9113063"/>
            <a:ext cx="2028828" cy="1015663"/>
          </a:xfrm>
          <a:prstGeom prst="rect">
            <a:avLst/>
          </a:prstGeom>
          <a:noFill/>
        </p:spPr>
        <p:txBody>
          <a:bodyPr wrap="square">
            <a:spAutoFit/>
          </a:bodyPr>
          <a:lstStyle/>
          <a:p>
            <a:r>
              <a:rPr lang="en-US" sz="6000" b="0" dirty="0">
                <a:solidFill>
                  <a:srgbClr val="000000"/>
                </a:solidFill>
                <a:effectLst/>
                <a:latin typeface="Courier New" panose="02070309020205020404" pitchFamily="49" charset="0"/>
              </a:rPr>
              <a:t>str2</a:t>
            </a:r>
          </a:p>
        </p:txBody>
      </p:sp>
      <p:sp>
        <p:nvSpPr>
          <p:cNvPr id="23" name="TextBox 22">
            <a:extLst>
              <a:ext uri="{FF2B5EF4-FFF2-40B4-BE49-F238E27FC236}">
                <a16:creationId xmlns:a16="http://schemas.microsoft.com/office/drawing/2014/main" id="{6BEB854C-1B31-17EC-CC0C-7D36AB8DE2B8}"/>
              </a:ext>
            </a:extLst>
          </p:cNvPr>
          <p:cNvSpPr txBox="1"/>
          <p:nvPr/>
        </p:nvSpPr>
        <p:spPr>
          <a:xfrm>
            <a:off x="12193587" y="9107228"/>
            <a:ext cx="4368718" cy="1015663"/>
          </a:xfrm>
          <a:prstGeom prst="rect">
            <a:avLst/>
          </a:prstGeom>
          <a:noFill/>
        </p:spPr>
        <p:txBody>
          <a:bodyPr wrap="square">
            <a:spAutoFit/>
          </a:bodyPr>
          <a:lstStyle/>
          <a:p>
            <a:r>
              <a:rPr lang="en-US" sz="6000" b="0" dirty="0">
                <a:solidFill>
                  <a:srgbClr val="000000"/>
                </a:solidFill>
                <a:effectLst/>
                <a:latin typeface="Courier New" panose="02070309020205020404" pitchFamily="49" charset="0"/>
              </a:rPr>
              <a:t>separator</a:t>
            </a:r>
          </a:p>
        </p:txBody>
      </p:sp>
      <p:sp>
        <p:nvSpPr>
          <p:cNvPr id="24" name="TextBox 23">
            <a:extLst>
              <a:ext uri="{FF2B5EF4-FFF2-40B4-BE49-F238E27FC236}">
                <a16:creationId xmlns:a16="http://schemas.microsoft.com/office/drawing/2014/main" id="{B9A12DE9-36AE-8E02-3093-52B82CC5AB13}"/>
              </a:ext>
            </a:extLst>
          </p:cNvPr>
          <p:cNvSpPr txBox="1"/>
          <p:nvPr/>
        </p:nvSpPr>
        <p:spPr>
          <a:xfrm>
            <a:off x="5796041" y="9107229"/>
            <a:ext cx="4368718" cy="1015663"/>
          </a:xfrm>
          <a:prstGeom prst="rect">
            <a:avLst/>
          </a:prstGeom>
          <a:noFill/>
        </p:spPr>
        <p:txBody>
          <a:bodyPr wrap="square">
            <a:spAutoFit/>
          </a:bodyPr>
          <a:lstStyle/>
          <a:p>
            <a:r>
              <a:rPr lang="en-US" sz="6000" b="0" dirty="0">
                <a:solidFill>
                  <a:srgbClr val="000000"/>
                </a:solidFill>
                <a:effectLst/>
                <a:latin typeface="Courier New" panose="02070309020205020404" pitchFamily="49" charset="0"/>
              </a:rPr>
              <a:t>separator</a:t>
            </a:r>
          </a:p>
        </p:txBody>
      </p:sp>
      <p:grpSp>
        <p:nvGrpSpPr>
          <p:cNvPr id="7" name="Group 6">
            <a:extLst>
              <a:ext uri="{FF2B5EF4-FFF2-40B4-BE49-F238E27FC236}">
                <a16:creationId xmlns:a16="http://schemas.microsoft.com/office/drawing/2014/main" id="{1B19029D-D791-08DA-60AC-099B6CF2AB3E}"/>
              </a:ext>
            </a:extLst>
          </p:cNvPr>
          <p:cNvGrpSpPr/>
          <p:nvPr/>
        </p:nvGrpSpPr>
        <p:grpSpPr>
          <a:xfrm>
            <a:off x="15935326" y="7473133"/>
            <a:ext cx="2936298" cy="1767046"/>
            <a:chOff x="11123447" y="2544403"/>
            <a:chExt cx="2936298" cy="1767046"/>
          </a:xfrm>
        </p:grpSpPr>
        <p:sp>
          <p:nvSpPr>
            <p:cNvPr id="8" name="that’s a lot of features!">
              <a:extLst>
                <a:ext uri="{FF2B5EF4-FFF2-40B4-BE49-F238E27FC236}">
                  <a16:creationId xmlns:a16="http://schemas.microsoft.com/office/drawing/2014/main" id="{C5F843D8-2C1E-89CD-650E-1B04BC27E42F}"/>
                </a:ext>
              </a:extLst>
            </p:cNvPr>
            <p:cNvSpPr txBox="1"/>
            <p:nvPr/>
          </p:nvSpPr>
          <p:spPr>
            <a:xfrm>
              <a:off x="11123447" y="2544403"/>
              <a:ext cx="2936298" cy="71814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lvl1pPr>
                <a:defRPr sz="4000" b="1">
                  <a:solidFill>
                    <a:schemeClr val="accent4">
                      <a:hueOff val="-1247790"/>
                      <a:lumOff val="-12326"/>
                    </a:schemeClr>
                  </a:solidFill>
                </a:defRPr>
              </a:lvl1pPr>
            </a:lstStyle>
            <a:p>
              <a:r>
                <a:rPr lang="en-US" dirty="0">
                  <a:solidFill>
                    <a:srgbClr val="EF7001"/>
                  </a:solidFill>
                </a:rPr>
                <a:t>Final String</a:t>
              </a:r>
              <a:endParaRPr dirty="0">
                <a:solidFill>
                  <a:srgbClr val="EF7001"/>
                </a:solidFill>
              </a:endParaRPr>
            </a:p>
          </p:txBody>
        </p:sp>
        <p:pic>
          <p:nvPicPr>
            <p:cNvPr id="12" name="Line Line" descr="Line Line">
              <a:extLst>
                <a:ext uri="{FF2B5EF4-FFF2-40B4-BE49-F238E27FC236}">
                  <a16:creationId xmlns:a16="http://schemas.microsoft.com/office/drawing/2014/main" id="{80BC5A5A-F4C9-6041-66E3-E9CAE52F7F86}"/>
                </a:ext>
              </a:extLst>
            </p:cNvPr>
            <p:cNvPicPr>
              <a:picLocks/>
            </p:cNvPicPr>
            <p:nvPr/>
          </p:nvPicPr>
          <p:blipFill>
            <a:blip r:embed="rId3"/>
            <a:stretch>
              <a:fillRect/>
            </a:stretch>
          </p:blipFill>
          <p:spPr>
            <a:xfrm rot="6998290">
              <a:off x="10953217" y="3566822"/>
              <a:ext cx="997180" cy="492074"/>
            </a:xfrm>
            <a:prstGeom prst="rect">
              <a:avLst/>
            </a:prstGeom>
          </p:spPr>
        </p:pic>
      </p:grpSp>
    </p:spTree>
    <p:extLst>
      <p:ext uri="{BB962C8B-B14F-4D97-AF65-F5344CB8AC3E}">
        <p14:creationId xmlns:p14="http://schemas.microsoft.com/office/powerpoint/2010/main" val="173314855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501"/>
        <p:cNvGrpSpPr/>
        <p:nvPr/>
      </p:nvGrpSpPr>
      <p:grpSpPr>
        <a:xfrm>
          <a:off x="0" y="0"/>
          <a:ext cx="0" cy="0"/>
          <a:chOff x="0" y="0"/>
          <a:chExt cx="0" cy="0"/>
        </a:xfrm>
      </p:grpSpPr>
      <p:sp>
        <p:nvSpPr>
          <p:cNvPr id="13" name="TextBox 12">
            <a:extLst>
              <a:ext uri="{FF2B5EF4-FFF2-40B4-BE49-F238E27FC236}">
                <a16:creationId xmlns:a16="http://schemas.microsoft.com/office/drawing/2014/main" id="{E026FA16-AED4-506B-E9B9-43C387E3F78A}"/>
              </a:ext>
            </a:extLst>
          </p:cNvPr>
          <p:cNvSpPr txBox="1"/>
          <p:nvPr/>
        </p:nvSpPr>
        <p:spPr>
          <a:xfrm>
            <a:off x="1382377" y="4583035"/>
            <a:ext cx="22130785" cy="1015663"/>
          </a:xfrm>
          <a:prstGeom prst="rect">
            <a:avLst/>
          </a:prstGeom>
          <a:noFill/>
        </p:spPr>
        <p:txBody>
          <a:bodyPr wrap="square">
            <a:spAutoFit/>
          </a:bodyPr>
          <a:lstStyle/>
          <a:p>
            <a:r>
              <a:rPr lang="en-US" sz="6000" b="0" dirty="0" err="1">
                <a:solidFill>
                  <a:srgbClr val="000000"/>
                </a:solidFill>
                <a:effectLst/>
                <a:latin typeface="Courier New" panose="02070309020205020404" pitchFamily="49" charset="0"/>
              </a:rPr>
              <a:t>my_list</a:t>
            </a:r>
            <a:r>
              <a:rPr lang="en-US" sz="6000" b="0" dirty="0">
                <a:solidFill>
                  <a:srgbClr val="000000"/>
                </a:solidFill>
                <a:effectLst/>
                <a:latin typeface="Courier New" panose="02070309020205020404" pitchFamily="49" charset="0"/>
              </a:rPr>
              <a:t> = [</a:t>
            </a:r>
            <a:r>
              <a:rPr lang="en-US" sz="6000" b="0" dirty="0">
                <a:solidFill>
                  <a:srgbClr val="A31515"/>
                </a:solidFill>
                <a:effectLst/>
                <a:latin typeface="Courier New" panose="02070309020205020404" pitchFamily="49" charset="0"/>
              </a:rPr>
              <a:t>"Hello,"</a:t>
            </a:r>
            <a:r>
              <a:rPr lang="en-US" sz="6000" b="0" dirty="0">
                <a:solidFill>
                  <a:srgbClr val="000000"/>
                </a:solidFill>
                <a:effectLst/>
                <a:latin typeface="Courier New" panose="02070309020205020404" pitchFamily="49" charset="0"/>
              </a:rPr>
              <a:t>, </a:t>
            </a:r>
            <a:r>
              <a:rPr lang="en-US" sz="6000" b="0" dirty="0">
                <a:solidFill>
                  <a:srgbClr val="A31515"/>
                </a:solidFill>
                <a:effectLst/>
                <a:latin typeface="Courier New" panose="02070309020205020404" pitchFamily="49" charset="0"/>
              </a:rPr>
              <a:t>"my"</a:t>
            </a:r>
            <a:r>
              <a:rPr lang="en-US" sz="6000" b="0" dirty="0">
                <a:solidFill>
                  <a:srgbClr val="000000"/>
                </a:solidFill>
                <a:effectLst/>
                <a:latin typeface="Courier New" panose="02070309020205020404" pitchFamily="49" charset="0"/>
              </a:rPr>
              <a:t>, </a:t>
            </a:r>
            <a:r>
              <a:rPr lang="en-US" sz="6000" b="0" dirty="0">
                <a:solidFill>
                  <a:srgbClr val="A31515"/>
                </a:solidFill>
                <a:effectLst/>
                <a:latin typeface="Courier New" panose="02070309020205020404" pitchFamily="49" charset="0"/>
              </a:rPr>
              <a:t>"name"</a:t>
            </a:r>
            <a:r>
              <a:rPr lang="en-US" sz="6000" b="0" dirty="0">
                <a:solidFill>
                  <a:srgbClr val="000000"/>
                </a:solidFill>
                <a:effectLst/>
                <a:latin typeface="Courier New" panose="02070309020205020404" pitchFamily="49" charset="0"/>
              </a:rPr>
              <a:t>, </a:t>
            </a:r>
            <a:r>
              <a:rPr lang="en-US" sz="6000" b="0" dirty="0">
                <a:solidFill>
                  <a:srgbClr val="A31515"/>
                </a:solidFill>
                <a:effectLst/>
                <a:latin typeface="Courier New" panose="02070309020205020404" pitchFamily="49" charset="0"/>
              </a:rPr>
              <a:t>"is"</a:t>
            </a:r>
            <a:r>
              <a:rPr lang="en-US" sz="6000" b="0" dirty="0">
                <a:solidFill>
                  <a:srgbClr val="000000"/>
                </a:solidFill>
                <a:effectLst/>
                <a:latin typeface="Courier New" panose="02070309020205020404" pitchFamily="49" charset="0"/>
              </a:rPr>
              <a:t>, </a:t>
            </a:r>
            <a:r>
              <a:rPr lang="en-US" sz="6000" b="0" dirty="0">
                <a:solidFill>
                  <a:srgbClr val="A31515"/>
                </a:solidFill>
                <a:effectLst/>
                <a:latin typeface="Courier New" panose="02070309020205020404" pitchFamily="49" charset="0"/>
              </a:rPr>
              <a:t>"Bob!"</a:t>
            </a:r>
            <a:r>
              <a:rPr lang="en-US" sz="6000" b="0" dirty="0">
                <a:solidFill>
                  <a:srgbClr val="000000"/>
                </a:solidFill>
                <a:effectLst/>
                <a:latin typeface="Courier New" panose="02070309020205020404" pitchFamily="49" charset="0"/>
              </a:rPr>
              <a:t>]</a:t>
            </a:r>
          </a:p>
        </p:txBody>
      </p:sp>
      <p:sp>
        <p:nvSpPr>
          <p:cNvPr id="2" name="Google Shape;412;p56">
            <a:extLst>
              <a:ext uri="{FF2B5EF4-FFF2-40B4-BE49-F238E27FC236}">
                <a16:creationId xmlns:a16="http://schemas.microsoft.com/office/drawing/2014/main" id="{78FAF4A1-E6FF-2A2F-0117-836B1C586B5F}"/>
              </a:ext>
            </a:extLst>
          </p:cNvPr>
          <p:cNvSpPr txBox="1">
            <a:spLocks/>
          </p:cNvSpPr>
          <p:nvPr/>
        </p:nvSpPr>
        <p:spPr>
          <a:xfrm>
            <a:off x="298453" y="249400"/>
            <a:ext cx="20503200" cy="1427200"/>
          </a:xfrm>
          <a:prstGeom prst="rect">
            <a:avLst/>
          </a:prstGeom>
        </p:spPr>
        <p:txBody>
          <a:bodyPr spcFirstLastPara="1" vert="horz" wrap="square" lIns="243800" tIns="243800" rIns="243800" bIns="243800" rtlCol="0" anchor="t" anchorCtr="0">
            <a:normAutofit/>
          </a:bodyPr>
          <a:lstStyle>
            <a:lvl1pPr lvl="0" algn="l" defTabSz="1828800" rtl="0" eaLnBrk="1" latinLnBrk="0" hangingPunct="1">
              <a:lnSpc>
                <a:spcPct val="90000"/>
              </a:lnSpc>
              <a:spcBef>
                <a:spcPts val="0"/>
              </a:spcBef>
              <a:spcAft>
                <a:spcPts val="0"/>
              </a:spcAft>
              <a:buSzPts val="2600"/>
              <a:buNone/>
              <a:defRPr sz="6933" kern="1200">
                <a:solidFill>
                  <a:schemeClr val="tx1"/>
                </a:solidFill>
                <a:latin typeface="+mj-lt"/>
                <a:ea typeface="+mj-ea"/>
                <a:cs typeface="+mj-cs"/>
              </a:defRPr>
            </a:lvl1pPr>
            <a:lvl2pPr lvl="1" rtl="0">
              <a:spcBef>
                <a:spcPts val="0"/>
              </a:spcBef>
              <a:spcAft>
                <a:spcPts val="0"/>
              </a:spcAft>
              <a:buSzPts val="2600"/>
              <a:buNone/>
              <a:defRPr sz="6933"/>
            </a:lvl2pPr>
            <a:lvl3pPr lvl="2" rtl="0">
              <a:spcBef>
                <a:spcPts val="0"/>
              </a:spcBef>
              <a:spcAft>
                <a:spcPts val="0"/>
              </a:spcAft>
              <a:buSzPts val="2600"/>
              <a:buNone/>
              <a:defRPr sz="6933"/>
            </a:lvl3pPr>
            <a:lvl4pPr lvl="3" rtl="0">
              <a:spcBef>
                <a:spcPts val="0"/>
              </a:spcBef>
              <a:spcAft>
                <a:spcPts val="0"/>
              </a:spcAft>
              <a:buSzPts val="2600"/>
              <a:buNone/>
              <a:defRPr sz="6933"/>
            </a:lvl4pPr>
            <a:lvl5pPr lvl="4" rtl="0">
              <a:spcBef>
                <a:spcPts val="0"/>
              </a:spcBef>
              <a:spcAft>
                <a:spcPts val="0"/>
              </a:spcAft>
              <a:buSzPts val="2600"/>
              <a:buNone/>
              <a:defRPr sz="6933"/>
            </a:lvl5pPr>
            <a:lvl6pPr lvl="5" rtl="0">
              <a:spcBef>
                <a:spcPts val="0"/>
              </a:spcBef>
              <a:spcAft>
                <a:spcPts val="0"/>
              </a:spcAft>
              <a:buSzPts val="2600"/>
              <a:buNone/>
              <a:defRPr sz="6933"/>
            </a:lvl6pPr>
            <a:lvl7pPr lvl="6" rtl="0">
              <a:spcBef>
                <a:spcPts val="0"/>
              </a:spcBef>
              <a:spcAft>
                <a:spcPts val="0"/>
              </a:spcAft>
              <a:buSzPts val="2600"/>
              <a:buNone/>
              <a:defRPr sz="6933"/>
            </a:lvl7pPr>
            <a:lvl8pPr lvl="7" rtl="0">
              <a:spcBef>
                <a:spcPts val="0"/>
              </a:spcBef>
              <a:spcAft>
                <a:spcPts val="0"/>
              </a:spcAft>
              <a:buSzPts val="2600"/>
              <a:buNone/>
              <a:defRPr sz="6933"/>
            </a:lvl8pPr>
            <a:lvl9pPr lvl="8" rtl="0">
              <a:spcBef>
                <a:spcPts val="0"/>
              </a:spcBef>
              <a:spcAft>
                <a:spcPts val="0"/>
              </a:spcAft>
              <a:buSzPts val="2600"/>
              <a:buNone/>
              <a:defRPr sz="6933"/>
            </a:lvl9pPr>
          </a:lstStyle>
          <a:p>
            <a:r>
              <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List Manipulation</a:t>
            </a:r>
          </a:p>
        </p:txBody>
      </p:sp>
      <p:sp>
        <p:nvSpPr>
          <p:cNvPr id="3" name="Google Shape;412;p56">
            <a:extLst>
              <a:ext uri="{FF2B5EF4-FFF2-40B4-BE49-F238E27FC236}">
                <a16:creationId xmlns:a16="http://schemas.microsoft.com/office/drawing/2014/main" id="{99B14EF1-7E47-C979-A21D-973B3F9EFB82}"/>
              </a:ext>
            </a:extLst>
          </p:cNvPr>
          <p:cNvSpPr txBox="1">
            <a:spLocks/>
          </p:cNvSpPr>
          <p:nvPr/>
        </p:nvSpPr>
        <p:spPr>
          <a:xfrm>
            <a:off x="296105" y="1175521"/>
            <a:ext cx="20503200" cy="1427200"/>
          </a:xfrm>
          <a:prstGeom prst="rect">
            <a:avLst/>
          </a:prstGeom>
        </p:spPr>
        <p:txBody>
          <a:bodyPr spcFirstLastPara="1" vert="horz" wrap="square" lIns="243800" tIns="243800" rIns="243800" bIns="243800" rtlCol="0" anchor="t" anchorCtr="0">
            <a:normAutofit fontScale="97500"/>
          </a:bodyPr>
          <a:lstStyle>
            <a:lvl1pPr lvl="0" algn="l" defTabSz="1828800" rtl="0" eaLnBrk="1" latinLnBrk="0" hangingPunct="1">
              <a:lnSpc>
                <a:spcPct val="90000"/>
              </a:lnSpc>
              <a:spcBef>
                <a:spcPts val="0"/>
              </a:spcBef>
              <a:spcAft>
                <a:spcPts val="0"/>
              </a:spcAft>
              <a:buSzPts val="2600"/>
              <a:buNone/>
              <a:defRPr sz="6933" kern="1200">
                <a:solidFill>
                  <a:schemeClr val="tx1"/>
                </a:solidFill>
                <a:latin typeface="+mj-lt"/>
                <a:ea typeface="+mj-ea"/>
                <a:cs typeface="+mj-cs"/>
              </a:defRPr>
            </a:lvl1pPr>
            <a:lvl2pPr lvl="1" rtl="0">
              <a:spcBef>
                <a:spcPts val="0"/>
              </a:spcBef>
              <a:spcAft>
                <a:spcPts val="0"/>
              </a:spcAft>
              <a:buSzPts val="2600"/>
              <a:buNone/>
              <a:defRPr sz="6933"/>
            </a:lvl2pPr>
            <a:lvl3pPr lvl="2" rtl="0">
              <a:spcBef>
                <a:spcPts val="0"/>
              </a:spcBef>
              <a:spcAft>
                <a:spcPts val="0"/>
              </a:spcAft>
              <a:buSzPts val="2600"/>
              <a:buNone/>
              <a:defRPr sz="6933"/>
            </a:lvl3pPr>
            <a:lvl4pPr lvl="3" rtl="0">
              <a:spcBef>
                <a:spcPts val="0"/>
              </a:spcBef>
              <a:spcAft>
                <a:spcPts val="0"/>
              </a:spcAft>
              <a:buSzPts val="2600"/>
              <a:buNone/>
              <a:defRPr sz="6933"/>
            </a:lvl4pPr>
            <a:lvl5pPr lvl="4" rtl="0">
              <a:spcBef>
                <a:spcPts val="0"/>
              </a:spcBef>
              <a:spcAft>
                <a:spcPts val="0"/>
              </a:spcAft>
              <a:buSzPts val="2600"/>
              <a:buNone/>
              <a:defRPr sz="6933"/>
            </a:lvl5pPr>
            <a:lvl6pPr lvl="5" rtl="0">
              <a:spcBef>
                <a:spcPts val="0"/>
              </a:spcBef>
              <a:spcAft>
                <a:spcPts val="0"/>
              </a:spcAft>
              <a:buSzPts val="2600"/>
              <a:buNone/>
              <a:defRPr sz="6933"/>
            </a:lvl6pPr>
            <a:lvl7pPr lvl="6" rtl="0">
              <a:spcBef>
                <a:spcPts val="0"/>
              </a:spcBef>
              <a:spcAft>
                <a:spcPts val="0"/>
              </a:spcAft>
              <a:buSzPts val="2600"/>
              <a:buNone/>
              <a:defRPr sz="6933"/>
            </a:lvl7pPr>
            <a:lvl8pPr lvl="7" rtl="0">
              <a:spcBef>
                <a:spcPts val="0"/>
              </a:spcBef>
              <a:spcAft>
                <a:spcPts val="0"/>
              </a:spcAft>
              <a:buSzPts val="2600"/>
              <a:buNone/>
              <a:defRPr sz="6933"/>
            </a:lvl8pPr>
            <a:lvl9pPr lvl="8" rtl="0">
              <a:spcBef>
                <a:spcPts val="0"/>
              </a:spcBef>
              <a:spcAft>
                <a:spcPts val="0"/>
              </a:spcAft>
              <a:buSzPts val="2600"/>
              <a:buNone/>
              <a:defRPr sz="6933"/>
            </a:lvl9pPr>
          </a:lstStyle>
          <a:p>
            <a:r>
              <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String/list Interop</a:t>
            </a:r>
          </a:p>
        </p:txBody>
      </p:sp>
      <p:sp>
        <p:nvSpPr>
          <p:cNvPr id="4" name="Google Shape;412;p56">
            <a:extLst>
              <a:ext uri="{FF2B5EF4-FFF2-40B4-BE49-F238E27FC236}">
                <a16:creationId xmlns:a16="http://schemas.microsoft.com/office/drawing/2014/main" id="{786FA14C-5507-2ACD-4E8F-6D7389956F35}"/>
              </a:ext>
            </a:extLst>
          </p:cNvPr>
          <p:cNvSpPr txBox="1">
            <a:spLocks/>
          </p:cNvSpPr>
          <p:nvPr/>
        </p:nvSpPr>
        <p:spPr>
          <a:xfrm>
            <a:off x="298605" y="2092419"/>
            <a:ext cx="20503200" cy="1427200"/>
          </a:xfrm>
          <a:prstGeom prst="rect">
            <a:avLst/>
          </a:prstGeom>
        </p:spPr>
        <p:txBody>
          <a:bodyPr spcFirstLastPara="1" vert="horz" wrap="square" lIns="243800" tIns="243800" rIns="243800" bIns="243800" rtlCol="0" anchor="t" anchorCtr="0">
            <a:normAutofit fontScale="97500"/>
          </a:bodyPr>
          <a:lstStyle>
            <a:lvl1pPr lvl="0" algn="l" defTabSz="1828800" rtl="0" eaLnBrk="1" latinLnBrk="0" hangingPunct="1">
              <a:lnSpc>
                <a:spcPct val="90000"/>
              </a:lnSpc>
              <a:spcBef>
                <a:spcPts val="0"/>
              </a:spcBef>
              <a:spcAft>
                <a:spcPts val="0"/>
              </a:spcAft>
              <a:buSzPts val="2600"/>
              <a:buNone/>
              <a:defRPr sz="6933" kern="1200">
                <a:solidFill>
                  <a:schemeClr val="tx1"/>
                </a:solidFill>
                <a:latin typeface="+mj-lt"/>
                <a:ea typeface="+mj-ea"/>
                <a:cs typeface="+mj-cs"/>
              </a:defRPr>
            </a:lvl1pPr>
            <a:lvl2pPr lvl="1" rtl="0">
              <a:spcBef>
                <a:spcPts val="0"/>
              </a:spcBef>
              <a:spcAft>
                <a:spcPts val="0"/>
              </a:spcAft>
              <a:buSzPts val="2600"/>
              <a:buNone/>
              <a:defRPr sz="6933"/>
            </a:lvl2pPr>
            <a:lvl3pPr lvl="2" rtl="0">
              <a:spcBef>
                <a:spcPts val="0"/>
              </a:spcBef>
              <a:spcAft>
                <a:spcPts val="0"/>
              </a:spcAft>
              <a:buSzPts val="2600"/>
              <a:buNone/>
              <a:defRPr sz="6933"/>
            </a:lvl3pPr>
            <a:lvl4pPr lvl="3" rtl="0">
              <a:spcBef>
                <a:spcPts val="0"/>
              </a:spcBef>
              <a:spcAft>
                <a:spcPts val="0"/>
              </a:spcAft>
              <a:buSzPts val="2600"/>
              <a:buNone/>
              <a:defRPr sz="6933"/>
            </a:lvl4pPr>
            <a:lvl5pPr lvl="4" rtl="0">
              <a:spcBef>
                <a:spcPts val="0"/>
              </a:spcBef>
              <a:spcAft>
                <a:spcPts val="0"/>
              </a:spcAft>
              <a:buSzPts val="2600"/>
              <a:buNone/>
              <a:defRPr sz="6933"/>
            </a:lvl5pPr>
            <a:lvl6pPr lvl="5" rtl="0">
              <a:spcBef>
                <a:spcPts val="0"/>
              </a:spcBef>
              <a:spcAft>
                <a:spcPts val="0"/>
              </a:spcAft>
              <a:buSzPts val="2600"/>
              <a:buNone/>
              <a:defRPr sz="6933"/>
            </a:lvl6pPr>
            <a:lvl7pPr lvl="6" rtl="0">
              <a:spcBef>
                <a:spcPts val="0"/>
              </a:spcBef>
              <a:spcAft>
                <a:spcPts val="0"/>
              </a:spcAft>
              <a:buSzPts val="2600"/>
              <a:buNone/>
              <a:defRPr sz="6933"/>
            </a:lvl7pPr>
            <a:lvl8pPr lvl="7" rtl="0">
              <a:spcBef>
                <a:spcPts val="0"/>
              </a:spcBef>
              <a:spcAft>
                <a:spcPts val="0"/>
              </a:spcAft>
              <a:buSzPts val="2600"/>
              <a:buNone/>
              <a:defRPr sz="6933"/>
            </a:lvl8pPr>
            <a:lvl9pPr lvl="8" rtl="0">
              <a:spcBef>
                <a:spcPts val="0"/>
              </a:spcBef>
              <a:spcAft>
                <a:spcPts val="0"/>
              </a:spcAft>
              <a:buSzPts val="2600"/>
              <a:buNone/>
              <a:defRPr sz="6933"/>
            </a:lvl9pPr>
          </a:lstStyle>
          <a:p>
            <a:r>
              <a:rPr lang="en-US" sz="6000" b="1" dirty="0">
                <a:solidFill>
                  <a:srgbClr val="006B64"/>
                </a:solidFill>
                <a:latin typeface="Helvetica Neue" panose="02000503000000020004" pitchFamily="2" charset="0"/>
                <a:ea typeface="Helvetica Neue" panose="02000503000000020004" pitchFamily="2" charset="0"/>
                <a:cs typeface="Helvetica Neue" panose="02000503000000020004" pitchFamily="2" charset="0"/>
              </a:rPr>
              <a:t>join()</a:t>
            </a:r>
          </a:p>
        </p:txBody>
      </p:sp>
      <p:sp>
        <p:nvSpPr>
          <p:cNvPr id="6" name="TextBox 5">
            <a:extLst>
              <a:ext uri="{FF2B5EF4-FFF2-40B4-BE49-F238E27FC236}">
                <a16:creationId xmlns:a16="http://schemas.microsoft.com/office/drawing/2014/main" id="{631C23A4-5BAF-EA77-F178-888A6B588BA9}"/>
              </a:ext>
            </a:extLst>
          </p:cNvPr>
          <p:cNvSpPr txBox="1"/>
          <p:nvPr/>
        </p:nvSpPr>
        <p:spPr>
          <a:xfrm>
            <a:off x="1382377" y="6075765"/>
            <a:ext cx="15487650" cy="1015663"/>
          </a:xfrm>
          <a:prstGeom prst="rect">
            <a:avLst/>
          </a:prstGeom>
          <a:noFill/>
        </p:spPr>
        <p:txBody>
          <a:bodyPr wrap="square">
            <a:spAutoFit/>
          </a:bodyPr>
          <a:lstStyle/>
          <a:p>
            <a:r>
              <a:rPr lang="en-US" sz="6000" b="0" dirty="0">
                <a:solidFill>
                  <a:srgbClr val="A31515"/>
                </a:solidFill>
                <a:effectLst/>
                <a:latin typeface="Courier New" panose="02070309020205020404" pitchFamily="49" charset="0"/>
              </a:rPr>
              <a:t>' '</a:t>
            </a:r>
            <a:r>
              <a:rPr lang="en-US" sz="6000" b="0" dirty="0">
                <a:solidFill>
                  <a:srgbClr val="000000"/>
                </a:solidFill>
                <a:effectLst/>
                <a:latin typeface="Courier New" panose="02070309020205020404" pitchFamily="49" charset="0"/>
              </a:rPr>
              <a:t>.join(</a:t>
            </a:r>
            <a:r>
              <a:rPr lang="en-US" sz="6000" b="0" dirty="0" err="1">
                <a:solidFill>
                  <a:srgbClr val="000000"/>
                </a:solidFill>
                <a:effectLst/>
                <a:latin typeface="Courier New" panose="02070309020205020404" pitchFamily="49" charset="0"/>
              </a:rPr>
              <a:t>my_list</a:t>
            </a:r>
            <a:r>
              <a:rPr lang="en-US" sz="6000" b="0" dirty="0">
                <a:solidFill>
                  <a:srgbClr val="000000"/>
                </a:solidFill>
                <a:effectLst/>
                <a:latin typeface="Courier New" panose="02070309020205020404" pitchFamily="49" charset="0"/>
              </a:rPr>
              <a:t>)</a:t>
            </a:r>
          </a:p>
        </p:txBody>
      </p:sp>
      <p:sp>
        <p:nvSpPr>
          <p:cNvPr id="16" name="TextBox 15">
            <a:extLst>
              <a:ext uri="{FF2B5EF4-FFF2-40B4-BE49-F238E27FC236}">
                <a16:creationId xmlns:a16="http://schemas.microsoft.com/office/drawing/2014/main" id="{5FBA8A68-6B78-0ED3-8B64-1AE24DD74879}"/>
              </a:ext>
            </a:extLst>
          </p:cNvPr>
          <p:cNvSpPr txBox="1"/>
          <p:nvPr/>
        </p:nvSpPr>
        <p:spPr>
          <a:xfrm>
            <a:off x="6411117" y="4583034"/>
            <a:ext cx="4312570" cy="1015663"/>
          </a:xfrm>
          <a:prstGeom prst="rect">
            <a:avLst/>
          </a:prstGeom>
          <a:noFill/>
        </p:spPr>
        <p:txBody>
          <a:bodyPr wrap="square">
            <a:spAutoFit/>
          </a:bodyPr>
          <a:lstStyle/>
          <a:p>
            <a:r>
              <a:rPr lang="en-US" sz="6000" b="0" dirty="0">
                <a:solidFill>
                  <a:srgbClr val="A31515"/>
                </a:solidFill>
                <a:effectLst/>
                <a:latin typeface="Courier New" panose="02070309020205020404" pitchFamily="49" charset="0"/>
              </a:rPr>
              <a:t>"Hello,"</a:t>
            </a:r>
            <a:endParaRPr lang="en-US" sz="6000" b="0" dirty="0">
              <a:solidFill>
                <a:srgbClr val="000000"/>
              </a:solidFill>
              <a:effectLst/>
              <a:latin typeface="Courier New" panose="02070309020205020404" pitchFamily="49" charset="0"/>
            </a:endParaRPr>
          </a:p>
        </p:txBody>
      </p:sp>
      <p:sp>
        <p:nvSpPr>
          <p:cNvPr id="17" name="TextBox 16">
            <a:extLst>
              <a:ext uri="{FF2B5EF4-FFF2-40B4-BE49-F238E27FC236}">
                <a16:creationId xmlns:a16="http://schemas.microsoft.com/office/drawing/2014/main" id="{D864BBE3-7D2F-F7A6-258E-ED01028F3BE9}"/>
              </a:ext>
            </a:extLst>
          </p:cNvPr>
          <p:cNvSpPr txBox="1"/>
          <p:nvPr/>
        </p:nvSpPr>
        <p:spPr>
          <a:xfrm>
            <a:off x="10982163" y="4583034"/>
            <a:ext cx="2170948" cy="1015663"/>
          </a:xfrm>
          <a:prstGeom prst="rect">
            <a:avLst/>
          </a:prstGeom>
          <a:noFill/>
        </p:spPr>
        <p:txBody>
          <a:bodyPr wrap="square">
            <a:spAutoFit/>
          </a:bodyPr>
          <a:lstStyle/>
          <a:p>
            <a:r>
              <a:rPr lang="en-US" sz="6000" b="0" dirty="0">
                <a:solidFill>
                  <a:srgbClr val="A31515"/>
                </a:solidFill>
                <a:effectLst/>
                <a:latin typeface="Courier New" panose="02070309020205020404" pitchFamily="49" charset="0"/>
              </a:rPr>
              <a:t>"my"</a:t>
            </a:r>
            <a:endParaRPr lang="en-US" sz="6000" b="0" dirty="0">
              <a:solidFill>
                <a:srgbClr val="000000"/>
              </a:solidFill>
              <a:effectLst/>
              <a:latin typeface="Courier New" panose="02070309020205020404" pitchFamily="49" charset="0"/>
            </a:endParaRPr>
          </a:p>
        </p:txBody>
      </p:sp>
      <p:sp>
        <p:nvSpPr>
          <p:cNvPr id="22" name="TextBox 21">
            <a:extLst>
              <a:ext uri="{FF2B5EF4-FFF2-40B4-BE49-F238E27FC236}">
                <a16:creationId xmlns:a16="http://schemas.microsoft.com/office/drawing/2014/main" id="{BD59C70F-F3F7-319C-3959-AD83F0CD1DB1}"/>
              </a:ext>
            </a:extLst>
          </p:cNvPr>
          <p:cNvSpPr txBox="1"/>
          <p:nvPr/>
        </p:nvSpPr>
        <p:spPr>
          <a:xfrm>
            <a:off x="13726277" y="4583034"/>
            <a:ext cx="3003434" cy="1015663"/>
          </a:xfrm>
          <a:prstGeom prst="rect">
            <a:avLst/>
          </a:prstGeom>
          <a:noFill/>
        </p:spPr>
        <p:txBody>
          <a:bodyPr wrap="square">
            <a:spAutoFit/>
          </a:bodyPr>
          <a:lstStyle/>
          <a:p>
            <a:r>
              <a:rPr lang="en-US" sz="6000" b="0" dirty="0">
                <a:solidFill>
                  <a:srgbClr val="A31515"/>
                </a:solidFill>
                <a:effectLst/>
                <a:latin typeface="Courier New" panose="02070309020205020404" pitchFamily="49" charset="0"/>
              </a:rPr>
              <a:t>"name"</a:t>
            </a:r>
            <a:endParaRPr lang="en-US" sz="6000" b="0" dirty="0">
              <a:solidFill>
                <a:srgbClr val="000000"/>
              </a:solidFill>
              <a:effectLst/>
              <a:latin typeface="Courier New" panose="02070309020205020404" pitchFamily="49" charset="0"/>
            </a:endParaRPr>
          </a:p>
        </p:txBody>
      </p:sp>
      <p:sp>
        <p:nvSpPr>
          <p:cNvPr id="25" name="TextBox 24">
            <a:extLst>
              <a:ext uri="{FF2B5EF4-FFF2-40B4-BE49-F238E27FC236}">
                <a16:creationId xmlns:a16="http://schemas.microsoft.com/office/drawing/2014/main" id="{3D7DFA66-611E-2831-5C14-2539DB18F122}"/>
              </a:ext>
            </a:extLst>
          </p:cNvPr>
          <p:cNvSpPr txBox="1"/>
          <p:nvPr/>
        </p:nvSpPr>
        <p:spPr>
          <a:xfrm>
            <a:off x="17384377" y="4583034"/>
            <a:ext cx="2170948" cy="1015663"/>
          </a:xfrm>
          <a:prstGeom prst="rect">
            <a:avLst/>
          </a:prstGeom>
          <a:noFill/>
        </p:spPr>
        <p:txBody>
          <a:bodyPr wrap="square">
            <a:spAutoFit/>
          </a:bodyPr>
          <a:lstStyle/>
          <a:p>
            <a:r>
              <a:rPr lang="en-US" sz="6000" b="0" dirty="0">
                <a:solidFill>
                  <a:srgbClr val="A31515"/>
                </a:solidFill>
                <a:effectLst/>
                <a:latin typeface="Courier New" panose="02070309020205020404" pitchFamily="49" charset="0"/>
              </a:rPr>
              <a:t>"is"</a:t>
            </a:r>
            <a:endParaRPr lang="en-US" sz="6000" b="0" dirty="0">
              <a:solidFill>
                <a:srgbClr val="000000"/>
              </a:solidFill>
              <a:effectLst/>
              <a:latin typeface="Courier New" panose="02070309020205020404" pitchFamily="49" charset="0"/>
            </a:endParaRPr>
          </a:p>
        </p:txBody>
      </p:sp>
      <p:sp>
        <p:nvSpPr>
          <p:cNvPr id="26" name="TextBox 25">
            <a:extLst>
              <a:ext uri="{FF2B5EF4-FFF2-40B4-BE49-F238E27FC236}">
                <a16:creationId xmlns:a16="http://schemas.microsoft.com/office/drawing/2014/main" id="{0681A9FE-3393-AEFE-A19B-D2E3DFED2AEC}"/>
              </a:ext>
            </a:extLst>
          </p:cNvPr>
          <p:cNvSpPr txBox="1"/>
          <p:nvPr/>
        </p:nvSpPr>
        <p:spPr>
          <a:xfrm>
            <a:off x="20127750" y="4583033"/>
            <a:ext cx="2959346" cy="1015663"/>
          </a:xfrm>
          <a:prstGeom prst="rect">
            <a:avLst/>
          </a:prstGeom>
          <a:noFill/>
        </p:spPr>
        <p:txBody>
          <a:bodyPr wrap="square">
            <a:spAutoFit/>
          </a:bodyPr>
          <a:lstStyle/>
          <a:p>
            <a:r>
              <a:rPr lang="en-US" sz="6000" b="0" dirty="0">
                <a:solidFill>
                  <a:srgbClr val="A31515"/>
                </a:solidFill>
                <a:effectLst/>
                <a:latin typeface="Courier New" panose="02070309020205020404" pitchFamily="49" charset="0"/>
              </a:rPr>
              <a:t>"Bob!"</a:t>
            </a:r>
            <a:endParaRPr lang="en-US" sz="6000" b="0" dirty="0">
              <a:solidFill>
                <a:srgbClr val="000000"/>
              </a:solidFill>
              <a:effectLst/>
              <a:latin typeface="Courier New" panose="02070309020205020404" pitchFamily="49" charset="0"/>
            </a:endParaRPr>
          </a:p>
        </p:txBody>
      </p:sp>
      <p:sp>
        <p:nvSpPr>
          <p:cNvPr id="29" name="TextBox 28">
            <a:extLst>
              <a:ext uri="{FF2B5EF4-FFF2-40B4-BE49-F238E27FC236}">
                <a16:creationId xmlns:a16="http://schemas.microsoft.com/office/drawing/2014/main" id="{A0C26CB3-EFA1-C25B-A39A-65C8FC94C147}"/>
              </a:ext>
            </a:extLst>
          </p:cNvPr>
          <p:cNvSpPr txBox="1"/>
          <p:nvPr/>
        </p:nvSpPr>
        <p:spPr>
          <a:xfrm>
            <a:off x="1382377" y="6075765"/>
            <a:ext cx="1641560" cy="1015663"/>
          </a:xfrm>
          <a:prstGeom prst="rect">
            <a:avLst/>
          </a:prstGeom>
          <a:noFill/>
        </p:spPr>
        <p:txBody>
          <a:bodyPr wrap="square">
            <a:spAutoFit/>
          </a:bodyPr>
          <a:lstStyle/>
          <a:p>
            <a:r>
              <a:rPr lang="en-US" sz="6000" b="0" dirty="0">
                <a:solidFill>
                  <a:srgbClr val="A31515"/>
                </a:solidFill>
                <a:effectLst/>
                <a:latin typeface="Courier New" panose="02070309020205020404" pitchFamily="49" charset="0"/>
              </a:rPr>
              <a:t>' '</a:t>
            </a:r>
            <a:endParaRPr lang="en-US" sz="6000" b="0" dirty="0">
              <a:solidFill>
                <a:srgbClr val="000000"/>
              </a:solidFill>
              <a:effectLst/>
              <a:latin typeface="Courier New" panose="02070309020205020404" pitchFamily="49" charset="0"/>
            </a:endParaRPr>
          </a:p>
        </p:txBody>
      </p:sp>
      <p:sp>
        <p:nvSpPr>
          <p:cNvPr id="30" name="TextBox 29">
            <a:extLst>
              <a:ext uri="{FF2B5EF4-FFF2-40B4-BE49-F238E27FC236}">
                <a16:creationId xmlns:a16="http://schemas.microsoft.com/office/drawing/2014/main" id="{DF28090A-7339-77D7-59CE-2F0C69C3A1D3}"/>
              </a:ext>
            </a:extLst>
          </p:cNvPr>
          <p:cNvSpPr txBox="1"/>
          <p:nvPr/>
        </p:nvSpPr>
        <p:spPr>
          <a:xfrm>
            <a:off x="1382377" y="6075765"/>
            <a:ext cx="1641560" cy="1015663"/>
          </a:xfrm>
          <a:prstGeom prst="rect">
            <a:avLst/>
          </a:prstGeom>
          <a:noFill/>
        </p:spPr>
        <p:txBody>
          <a:bodyPr wrap="square">
            <a:spAutoFit/>
          </a:bodyPr>
          <a:lstStyle/>
          <a:p>
            <a:r>
              <a:rPr lang="en-US" sz="6000" b="0" dirty="0">
                <a:solidFill>
                  <a:srgbClr val="A31515"/>
                </a:solidFill>
                <a:effectLst/>
                <a:latin typeface="Courier New" panose="02070309020205020404" pitchFamily="49" charset="0"/>
              </a:rPr>
              <a:t>' '</a:t>
            </a:r>
            <a:endParaRPr lang="en-US" sz="6000" b="0" dirty="0">
              <a:solidFill>
                <a:srgbClr val="000000"/>
              </a:solidFill>
              <a:effectLst/>
              <a:latin typeface="Courier New" panose="02070309020205020404" pitchFamily="49" charset="0"/>
            </a:endParaRPr>
          </a:p>
        </p:txBody>
      </p:sp>
      <p:sp>
        <p:nvSpPr>
          <p:cNvPr id="31" name="TextBox 30">
            <a:extLst>
              <a:ext uri="{FF2B5EF4-FFF2-40B4-BE49-F238E27FC236}">
                <a16:creationId xmlns:a16="http://schemas.microsoft.com/office/drawing/2014/main" id="{F61A62A5-4FE0-C8C4-D66C-6829032FAD99}"/>
              </a:ext>
            </a:extLst>
          </p:cNvPr>
          <p:cNvSpPr txBox="1"/>
          <p:nvPr/>
        </p:nvSpPr>
        <p:spPr>
          <a:xfrm>
            <a:off x="1382377" y="6075764"/>
            <a:ext cx="1641560" cy="1015663"/>
          </a:xfrm>
          <a:prstGeom prst="rect">
            <a:avLst/>
          </a:prstGeom>
          <a:noFill/>
        </p:spPr>
        <p:txBody>
          <a:bodyPr wrap="square">
            <a:spAutoFit/>
          </a:bodyPr>
          <a:lstStyle/>
          <a:p>
            <a:r>
              <a:rPr lang="en-US" sz="6000" b="0" dirty="0">
                <a:solidFill>
                  <a:srgbClr val="A31515"/>
                </a:solidFill>
                <a:effectLst/>
                <a:latin typeface="Courier New" panose="02070309020205020404" pitchFamily="49" charset="0"/>
              </a:rPr>
              <a:t>' '</a:t>
            </a:r>
            <a:endParaRPr lang="en-US" sz="6000" b="0" dirty="0">
              <a:solidFill>
                <a:srgbClr val="000000"/>
              </a:solidFill>
              <a:effectLst/>
              <a:latin typeface="Courier New" panose="02070309020205020404" pitchFamily="49" charset="0"/>
            </a:endParaRPr>
          </a:p>
        </p:txBody>
      </p:sp>
      <p:sp>
        <p:nvSpPr>
          <p:cNvPr id="32" name="TextBox 31">
            <a:extLst>
              <a:ext uri="{FF2B5EF4-FFF2-40B4-BE49-F238E27FC236}">
                <a16:creationId xmlns:a16="http://schemas.microsoft.com/office/drawing/2014/main" id="{A33EAB0A-8509-C72A-241C-E25BA1F6B23C}"/>
              </a:ext>
            </a:extLst>
          </p:cNvPr>
          <p:cNvSpPr txBox="1"/>
          <p:nvPr/>
        </p:nvSpPr>
        <p:spPr>
          <a:xfrm>
            <a:off x="1382377" y="6075765"/>
            <a:ext cx="1641560" cy="1015663"/>
          </a:xfrm>
          <a:prstGeom prst="rect">
            <a:avLst/>
          </a:prstGeom>
          <a:noFill/>
        </p:spPr>
        <p:txBody>
          <a:bodyPr wrap="square">
            <a:spAutoFit/>
          </a:bodyPr>
          <a:lstStyle/>
          <a:p>
            <a:r>
              <a:rPr lang="en-US" sz="6000" b="0" dirty="0">
                <a:solidFill>
                  <a:srgbClr val="A31515"/>
                </a:solidFill>
                <a:effectLst/>
                <a:latin typeface="Courier New" panose="02070309020205020404" pitchFamily="49" charset="0"/>
              </a:rPr>
              <a:t>' '</a:t>
            </a:r>
            <a:endParaRPr lang="en-US" sz="6000" b="0" dirty="0">
              <a:solidFill>
                <a:srgbClr val="000000"/>
              </a:solidFill>
              <a:effectLst/>
              <a:latin typeface="Courier New" panose="02070309020205020404" pitchFamily="49" charset="0"/>
            </a:endParaRPr>
          </a:p>
        </p:txBody>
      </p:sp>
    </p:spTree>
    <p:extLst>
      <p:ext uri="{BB962C8B-B14F-4D97-AF65-F5344CB8AC3E}">
        <p14:creationId xmlns:p14="http://schemas.microsoft.com/office/powerpoint/2010/main" val="328808962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6" grpId="0"/>
      <p:bldP spid="16" grpId="0"/>
      <p:bldP spid="17" grpId="0"/>
      <p:bldP spid="22" grpId="0"/>
      <p:bldP spid="25" grpId="0"/>
      <p:bldP spid="26" grpId="0"/>
      <p:bldP spid="29" grpId="0"/>
      <p:bldP spid="30" grpId="0"/>
      <p:bldP spid="31" grpId="0"/>
      <p:bldP spid="32"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501"/>
        <p:cNvGrpSpPr/>
        <p:nvPr/>
      </p:nvGrpSpPr>
      <p:grpSpPr>
        <a:xfrm>
          <a:off x="0" y="0"/>
          <a:ext cx="0" cy="0"/>
          <a:chOff x="0" y="0"/>
          <a:chExt cx="0" cy="0"/>
        </a:xfrm>
      </p:grpSpPr>
      <p:sp>
        <p:nvSpPr>
          <p:cNvPr id="8" name="TextBox 7">
            <a:extLst>
              <a:ext uri="{FF2B5EF4-FFF2-40B4-BE49-F238E27FC236}">
                <a16:creationId xmlns:a16="http://schemas.microsoft.com/office/drawing/2014/main" id="{2E120ABC-0D2D-A588-10B6-90EB696B10D0}"/>
              </a:ext>
            </a:extLst>
          </p:cNvPr>
          <p:cNvSpPr txBox="1"/>
          <p:nvPr/>
        </p:nvSpPr>
        <p:spPr>
          <a:xfrm>
            <a:off x="14394551" y="8474055"/>
            <a:ext cx="2959346" cy="1015663"/>
          </a:xfrm>
          <a:prstGeom prst="rect">
            <a:avLst/>
          </a:prstGeom>
          <a:noFill/>
        </p:spPr>
        <p:txBody>
          <a:bodyPr wrap="square">
            <a:spAutoFit/>
          </a:bodyPr>
          <a:lstStyle/>
          <a:p>
            <a:r>
              <a:rPr lang="en-US" sz="6000" b="0" dirty="0">
                <a:solidFill>
                  <a:srgbClr val="A31515"/>
                </a:solidFill>
                <a:effectLst/>
                <a:latin typeface="Courier New" panose="02070309020205020404" pitchFamily="49" charset="0"/>
              </a:rPr>
              <a:t>"Bob!"</a:t>
            </a:r>
            <a:endParaRPr lang="en-US" sz="6000" b="0" dirty="0">
              <a:solidFill>
                <a:srgbClr val="000000"/>
              </a:solidFill>
              <a:effectLst/>
              <a:latin typeface="Courier New" panose="02070309020205020404" pitchFamily="49" charset="0"/>
            </a:endParaRPr>
          </a:p>
        </p:txBody>
      </p:sp>
      <p:sp>
        <p:nvSpPr>
          <p:cNvPr id="7" name="TextBox 6">
            <a:extLst>
              <a:ext uri="{FF2B5EF4-FFF2-40B4-BE49-F238E27FC236}">
                <a16:creationId xmlns:a16="http://schemas.microsoft.com/office/drawing/2014/main" id="{8A2F0ACD-2BD3-3D2E-591F-BE7A83164CE0}"/>
              </a:ext>
            </a:extLst>
          </p:cNvPr>
          <p:cNvSpPr txBox="1"/>
          <p:nvPr/>
        </p:nvSpPr>
        <p:spPr>
          <a:xfrm>
            <a:off x="13015577" y="8474057"/>
            <a:ext cx="2170948" cy="1015663"/>
          </a:xfrm>
          <a:prstGeom prst="rect">
            <a:avLst/>
          </a:prstGeom>
          <a:noFill/>
        </p:spPr>
        <p:txBody>
          <a:bodyPr wrap="square">
            <a:spAutoFit/>
          </a:bodyPr>
          <a:lstStyle/>
          <a:p>
            <a:r>
              <a:rPr lang="en-US" sz="6000" b="0" dirty="0">
                <a:solidFill>
                  <a:srgbClr val="A31515"/>
                </a:solidFill>
                <a:effectLst/>
                <a:latin typeface="Courier New" panose="02070309020205020404" pitchFamily="49" charset="0"/>
              </a:rPr>
              <a:t>"is"</a:t>
            </a:r>
            <a:endParaRPr lang="en-US" sz="6000" b="0" dirty="0">
              <a:solidFill>
                <a:srgbClr val="000000"/>
              </a:solidFill>
              <a:effectLst/>
              <a:latin typeface="Courier New" panose="02070309020205020404" pitchFamily="49" charset="0"/>
            </a:endParaRPr>
          </a:p>
        </p:txBody>
      </p:sp>
      <p:sp>
        <p:nvSpPr>
          <p:cNvPr id="5" name="TextBox 4">
            <a:extLst>
              <a:ext uri="{FF2B5EF4-FFF2-40B4-BE49-F238E27FC236}">
                <a16:creationId xmlns:a16="http://schemas.microsoft.com/office/drawing/2014/main" id="{863C8062-64F9-D4F6-140C-633B8FECA4C5}"/>
              </a:ext>
            </a:extLst>
          </p:cNvPr>
          <p:cNvSpPr txBox="1"/>
          <p:nvPr/>
        </p:nvSpPr>
        <p:spPr>
          <a:xfrm>
            <a:off x="6165219" y="8474059"/>
            <a:ext cx="11219158" cy="1015663"/>
          </a:xfrm>
          <a:prstGeom prst="rect">
            <a:avLst/>
          </a:prstGeom>
          <a:noFill/>
        </p:spPr>
        <p:txBody>
          <a:bodyPr wrap="square">
            <a:spAutoFit/>
          </a:bodyPr>
          <a:lstStyle/>
          <a:p>
            <a:r>
              <a:rPr lang="en-US" sz="6000" b="0" dirty="0">
                <a:solidFill>
                  <a:srgbClr val="A31515"/>
                </a:solidFill>
                <a:effectLst/>
                <a:latin typeface="Courier New" panose="02070309020205020404" pitchFamily="49" charset="0"/>
              </a:rPr>
              <a:t>"Hello, my name is Bob!"</a:t>
            </a:r>
            <a:endParaRPr lang="en-US" sz="6000" b="0" dirty="0">
              <a:solidFill>
                <a:srgbClr val="000000"/>
              </a:solidFill>
              <a:effectLst/>
              <a:latin typeface="Courier New" panose="02070309020205020404" pitchFamily="49" charset="0"/>
            </a:endParaRPr>
          </a:p>
        </p:txBody>
      </p:sp>
      <p:sp>
        <p:nvSpPr>
          <p:cNvPr id="29" name="TextBox 28">
            <a:extLst>
              <a:ext uri="{FF2B5EF4-FFF2-40B4-BE49-F238E27FC236}">
                <a16:creationId xmlns:a16="http://schemas.microsoft.com/office/drawing/2014/main" id="{A0C26CB3-EFA1-C25B-A39A-65C8FC94C147}"/>
              </a:ext>
            </a:extLst>
          </p:cNvPr>
          <p:cNvSpPr txBox="1"/>
          <p:nvPr/>
        </p:nvSpPr>
        <p:spPr>
          <a:xfrm>
            <a:off x="13908619" y="8474054"/>
            <a:ext cx="1641560" cy="1015663"/>
          </a:xfrm>
          <a:prstGeom prst="rect">
            <a:avLst/>
          </a:prstGeom>
          <a:noFill/>
        </p:spPr>
        <p:txBody>
          <a:bodyPr wrap="square">
            <a:spAutoFit/>
          </a:bodyPr>
          <a:lstStyle/>
          <a:p>
            <a:r>
              <a:rPr lang="en-US" sz="6000" b="0" dirty="0">
                <a:solidFill>
                  <a:srgbClr val="A31515"/>
                </a:solidFill>
                <a:effectLst/>
                <a:latin typeface="Courier New" panose="02070309020205020404" pitchFamily="49" charset="0"/>
              </a:rPr>
              <a:t>' '</a:t>
            </a:r>
            <a:endParaRPr lang="en-US" sz="6000" b="0" dirty="0">
              <a:solidFill>
                <a:srgbClr val="000000"/>
              </a:solidFill>
              <a:effectLst/>
              <a:latin typeface="Courier New" panose="02070309020205020404" pitchFamily="49" charset="0"/>
            </a:endParaRPr>
          </a:p>
        </p:txBody>
      </p:sp>
      <p:sp>
        <p:nvSpPr>
          <p:cNvPr id="22" name="TextBox 21">
            <a:extLst>
              <a:ext uri="{FF2B5EF4-FFF2-40B4-BE49-F238E27FC236}">
                <a16:creationId xmlns:a16="http://schemas.microsoft.com/office/drawing/2014/main" id="{BD59C70F-F3F7-319C-3959-AD83F0CD1DB1}"/>
              </a:ext>
            </a:extLst>
          </p:cNvPr>
          <p:cNvSpPr txBox="1"/>
          <p:nvPr/>
        </p:nvSpPr>
        <p:spPr>
          <a:xfrm>
            <a:off x="10729077" y="8474057"/>
            <a:ext cx="3003435" cy="1015663"/>
          </a:xfrm>
          <a:prstGeom prst="rect">
            <a:avLst/>
          </a:prstGeom>
          <a:noFill/>
        </p:spPr>
        <p:txBody>
          <a:bodyPr wrap="square">
            <a:spAutoFit/>
          </a:bodyPr>
          <a:lstStyle/>
          <a:p>
            <a:r>
              <a:rPr lang="en-US" sz="6000" b="0" dirty="0">
                <a:solidFill>
                  <a:srgbClr val="A31515"/>
                </a:solidFill>
                <a:effectLst/>
                <a:latin typeface="Courier New" panose="02070309020205020404" pitchFamily="49" charset="0"/>
              </a:rPr>
              <a:t>"name"</a:t>
            </a:r>
            <a:endParaRPr lang="en-US" sz="6000" b="0" dirty="0">
              <a:solidFill>
                <a:srgbClr val="000000"/>
              </a:solidFill>
              <a:effectLst/>
              <a:latin typeface="Courier New" panose="02070309020205020404" pitchFamily="49" charset="0"/>
            </a:endParaRPr>
          </a:p>
        </p:txBody>
      </p:sp>
      <p:sp>
        <p:nvSpPr>
          <p:cNvPr id="31" name="TextBox 30">
            <a:extLst>
              <a:ext uri="{FF2B5EF4-FFF2-40B4-BE49-F238E27FC236}">
                <a16:creationId xmlns:a16="http://schemas.microsoft.com/office/drawing/2014/main" id="{F61A62A5-4FE0-C8C4-D66C-6829032FAD99}"/>
              </a:ext>
            </a:extLst>
          </p:cNvPr>
          <p:cNvSpPr txBox="1"/>
          <p:nvPr/>
        </p:nvSpPr>
        <p:spPr>
          <a:xfrm>
            <a:off x="10267113" y="8474055"/>
            <a:ext cx="1641560" cy="1015663"/>
          </a:xfrm>
          <a:prstGeom prst="rect">
            <a:avLst/>
          </a:prstGeom>
        </p:spPr>
        <p:txBody>
          <a:bodyPr wrap="square">
            <a:spAutoFit/>
          </a:bodyPr>
          <a:lstStyle/>
          <a:p>
            <a:r>
              <a:rPr lang="en-US" sz="6000" b="0" dirty="0">
                <a:solidFill>
                  <a:srgbClr val="A31515"/>
                </a:solidFill>
                <a:effectLst/>
                <a:latin typeface="Courier New" panose="02070309020205020404" pitchFamily="49" charset="0"/>
              </a:rPr>
              <a:t>' '</a:t>
            </a:r>
            <a:endParaRPr lang="en-US" sz="6000" b="0" dirty="0">
              <a:solidFill>
                <a:srgbClr val="000000"/>
              </a:solidFill>
              <a:effectLst/>
              <a:latin typeface="Courier New" panose="02070309020205020404" pitchFamily="49" charset="0"/>
            </a:endParaRPr>
          </a:p>
        </p:txBody>
      </p:sp>
      <p:sp>
        <p:nvSpPr>
          <p:cNvPr id="17" name="TextBox 16">
            <a:extLst>
              <a:ext uri="{FF2B5EF4-FFF2-40B4-BE49-F238E27FC236}">
                <a16:creationId xmlns:a16="http://schemas.microsoft.com/office/drawing/2014/main" id="{D864BBE3-7D2F-F7A6-258E-ED01028F3BE9}"/>
              </a:ext>
            </a:extLst>
          </p:cNvPr>
          <p:cNvSpPr txBox="1"/>
          <p:nvPr/>
        </p:nvSpPr>
        <p:spPr>
          <a:xfrm>
            <a:off x="9361835" y="8474058"/>
            <a:ext cx="2170948" cy="1015663"/>
          </a:xfrm>
          <a:prstGeom prst="rect">
            <a:avLst/>
          </a:prstGeom>
          <a:noFill/>
        </p:spPr>
        <p:txBody>
          <a:bodyPr wrap="square">
            <a:spAutoFit/>
          </a:bodyPr>
          <a:lstStyle/>
          <a:p>
            <a:r>
              <a:rPr lang="en-US" sz="6000" b="0" dirty="0">
                <a:solidFill>
                  <a:srgbClr val="A31515"/>
                </a:solidFill>
                <a:effectLst/>
                <a:latin typeface="Courier New" panose="02070309020205020404" pitchFamily="49" charset="0"/>
              </a:rPr>
              <a:t>"my"</a:t>
            </a:r>
            <a:endParaRPr lang="en-US" sz="6000" b="0" dirty="0">
              <a:solidFill>
                <a:srgbClr val="000000"/>
              </a:solidFill>
              <a:effectLst/>
              <a:latin typeface="Courier New" panose="02070309020205020404" pitchFamily="49" charset="0"/>
            </a:endParaRPr>
          </a:p>
        </p:txBody>
      </p:sp>
      <p:sp>
        <p:nvSpPr>
          <p:cNvPr id="32" name="TextBox 31">
            <a:extLst>
              <a:ext uri="{FF2B5EF4-FFF2-40B4-BE49-F238E27FC236}">
                <a16:creationId xmlns:a16="http://schemas.microsoft.com/office/drawing/2014/main" id="{A33EAB0A-8509-C72A-241C-E25BA1F6B23C}"/>
              </a:ext>
            </a:extLst>
          </p:cNvPr>
          <p:cNvSpPr txBox="1"/>
          <p:nvPr/>
        </p:nvSpPr>
        <p:spPr>
          <a:xfrm>
            <a:off x="8836229" y="8474059"/>
            <a:ext cx="1641560" cy="1015663"/>
          </a:xfrm>
          <a:prstGeom prst="rect">
            <a:avLst/>
          </a:prstGeom>
          <a:noFill/>
        </p:spPr>
        <p:txBody>
          <a:bodyPr wrap="square">
            <a:spAutoFit/>
          </a:bodyPr>
          <a:lstStyle/>
          <a:p>
            <a:r>
              <a:rPr lang="en-US" sz="6000" b="0" dirty="0">
                <a:solidFill>
                  <a:srgbClr val="A31515"/>
                </a:solidFill>
                <a:effectLst/>
                <a:latin typeface="Courier New" panose="02070309020205020404" pitchFamily="49" charset="0"/>
              </a:rPr>
              <a:t>' '</a:t>
            </a:r>
            <a:endParaRPr lang="en-US" sz="6000" b="0" dirty="0">
              <a:solidFill>
                <a:srgbClr val="000000"/>
              </a:solidFill>
              <a:effectLst/>
              <a:latin typeface="Courier New" panose="02070309020205020404" pitchFamily="49" charset="0"/>
            </a:endParaRPr>
          </a:p>
        </p:txBody>
      </p:sp>
      <p:sp>
        <p:nvSpPr>
          <p:cNvPr id="16" name="TextBox 15">
            <a:extLst>
              <a:ext uri="{FF2B5EF4-FFF2-40B4-BE49-F238E27FC236}">
                <a16:creationId xmlns:a16="http://schemas.microsoft.com/office/drawing/2014/main" id="{5FBA8A68-6B78-0ED3-8B64-1AE24DD74879}"/>
              </a:ext>
            </a:extLst>
          </p:cNvPr>
          <p:cNvSpPr txBox="1"/>
          <p:nvPr/>
        </p:nvSpPr>
        <p:spPr>
          <a:xfrm>
            <a:off x="6165219" y="8474060"/>
            <a:ext cx="4312570" cy="1015663"/>
          </a:xfrm>
          <a:prstGeom prst="rect">
            <a:avLst/>
          </a:prstGeom>
          <a:noFill/>
        </p:spPr>
        <p:txBody>
          <a:bodyPr wrap="square">
            <a:spAutoFit/>
          </a:bodyPr>
          <a:lstStyle/>
          <a:p>
            <a:r>
              <a:rPr lang="en-US" sz="6000" b="0" dirty="0">
                <a:solidFill>
                  <a:srgbClr val="A31515"/>
                </a:solidFill>
                <a:effectLst/>
                <a:latin typeface="Courier New" panose="02070309020205020404" pitchFamily="49" charset="0"/>
              </a:rPr>
              <a:t>"Hello,"</a:t>
            </a:r>
            <a:endParaRPr lang="en-US" sz="6000" b="0" dirty="0">
              <a:solidFill>
                <a:srgbClr val="000000"/>
              </a:solidFill>
              <a:effectLst/>
              <a:latin typeface="Courier New" panose="02070309020205020404" pitchFamily="49" charset="0"/>
            </a:endParaRPr>
          </a:p>
        </p:txBody>
      </p:sp>
      <p:sp>
        <p:nvSpPr>
          <p:cNvPr id="13" name="TextBox 12">
            <a:extLst>
              <a:ext uri="{FF2B5EF4-FFF2-40B4-BE49-F238E27FC236}">
                <a16:creationId xmlns:a16="http://schemas.microsoft.com/office/drawing/2014/main" id="{E026FA16-AED4-506B-E9B9-43C387E3F78A}"/>
              </a:ext>
            </a:extLst>
          </p:cNvPr>
          <p:cNvSpPr txBox="1"/>
          <p:nvPr/>
        </p:nvSpPr>
        <p:spPr>
          <a:xfrm>
            <a:off x="1382377" y="4583035"/>
            <a:ext cx="22130785" cy="1015663"/>
          </a:xfrm>
          <a:prstGeom prst="rect">
            <a:avLst/>
          </a:prstGeom>
          <a:noFill/>
        </p:spPr>
        <p:txBody>
          <a:bodyPr wrap="square">
            <a:spAutoFit/>
          </a:bodyPr>
          <a:lstStyle/>
          <a:p>
            <a:r>
              <a:rPr lang="en-US" sz="6000" b="0" dirty="0" err="1">
                <a:solidFill>
                  <a:srgbClr val="000000"/>
                </a:solidFill>
                <a:effectLst/>
                <a:latin typeface="Courier New" panose="02070309020205020404" pitchFamily="49" charset="0"/>
              </a:rPr>
              <a:t>my_list</a:t>
            </a:r>
            <a:r>
              <a:rPr lang="en-US" sz="6000" b="0" dirty="0">
                <a:solidFill>
                  <a:srgbClr val="000000"/>
                </a:solidFill>
                <a:effectLst/>
                <a:latin typeface="Courier New" panose="02070309020205020404" pitchFamily="49" charset="0"/>
              </a:rPr>
              <a:t> = [</a:t>
            </a:r>
            <a:r>
              <a:rPr lang="en-US" sz="6000" b="0" dirty="0">
                <a:solidFill>
                  <a:srgbClr val="A31515"/>
                </a:solidFill>
                <a:effectLst/>
                <a:latin typeface="Courier New" panose="02070309020205020404" pitchFamily="49" charset="0"/>
              </a:rPr>
              <a:t>"Hello,"</a:t>
            </a:r>
            <a:r>
              <a:rPr lang="en-US" sz="6000" b="0" dirty="0">
                <a:solidFill>
                  <a:srgbClr val="000000"/>
                </a:solidFill>
                <a:effectLst/>
                <a:latin typeface="Courier New" panose="02070309020205020404" pitchFamily="49" charset="0"/>
              </a:rPr>
              <a:t>, </a:t>
            </a:r>
            <a:r>
              <a:rPr lang="en-US" sz="6000" b="0" dirty="0">
                <a:solidFill>
                  <a:srgbClr val="A31515"/>
                </a:solidFill>
                <a:effectLst/>
                <a:latin typeface="Courier New" panose="02070309020205020404" pitchFamily="49" charset="0"/>
              </a:rPr>
              <a:t>"my"</a:t>
            </a:r>
            <a:r>
              <a:rPr lang="en-US" sz="6000" b="0" dirty="0">
                <a:solidFill>
                  <a:srgbClr val="000000"/>
                </a:solidFill>
                <a:effectLst/>
                <a:latin typeface="Courier New" panose="02070309020205020404" pitchFamily="49" charset="0"/>
              </a:rPr>
              <a:t>, </a:t>
            </a:r>
            <a:r>
              <a:rPr lang="en-US" sz="6000" b="0" dirty="0">
                <a:solidFill>
                  <a:srgbClr val="A31515"/>
                </a:solidFill>
                <a:effectLst/>
                <a:latin typeface="Courier New" panose="02070309020205020404" pitchFamily="49" charset="0"/>
              </a:rPr>
              <a:t>"name"</a:t>
            </a:r>
            <a:r>
              <a:rPr lang="en-US" sz="6000" b="0" dirty="0">
                <a:solidFill>
                  <a:srgbClr val="000000"/>
                </a:solidFill>
                <a:effectLst/>
                <a:latin typeface="Courier New" panose="02070309020205020404" pitchFamily="49" charset="0"/>
              </a:rPr>
              <a:t>, </a:t>
            </a:r>
            <a:r>
              <a:rPr lang="en-US" sz="6000" b="0" dirty="0">
                <a:solidFill>
                  <a:srgbClr val="A31515"/>
                </a:solidFill>
                <a:effectLst/>
                <a:latin typeface="Courier New" panose="02070309020205020404" pitchFamily="49" charset="0"/>
              </a:rPr>
              <a:t>"is"</a:t>
            </a:r>
            <a:r>
              <a:rPr lang="en-US" sz="6000" b="0" dirty="0">
                <a:solidFill>
                  <a:srgbClr val="000000"/>
                </a:solidFill>
                <a:effectLst/>
                <a:latin typeface="Courier New" panose="02070309020205020404" pitchFamily="49" charset="0"/>
              </a:rPr>
              <a:t>, </a:t>
            </a:r>
            <a:r>
              <a:rPr lang="en-US" sz="6000" b="0" dirty="0">
                <a:solidFill>
                  <a:srgbClr val="A31515"/>
                </a:solidFill>
                <a:effectLst/>
                <a:latin typeface="Courier New" panose="02070309020205020404" pitchFamily="49" charset="0"/>
              </a:rPr>
              <a:t>"Bob!"</a:t>
            </a:r>
            <a:r>
              <a:rPr lang="en-US" sz="6000" b="0" dirty="0">
                <a:solidFill>
                  <a:srgbClr val="000000"/>
                </a:solidFill>
                <a:effectLst/>
                <a:latin typeface="Courier New" panose="02070309020205020404" pitchFamily="49" charset="0"/>
              </a:rPr>
              <a:t>]</a:t>
            </a:r>
          </a:p>
        </p:txBody>
      </p:sp>
      <p:sp>
        <p:nvSpPr>
          <p:cNvPr id="2" name="Google Shape;412;p56">
            <a:extLst>
              <a:ext uri="{FF2B5EF4-FFF2-40B4-BE49-F238E27FC236}">
                <a16:creationId xmlns:a16="http://schemas.microsoft.com/office/drawing/2014/main" id="{78FAF4A1-E6FF-2A2F-0117-836B1C586B5F}"/>
              </a:ext>
            </a:extLst>
          </p:cNvPr>
          <p:cNvSpPr txBox="1">
            <a:spLocks/>
          </p:cNvSpPr>
          <p:nvPr/>
        </p:nvSpPr>
        <p:spPr>
          <a:xfrm>
            <a:off x="298453" y="249400"/>
            <a:ext cx="20503200" cy="1427200"/>
          </a:xfrm>
          <a:prstGeom prst="rect">
            <a:avLst/>
          </a:prstGeom>
        </p:spPr>
        <p:txBody>
          <a:bodyPr spcFirstLastPara="1" vert="horz" wrap="square" lIns="243800" tIns="243800" rIns="243800" bIns="243800" rtlCol="0" anchor="t" anchorCtr="0">
            <a:normAutofit/>
          </a:bodyPr>
          <a:lstStyle>
            <a:lvl1pPr lvl="0" algn="l" defTabSz="1828800" rtl="0" eaLnBrk="1" latinLnBrk="0" hangingPunct="1">
              <a:lnSpc>
                <a:spcPct val="90000"/>
              </a:lnSpc>
              <a:spcBef>
                <a:spcPts val="0"/>
              </a:spcBef>
              <a:spcAft>
                <a:spcPts val="0"/>
              </a:spcAft>
              <a:buSzPts val="2600"/>
              <a:buNone/>
              <a:defRPr sz="6933" kern="1200">
                <a:solidFill>
                  <a:schemeClr val="tx1"/>
                </a:solidFill>
                <a:latin typeface="+mj-lt"/>
                <a:ea typeface="+mj-ea"/>
                <a:cs typeface="+mj-cs"/>
              </a:defRPr>
            </a:lvl1pPr>
            <a:lvl2pPr lvl="1" rtl="0">
              <a:spcBef>
                <a:spcPts val="0"/>
              </a:spcBef>
              <a:spcAft>
                <a:spcPts val="0"/>
              </a:spcAft>
              <a:buSzPts val="2600"/>
              <a:buNone/>
              <a:defRPr sz="6933"/>
            </a:lvl2pPr>
            <a:lvl3pPr lvl="2" rtl="0">
              <a:spcBef>
                <a:spcPts val="0"/>
              </a:spcBef>
              <a:spcAft>
                <a:spcPts val="0"/>
              </a:spcAft>
              <a:buSzPts val="2600"/>
              <a:buNone/>
              <a:defRPr sz="6933"/>
            </a:lvl3pPr>
            <a:lvl4pPr lvl="3" rtl="0">
              <a:spcBef>
                <a:spcPts val="0"/>
              </a:spcBef>
              <a:spcAft>
                <a:spcPts val="0"/>
              </a:spcAft>
              <a:buSzPts val="2600"/>
              <a:buNone/>
              <a:defRPr sz="6933"/>
            </a:lvl4pPr>
            <a:lvl5pPr lvl="4" rtl="0">
              <a:spcBef>
                <a:spcPts val="0"/>
              </a:spcBef>
              <a:spcAft>
                <a:spcPts val="0"/>
              </a:spcAft>
              <a:buSzPts val="2600"/>
              <a:buNone/>
              <a:defRPr sz="6933"/>
            </a:lvl5pPr>
            <a:lvl6pPr lvl="5" rtl="0">
              <a:spcBef>
                <a:spcPts val="0"/>
              </a:spcBef>
              <a:spcAft>
                <a:spcPts val="0"/>
              </a:spcAft>
              <a:buSzPts val="2600"/>
              <a:buNone/>
              <a:defRPr sz="6933"/>
            </a:lvl6pPr>
            <a:lvl7pPr lvl="6" rtl="0">
              <a:spcBef>
                <a:spcPts val="0"/>
              </a:spcBef>
              <a:spcAft>
                <a:spcPts val="0"/>
              </a:spcAft>
              <a:buSzPts val="2600"/>
              <a:buNone/>
              <a:defRPr sz="6933"/>
            </a:lvl7pPr>
            <a:lvl8pPr lvl="7" rtl="0">
              <a:spcBef>
                <a:spcPts val="0"/>
              </a:spcBef>
              <a:spcAft>
                <a:spcPts val="0"/>
              </a:spcAft>
              <a:buSzPts val="2600"/>
              <a:buNone/>
              <a:defRPr sz="6933"/>
            </a:lvl8pPr>
            <a:lvl9pPr lvl="8" rtl="0">
              <a:spcBef>
                <a:spcPts val="0"/>
              </a:spcBef>
              <a:spcAft>
                <a:spcPts val="0"/>
              </a:spcAft>
              <a:buSzPts val="2600"/>
              <a:buNone/>
              <a:defRPr sz="6933"/>
            </a:lvl9pPr>
          </a:lstStyle>
          <a:p>
            <a:r>
              <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List Manipulation</a:t>
            </a:r>
          </a:p>
        </p:txBody>
      </p:sp>
      <p:sp>
        <p:nvSpPr>
          <p:cNvPr id="3" name="Google Shape;412;p56">
            <a:extLst>
              <a:ext uri="{FF2B5EF4-FFF2-40B4-BE49-F238E27FC236}">
                <a16:creationId xmlns:a16="http://schemas.microsoft.com/office/drawing/2014/main" id="{99B14EF1-7E47-C979-A21D-973B3F9EFB82}"/>
              </a:ext>
            </a:extLst>
          </p:cNvPr>
          <p:cNvSpPr txBox="1">
            <a:spLocks/>
          </p:cNvSpPr>
          <p:nvPr/>
        </p:nvSpPr>
        <p:spPr>
          <a:xfrm>
            <a:off x="296105" y="1175521"/>
            <a:ext cx="20503200" cy="1427200"/>
          </a:xfrm>
          <a:prstGeom prst="rect">
            <a:avLst/>
          </a:prstGeom>
        </p:spPr>
        <p:txBody>
          <a:bodyPr spcFirstLastPara="1" vert="horz" wrap="square" lIns="243800" tIns="243800" rIns="243800" bIns="243800" rtlCol="0" anchor="t" anchorCtr="0">
            <a:normAutofit fontScale="97500"/>
          </a:bodyPr>
          <a:lstStyle>
            <a:lvl1pPr lvl="0" algn="l" defTabSz="1828800" rtl="0" eaLnBrk="1" latinLnBrk="0" hangingPunct="1">
              <a:lnSpc>
                <a:spcPct val="90000"/>
              </a:lnSpc>
              <a:spcBef>
                <a:spcPts val="0"/>
              </a:spcBef>
              <a:spcAft>
                <a:spcPts val="0"/>
              </a:spcAft>
              <a:buSzPts val="2600"/>
              <a:buNone/>
              <a:defRPr sz="6933" kern="1200">
                <a:solidFill>
                  <a:schemeClr val="tx1"/>
                </a:solidFill>
                <a:latin typeface="+mj-lt"/>
                <a:ea typeface="+mj-ea"/>
                <a:cs typeface="+mj-cs"/>
              </a:defRPr>
            </a:lvl1pPr>
            <a:lvl2pPr lvl="1" rtl="0">
              <a:spcBef>
                <a:spcPts val="0"/>
              </a:spcBef>
              <a:spcAft>
                <a:spcPts val="0"/>
              </a:spcAft>
              <a:buSzPts val="2600"/>
              <a:buNone/>
              <a:defRPr sz="6933"/>
            </a:lvl2pPr>
            <a:lvl3pPr lvl="2" rtl="0">
              <a:spcBef>
                <a:spcPts val="0"/>
              </a:spcBef>
              <a:spcAft>
                <a:spcPts val="0"/>
              </a:spcAft>
              <a:buSzPts val="2600"/>
              <a:buNone/>
              <a:defRPr sz="6933"/>
            </a:lvl3pPr>
            <a:lvl4pPr lvl="3" rtl="0">
              <a:spcBef>
                <a:spcPts val="0"/>
              </a:spcBef>
              <a:spcAft>
                <a:spcPts val="0"/>
              </a:spcAft>
              <a:buSzPts val="2600"/>
              <a:buNone/>
              <a:defRPr sz="6933"/>
            </a:lvl4pPr>
            <a:lvl5pPr lvl="4" rtl="0">
              <a:spcBef>
                <a:spcPts val="0"/>
              </a:spcBef>
              <a:spcAft>
                <a:spcPts val="0"/>
              </a:spcAft>
              <a:buSzPts val="2600"/>
              <a:buNone/>
              <a:defRPr sz="6933"/>
            </a:lvl5pPr>
            <a:lvl6pPr lvl="5" rtl="0">
              <a:spcBef>
                <a:spcPts val="0"/>
              </a:spcBef>
              <a:spcAft>
                <a:spcPts val="0"/>
              </a:spcAft>
              <a:buSzPts val="2600"/>
              <a:buNone/>
              <a:defRPr sz="6933"/>
            </a:lvl6pPr>
            <a:lvl7pPr lvl="6" rtl="0">
              <a:spcBef>
                <a:spcPts val="0"/>
              </a:spcBef>
              <a:spcAft>
                <a:spcPts val="0"/>
              </a:spcAft>
              <a:buSzPts val="2600"/>
              <a:buNone/>
              <a:defRPr sz="6933"/>
            </a:lvl7pPr>
            <a:lvl8pPr lvl="7" rtl="0">
              <a:spcBef>
                <a:spcPts val="0"/>
              </a:spcBef>
              <a:spcAft>
                <a:spcPts val="0"/>
              </a:spcAft>
              <a:buSzPts val="2600"/>
              <a:buNone/>
              <a:defRPr sz="6933"/>
            </a:lvl8pPr>
            <a:lvl9pPr lvl="8" rtl="0">
              <a:spcBef>
                <a:spcPts val="0"/>
              </a:spcBef>
              <a:spcAft>
                <a:spcPts val="0"/>
              </a:spcAft>
              <a:buSzPts val="2600"/>
              <a:buNone/>
              <a:defRPr sz="6933"/>
            </a:lvl9pPr>
          </a:lstStyle>
          <a:p>
            <a:r>
              <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String/list Interop</a:t>
            </a:r>
          </a:p>
        </p:txBody>
      </p:sp>
      <p:sp>
        <p:nvSpPr>
          <p:cNvPr id="4" name="Google Shape;412;p56">
            <a:extLst>
              <a:ext uri="{FF2B5EF4-FFF2-40B4-BE49-F238E27FC236}">
                <a16:creationId xmlns:a16="http://schemas.microsoft.com/office/drawing/2014/main" id="{786FA14C-5507-2ACD-4E8F-6D7389956F35}"/>
              </a:ext>
            </a:extLst>
          </p:cNvPr>
          <p:cNvSpPr txBox="1">
            <a:spLocks/>
          </p:cNvSpPr>
          <p:nvPr/>
        </p:nvSpPr>
        <p:spPr>
          <a:xfrm>
            <a:off x="298605" y="2092419"/>
            <a:ext cx="20503200" cy="1427200"/>
          </a:xfrm>
          <a:prstGeom prst="rect">
            <a:avLst/>
          </a:prstGeom>
        </p:spPr>
        <p:txBody>
          <a:bodyPr spcFirstLastPara="1" vert="horz" wrap="square" lIns="243800" tIns="243800" rIns="243800" bIns="243800" rtlCol="0" anchor="t" anchorCtr="0">
            <a:normAutofit fontScale="97500"/>
          </a:bodyPr>
          <a:lstStyle>
            <a:lvl1pPr lvl="0" algn="l" defTabSz="1828800" rtl="0" eaLnBrk="1" latinLnBrk="0" hangingPunct="1">
              <a:lnSpc>
                <a:spcPct val="90000"/>
              </a:lnSpc>
              <a:spcBef>
                <a:spcPts val="0"/>
              </a:spcBef>
              <a:spcAft>
                <a:spcPts val="0"/>
              </a:spcAft>
              <a:buSzPts val="2600"/>
              <a:buNone/>
              <a:defRPr sz="6933" kern="1200">
                <a:solidFill>
                  <a:schemeClr val="tx1"/>
                </a:solidFill>
                <a:latin typeface="+mj-lt"/>
                <a:ea typeface="+mj-ea"/>
                <a:cs typeface="+mj-cs"/>
              </a:defRPr>
            </a:lvl1pPr>
            <a:lvl2pPr lvl="1" rtl="0">
              <a:spcBef>
                <a:spcPts val="0"/>
              </a:spcBef>
              <a:spcAft>
                <a:spcPts val="0"/>
              </a:spcAft>
              <a:buSzPts val="2600"/>
              <a:buNone/>
              <a:defRPr sz="6933"/>
            </a:lvl2pPr>
            <a:lvl3pPr lvl="2" rtl="0">
              <a:spcBef>
                <a:spcPts val="0"/>
              </a:spcBef>
              <a:spcAft>
                <a:spcPts val="0"/>
              </a:spcAft>
              <a:buSzPts val="2600"/>
              <a:buNone/>
              <a:defRPr sz="6933"/>
            </a:lvl3pPr>
            <a:lvl4pPr lvl="3" rtl="0">
              <a:spcBef>
                <a:spcPts val="0"/>
              </a:spcBef>
              <a:spcAft>
                <a:spcPts val="0"/>
              </a:spcAft>
              <a:buSzPts val="2600"/>
              <a:buNone/>
              <a:defRPr sz="6933"/>
            </a:lvl4pPr>
            <a:lvl5pPr lvl="4" rtl="0">
              <a:spcBef>
                <a:spcPts val="0"/>
              </a:spcBef>
              <a:spcAft>
                <a:spcPts val="0"/>
              </a:spcAft>
              <a:buSzPts val="2600"/>
              <a:buNone/>
              <a:defRPr sz="6933"/>
            </a:lvl5pPr>
            <a:lvl6pPr lvl="5" rtl="0">
              <a:spcBef>
                <a:spcPts val="0"/>
              </a:spcBef>
              <a:spcAft>
                <a:spcPts val="0"/>
              </a:spcAft>
              <a:buSzPts val="2600"/>
              <a:buNone/>
              <a:defRPr sz="6933"/>
            </a:lvl6pPr>
            <a:lvl7pPr lvl="6" rtl="0">
              <a:spcBef>
                <a:spcPts val="0"/>
              </a:spcBef>
              <a:spcAft>
                <a:spcPts val="0"/>
              </a:spcAft>
              <a:buSzPts val="2600"/>
              <a:buNone/>
              <a:defRPr sz="6933"/>
            </a:lvl7pPr>
            <a:lvl8pPr lvl="7" rtl="0">
              <a:spcBef>
                <a:spcPts val="0"/>
              </a:spcBef>
              <a:spcAft>
                <a:spcPts val="0"/>
              </a:spcAft>
              <a:buSzPts val="2600"/>
              <a:buNone/>
              <a:defRPr sz="6933"/>
            </a:lvl8pPr>
            <a:lvl9pPr lvl="8" rtl="0">
              <a:spcBef>
                <a:spcPts val="0"/>
              </a:spcBef>
              <a:spcAft>
                <a:spcPts val="0"/>
              </a:spcAft>
              <a:buSzPts val="2600"/>
              <a:buNone/>
              <a:defRPr sz="6933"/>
            </a:lvl9pPr>
          </a:lstStyle>
          <a:p>
            <a:r>
              <a:rPr lang="en-US" sz="6000" b="1" dirty="0">
                <a:solidFill>
                  <a:srgbClr val="006B64"/>
                </a:solidFill>
                <a:latin typeface="Helvetica Neue" panose="02000503000000020004" pitchFamily="2" charset="0"/>
                <a:ea typeface="Helvetica Neue" panose="02000503000000020004" pitchFamily="2" charset="0"/>
                <a:cs typeface="Helvetica Neue" panose="02000503000000020004" pitchFamily="2" charset="0"/>
              </a:rPr>
              <a:t>join()</a:t>
            </a:r>
          </a:p>
        </p:txBody>
      </p:sp>
      <p:sp>
        <p:nvSpPr>
          <p:cNvPr id="6" name="TextBox 5">
            <a:extLst>
              <a:ext uri="{FF2B5EF4-FFF2-40B4-BE49-F238E27FC236}">
                <a16:creationId xmlns:a16="http://schemas.microsoft.com/office/drawing/2014/main" id="{631C23A4-5BAF-EA77-F178-888A6B588BA9}"/>
              </a:ext>
            </a:extLst>
          </p:cNvPr>
          <p:cNvSpPr txBox="1"/>
          <p:nvPr/>
        </p:nvSpPr>
        <p:spPr>
          <a:xfrm>
            <a:off x="1382377" y="6075765"/>
            <a:ext cx="15487650" cy="1015663"/>
          </a:xfrm>
          <a:prstGeom prst="rect">
            <a:avLst/>
          </a:prstGeom>
          <a:noFill/>
        </p:spPr>
        <p:txBody>
          <a:bodyPr wrap="square">
            <a:spAutoFit/>
          </a:bodyPr>
          <a:lstStyle/>
          <a:p>
            <a:r>
              <a:rPr lang="en-US" sz="6000" b="0" dirty="0">
                <a:solidFill>
                  <a:srgbClr val="A31515"/>
                </a:solidFill>
                <a:effectLst/>
                <a:latin typeface="Courier New" panose="02070309020205020404" pitchFamily="49" charset="0"/>
              </a:rPr>
              <a:t>' '</a:t>
            </a:r>
            <a:r>
              <a:rPr lang="en-US" sz="6000" b="0" dirty="0">
                <a:solidFill>
                  <a:srgbClr val="000000"/>
                </a:solidFill>
                <a:effectLst/>
                <a:latin typeface="Courier New" panose="02070309020205020404" pitchFamily="49" charset="0"/>
              </a:rPr>
              <a:t>.join(</a:t>
            </a:r>
            <a:r>
              <a:rPr lang="en-US" sz="6000" b="0" dirty="0" err="1">
                <a:solidFill>
                  <a:srgbClr val="000000"/>
                </a:solidFill>
                <a:effectLst/>
                <a:latin typeface="Courier New" panose="02070309020205020404" pitchFamily="49" charset="0"/>
              </a:rPr>
              <a:t>my_list</a:t>
            </a:r>
            <a:r>
              <a:rPr lang="en-US" sz="6000" b="0" dirty="0">
                <a:solidFill>
                  <a:srgbClr val="000000"/>
                </a:solidFill>
                <a:effectLst/>
                <a:latin typeface="Courier New" panose="02070309020205020404" pitchFamily="49" charset="0"/>
              </a:rPr>
              <a:t>)</a:t>
            </a:r>
          </a:p>
        </p:txBody>
      </p:sp>
      <p:sp>
        <p:nvSpPr>
          <p:cNvPr id="30" name="TextBox 29">
            <a:extLst>
              <a:ext uri="{FF2B5EF4-FFF2-40B4-BE49-F238E27FC236}">
                <a16:creationId xmlns:a16="http://schemas.microsoft.com/office/drawing/2014/main" id="{DF28090A-7339-77D7-59CE-2F0C69C3A1D3}"/>
              </a:ext>
            </a:extLst>
          </p:cNvPr>
          <p:cNvSpPr txBox="1"/>
          <p:nvPr/>
        </p:nvSpPr>
        <p:spPr>
          <a:xfrm>
            <a:off x="12549173" y="8474054"/>
            <a:ext cx="1641560" cy="1015663"/>
          </a:xfrm>
          <a:prstGeom prst="rect">
            <a:avLst/>
          </a:prstGeom>
          <a:noFill/>
        </p:spPr>
        <p:txBody>
          <a:bodyPr wrap="square">
            <a:spAutoFit/>
          </a:bodyPr>
          <a:lstStyle/>
          <a:p>
            <a:r>
              <a:rPr lang="en-US" sz="6000" b="0" dirty="0">
                <a:solidFill>
                  <a:srgbClr val="A31515"/>
                </a:solidFill>
                <a:effectLst/>
                <a:latin typeface="Courier New" panose="02070309020205020404" pitchFamily="49" charset="0"/>
              </a:rPr>
              <a:t>' '</a:t>
            </a:r>
            <a:endParaRPr lang="en-US" sz="6000" b="0" dirty="0">
              <a:solidFill>
                <a:srgbClr val="000000"/>
              </a:solidFill>
              <a:effectLst/>
              <a:latin typeface="Courier New" panose="02070309020205020404" pitchFamily="49" charset="0"/>
            </a:endParaRPr>
          </a:p>
        </p:txBody>
      </p:sp>
    </p:spTree>
    <p:extLst>
      <p:ext uri="{BB962C8B-B14F-4D97-AF65-F5344CB8AC3E}">
        <p14:creationId xmlns:p14="http://schemas.microsoft.com/office/powerpoint/2010/main" val="5764054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xit" presetSubtype="0" fill="hold" grpId="0" nodeType="afterEffect">
                                  <p:stCondLst>
                                    <p:cond delay="0"/>
                                  </p:stCondLst>
                                  <p:childTnLst>
                                    <p:set>
                                      <p:cBhvr>
                                        <p:cTn id="6" dur="1" fill="hold">
                                          <p:stCondLst>
                                            <p:cond delay="0"/>
                                          </p:stCondLst>
                                        </p:cTn>
                                        <p:tgtEl>
                                          <p:spTgt spid="16"/>
                                        </p:tgtEl>
                                        <p:attrNameLst>
                                          <p:attrName>style.visibility</p:attrName>
                                        </p:attrNameLst>
                                      </p:cBhvr>
                                      <p:to>
                                        <p:strVal val="hidden"/>
                                      </p:to>
                                    </p:set>
                                  </p:childTnLst>
                                </p:cTn>
                              </p:par>
                              <p:par>
                                <p:cTn id="7" presetID="1" presetClass="exit" presetSubtype="0" fill="hold" grpId="0" nodeType="withEffect">
                                  <p:stCondLst>
                                    <p:cond delay="0"/>
                                  </p:stCondLst>
                                  <p:childTnLst>
                                    <p:set>
                                      <p:cBhvr>
                                        <p:cTn id="8" dur="1" fill="hold">
                                          <p:stCondLst>
                                            <p:cond delay="0"/>
                                          </p:stCondLst>
                                        </p:cTn>
                                        <p:tgtEl>
                                          <p:spTgt spid="32"/>
                                        </p:tgtEl>
                                        <p:attrNameLst>
                                          <p:attrName>style.visibility</p:attrName>
                                        </p:attrNameLst>
                                      </p:cBhvr>
                                      <p:to>
                                        <p:strVal val="hidden"/>
                                      </p:to>
                                    </p:set>
                                  </p:childTnLst>
                                </p:cTn>
                              </p:par>
                              <p:par>
                                <p:cTn id="9" presetID="1" presetClass="exit" presetSubtype="0" fill="hold" grpId="0" nodeType="withEffect">
                                  <p:stCondLst>
                                    <p:cond delay="0"/>
                                  </p:stCondLst>
                                  <p:childTnLst>
                                    <p:set>
                                      <p:cBhvr>
                                        <p:cTn id="10" dur="1" fill="hold">
                                          <p:stCondLst>
                                            <p:cond delay="0"/>
                                          </p:stCondLst>
                                        </p:cTn>
                                        <p:tgtEl>
                                          <p:spTgt spid="17"/>
                                        </p:tgtEl>
                                        <p:attrNameLst>
                                          <p:attrName>style.visibility</p:attrName>
                                        </p:attrNameLst>
                                      </p:cBhvr>
                                      <p:to>
                                        <p:strVal val="hidden"/>
                                      </p:to>
                                    </p:set>
                                  </p:childTnLst>
                                </p:cTn>
                              </p:par>
                              <p:par>
                                <p:cTn id="11" presetID="1" presetClass="exit" presetSubtype="0" fill="hold" grpId="0" nodeType="withEffect">
                                  <p:stCondLst>
                                    <p:cond delay="0"/>
                                  </p:stCondLst>
                                  <p:childTnLst>
                                    <p:set>
                                      <p:cBhvr>
                                        <p:cTn id="12" dur="1" fill="hold">
                                          <p:stCondLst>
                                            <p:cond delay="0"/>
                                          </p:stCondLst>
                                        </p:cTn>
                                        <p:tgtEl>
                                          <p:spTgt spid="31"/>
                                        </p:tgtEl>
                                        <p:attrNameLst>
                                          <p:attrName>style.visibility</p:attrName>
                                        </p:attrNameLst>
                                      </p:cBhvr>
                                      <p:to>
                                        <p:strVal val="hidden"/>
                                      </p:to>
                                    </p:set>
                                  </p:childTnLst>
                                </p:cTn>
                              </p:par>
                              <p:par>
                                <p:cTn id="13" presetID="1" presetClass="exit" presetSubtype="0" fill="hold" grpId="0" nodeType="withEffect">
                                  <p:stCondLst>
                                    <p:cond delay="0"/>
                                  </p:stCondLst>
                                  <p:childTnLst>
                                    <p:set>
                                      <p:cBhvr>
                                        <p:cTn id="14" dur="1" fill="hold">
                                          <p:stCondLst>
                                            <p:cond delay="0"/>
                                          </p:stCondLst>
                                        </p:cTn>
                                        <p:tgtEl>
                                          <p:spTgt spid="22"/>
                                        </p:tgtEl>
                                        <p:attrNameLst>
                                          <p:attrName>style.visibility</p:attrName>
                                        </p:attrNameLst>
                                      </p:cBhvr>
                                      <p:to>
                                        <p:strVal val="hidden"/>
                                      </p:to>
                                    </p:set>
                                  </p:childTnLst>
                                </p:cTn>
                              </p:par>
                              <p:par>
                                <p:cTn id="15" presetID="1" presetClass="exit"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hidden"/>
                                      </p:to>
                                    </p:set>
                                  </p:childTnLst>
                                </p:cTn>
                              </p:par>
                              <p:par>
                                <p:cTn id="17" presetID="1" presetClass="exit" presetSubtype="0" fill="hold" grpId="0" nodeType="withEffect">
                                  <p:stCondLst>
                                    <p:cond delay="0"/>
                                  </p:stCondLst>
                                  <p:childTnLst>
                                    <p:set>
                                      <p:cBhvr>
                                        <p:cTn id="18" dur="1" fill="hold">
                                          <p:stCondLst>
                                            <p:cond delay="0"/>
                                          </p:stCondLst>
                                        </p:cTn>
                                        <p:tgtEl>
                                          <p:spTgt spid="30"/>
                                        </p:tgtEl>
                                        <p:attrNameLst>
                                          <p:attrName>style.visibility</p:attrName>
                                        </p:attrNameLst>
                                      </p:cBhvr>
                                      <p:to>
                                        <p:strVal val="hidden"/>
                                      </p:to>
                                    </p:set>
                                  </p:childTnLst>
                                </p:cTn>
                              </p:par>
                              <p:par>
                                <p:cTn id="19" presetID="1" presetClass="exit"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hidden"/>
                                      </p:to>
                                    </p:set>
                                  </p:childTnLst>
                                </p:cTn>
                              </p:par>
                              <p:par>
                                <p:cTn id="21" presetID="1" presetClass="entr" presetSubtype="0" fill="hold" grpId="0" nodeType="withEffect">
                                  <p:stCondLst>
                                    <p:cond delay="0"/>
                                  </p:stCondLst>
                                  <p:childTnLst>
                                    <p:set>
                                      <p:cBhvr>
                                        <p:cTn id="22" dur="1" fill="hold">
                                          <p:stCondLst>
                                            <p:cond delay="0"/>
                                          </p:stCondLst>
                                        </p:cTn>
                                        <p:tgtEl>
                                          <p:spTgt spid="5"/>
                                        </p:tgtEl>
                                        <p:attrNameLst>
                                          <p:attrName>style.visibility</p:attrName>
                                        </p:attrNameLst>
                                      </p:cBhvr>
                                      <p:to>
                                        <p:strVal val="visible"/>
                                      </p:to>
                                    </p:set>
                                  </p:childTnLst>
                                </p:cTn>
                              </p:par>
                              <p:par>
                                <p:cTn id="23" presetID="1" presetClass="exit" presetSubtype="0" fill="hold" grpId="0" nodeType="withEffect">
                                  <p:stCondLst>
                                    <p:cond delay="0"/>
                                  </p:stCondLst>
                                  <p:childTnLst>
                                    <p:set>
                                      <p:cBhvr>
                                        <p:cTn id="24" dur="1" fill="hold">
                                          <p:stCondLst>
                                            <p:cond delay="0"/>
                                          </p:stCondLst>
                                        </p:cTn>
                                        <p:tgtEl>
                                          <p:spTgt spid="2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7" grpId="0"/>
      <p:bldP spid="5" grpId="0"/>
      <p:bldP spid="29" grpId="0"/>
      <p:bldP spid="22" grpId="0"/>
      <p:bldP spid="31" grpId="0"/>
      <p:bldP spid="17" grpId="0"/>
      <p:bldP spid="32" grpId="0"/>
      <p:bldP spid="16" grpId="0"/>
      <p:bldP spid="30"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50"/>
        <p:cNvGrpSpPr/>
        <p:nvPr/>
      </p:nvGrpSpPr>
      <p:grpSpPr>
        <a:xfrm>
          <a:off x="0" y="0"/>
          <a:ext cx="0" cy="0"/>
          <a:chOff x="0" y="0"/>
          <a:chExt cx="0" cy="0"/>
        </a:xfrm>
      </p:grpSpPr>
      <p:sp>
        <p:nvSpPr>
          <p:cNvPr id="451" name="Google Shape;451;p59"/>
          <p:cNvSpPr txBox="1">
            <a:spLocks noGrp="1"/>
          </p:cNvSpPr>
          <p:nvPr>
            <p:ph type="body" idx="1"/>
          </p:nvPr>
        </p:nvSpPr>
        <p:spPr>
          <a:xfrm>
            <a:off x="3709488" y="4081925"/>
            <a:ext cx="4729974" cy="1596847"/>
          </a:xfrm>
          <a:prstGeom prst="rect">
            <a:avLst/>
          </a:prstGeom>
        </p:spPr>
        <p:txBody>
          <a:bodyPr spcFirstLastPara="1" vert="horz" wrap="square" lIns="243800" tIns="243800" rIns="243800" bIns="243800" rtlCol="0" anchor="t" anchorCtr="0">
            <a:normAutofit/>
          </a:bodyPr>
          <a:lstStyle/>
          <a:p>
            <a:pPr marL="237099" indent="0">
              <a:buSzPts val="2200"/>
              <a:buNone/>
            </a:pPr>
            <a:r>
              <a:rPr lang="en"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Indexing</a:t>
            </a:r>
            <a:endParaRPr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52" name="Google Shape;452;p59"/>
          <p:cNvSpPr txBox="1">
            <a:spLocks noGrp="1"/>
          </p:cNvSpPr>
          <p:nvPr>
            <p:ph type="sldNum" idx="12"/>
          </p:nvPr>
        </p:nvSpPr>
        <p:spPr>
          <a:prstGeom prst="rect">
            <a:avLst/>
          </a:prstGeom>
        </p:spPr>
        <p:txBody>
          <a:bodyPr spcFirstLastPara="1" vert="horz" wrap="square" lIns="243800" tIns="243800" rIns="243800" bIns="243800" rtlCol="0" anchor="ctr" anchorCtr="0">
            <a:normAutofit/>
          </a:bodyPr>
          <a:lstStyle/>
          <a:p>
            <a:fld id="{00000000-1234-1234-1234-123412341234}" type="slidenum">
              <a:rPr lang="en">
                <a:solidFill>
                  <a:schemeClr val="accent1"/>
                </a:solidFill>
                <a:latin typeface="Lato"/>
                <a:ea typeface="Lato"/>
                <a:cs typeface="Lato"/>
                <a:sym typeface="Lato"/>
              </a:rPr>
              <a:pPr/>
              <a:t>39</a:t>
            </a:fld>
            <a:endParaRPr>
              <a:solidFill>
                <a:schemeClr val="accent1"/>
              </a:solidFill>
              <a:latin typeface="Lato"/>
              <a:ea typeface="Lato"/>
              <a:cs typeface="Lato"/>
              <a:sym typeface="Lato"/>
            </a:endParaRPr>
          </a:p>
        </p:txBody>
      </p:sp>
      <p:pic>
        <p:nvPicPr>
          <p:cNvPr id="454" name="Google Shape;454;p59"/>
          <p:cNvPicPr preferRelativeResize="0"/>
          <p:nvPr/>
        </p:nvPicPr>
        <p:blipFill rotWithShape="1">
          <a:blip r:embed="rId3">
            <a:alphaModFix/>
          </a:blip>
          <a:srcRect t="52807"/>
          <a:stretch/>
        </p:blipFill>
        <p:spPr>
          <a:xfrm>
            <a:off x="2201587" y="3039476"/>
            <a:ext cx="2433067" cy="565000"/>
          </a:xfrm>
          <a:prstGeom prst="rect">
            <a:avLst/>
          </a:prstGeom>
          <a:noFill/>
          <a:ln>
            <a:noFill/>
          </a:ln>
        </p:spPr>
      </p:pic>
      <p:sp>
        <p:nvSpPr>
          <p:cNvPr id="5" name="Google Shape;412;p56">
            <a:extLst>
              <a:ext uri="{FF2B5EF4-FFF2-40B4-BE49-F238E27FC236}">
                <a16:creationId xmlns:a16="http://schemas.microsoft.com/office/drawing/2014/main" id="{8446853B-5743-653A-5980-540530E354A2}"/>
              </a:ext>
            </a:extLst>
          </p:cNvPr>
          <p:cNvSpPr txBox="1">
            <a:spLocks noGrp="1"/>
          </p:cNvSpPr>
          <p:nvPr>
            <p:ph type="title"/>
          </p:nvPr>
        </p:nvSpPr>
        <p:spPr>
          <a:xfrm>
            <a:off x="298453" y="249400"/>
            <a:ext cx="20503200" cy="1427200"/>
          </a:xfrm>
          <a:prstGeom prst="rect">
            <a:avLst/>
          </a:prstGeom>
        </p:spPr>
        <p:txBody>
          <a:bodyPr spcFirstLastPara="1" vert="horz" wrap="square" lIns="243800" tIns="243800" rIns="243800" bIns="243800" rtlCol="0" anchor="t" anchorCtr="0">
            <a:normAutofit/>
          </a:bodyPr>
          <a:lstStyle/>
          <a:p>
            <a:r>
              <a:rPr lang="en"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List Manipulation</a:t>
            </a:r>
            <a:endParaRPr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6" name="Google Shape;451;p59">
            <a:extLst>
              <a:ext uri="{FF2B5EF4-FFF2-40B4-BE49-F238E27FC236}">
                <a16:creationId xmlns:a16="http://schemas.microsoft.com/office/drawing/2014/main" id="{8CE076BE-76AC-8F9F-E468-DADC077F9A5B}"/>
              </a:ext>
            </a:extLst>
          </p:cNvPr>
          <p:cNvSpPr txBox="1">
            <a:spLocks/>
          </p:cNvSpPr>
          <p:nvPr/>
        </p:nvSpPr>
        <p:spPr>
          <a:xfrm>
            <a:off x="3709488" y="5057292"/>
            <a:ext cx="7920376" cy="1596847"/>
          </a:xfrm>
          <a:prstGeom prst="rect">
            <a:avLst/>
          </a:prstGeom>
        </p:spPr>
        <p:txBody>
          <a:bodyPr spcFirstLastPara="1" vert="horz" wrap="square" lIns="243800" tIns="243800" rIns="243800" bIns="243800" rtlCol="0" anchor="t" anchorCtr="0">
            <a:normAutofit/>
          </a:bodyPr>
          <a:lstStyle>
            <a:lvl1pPr marL="1219367" lvl="0" indent="-829848" algn="l" defTabSz="1828800" rtl="0" eaLnBrk="1" latinLnBrk="0" hangingPunct="1">
              <a:lnSpc>
                <a:spcPct val="90000"/>
              </a:lnSpc>
              <a:spcBef>
                <a:spcPts val="0"/>
              </a:spcBef>
              <a:spcAft>
                <a:spcPts val="0"/>
              </a:spcAft>
              <a:buSzPts val="1300"/>
              <a:buFont typeface="Arial" panose="020B0604020202020204" pitchFamily="34" charset="0"/>
              <a:buChar char="●"/>
              <a:defRPr sz="5600" kern="1200">
                <a:solidFill>
                  <a:schemeClr val="tx1"/>
                </a:solidFill>
                <a:latin typeface="+mn-lt"/>
                <a:ea typeface="+mn-ea"/>
                <a:cs typeface="+mn-cs"/>
              </a:defRPr>
            </a:lvl1pPr>
            <a:lvl2pPr marL="2438734" lvl="1" indent="-795975" algn="l" defTabSz="1828800" rtl="0" eaLnBrk="1" latinLnBrk="0" hangingPunct="1">
              <a:lnSpc>
                <a:spcPct val="90000"/>
              </a:lnSpc>
              <a:spcBef>
                <a:spcPts val="0"/>
              </a:spcBef>
              <a:spcAft>
                <a:spcPts val="0"/>
              </a:spcAft>
              <a:buSzPts val="1100"/>
              <a:buFont typeface="Arial" panose="020B0604020202020204" pitchFamily="34" charset="0"/>
              <a:buChar char="○"/>
              <a:defRPr sz="4800" kern="1200">
                <a:solidFill>
                  <a:schemeClr val="tx1"/>
                </a:solidFill>
                <a:latin typeface="+mn-lt"/>
                <a:ea typeface="+mn-ea"/>
                <a:cs typeface="+mn-cs"/>
              </a:defRPr>
            </a:lvl2pPr>
            <a:lvl3pPr marL="3658102" lvl="2" indent="-795975" algn="l" defTabSz="1828800" rtl="0" eaLnBrk="1" latinLnBrk="0" hangingPunct="1">
              <a:lnSpc>
                <a:spcPct val="90000"/>
              </a:lnSpc>
              <a:spcBef>
                <a:spcPts val="0"/>
              </a:spcBef>
              <a:spcAft>
                <a:spcPts val="0"/>
              </a:spcAft>
              <a:buSzPts val="1100"/>
              <a:buFont typeface="Arial" panose="020B0604020202020204" pitchFamily="34" charset="0"/>
              <a:buChar char="■"/>
              <a:defRPr sz="4000" kern="1200">
                <a:solidFill>
                  <a:schemeClr val="tx1"/>
                </a:solidFill>
                <a:latin typeface="+mn-lt"/>
                <a:ea typeface="+mn-ea"/>
                <a:cs typeface="+mn-cs"/>
              </a:defRPr>
            </a:lvl3pPr>
            <a:lvl4pPr marL="4877472" lvl="3"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4pPr>
            <a:lvl5pPr marL="6096839" lvl="4"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5pPr>
            <a:lvl6pPr marL="7316206" lvl="5"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6pPr>
            <a:lvl7pPr marL="8535573" lvl="6"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7pPr>
            <a:lvl8pPr marL="9754941" lvl="7"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8pPr>
            <a:lvl9pPr marL="10974311" lvl="8"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9pPr>
          </a:lstStyle>
          <a:p>
            <a:pPr marL="237099" indent="0">
              <a:buSzPts val="2200"/>
              <a:buFont typeface="Arial" panose="020B0604020202020204" pitchFamily="34" charset="0"/>
              <a:buNone/>
            </a:pPr>
            <a:r>
              <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List Operations</a:t>
            </a:r>
          </a:p>
        </p:txBody>
      </p:sp>
      <p:sp>
        <p:nvSpPr>
          <p:cNvPr id="7" name="Google Shape;451;p59">
            <a:extLst>
              <a:ext uri="{FF2B5EF4-FFF2-40B4-BE49-F238E27FC236}">
                <a16:creationId xmlns:a16="http://schemas.microsoft.com/office/drawing/2014/main" id="{A4714A5F-CB5E-27CF-27F0-46324343A062}"/>
              </a:ext>
            </a:extLst>
          </p:cNvPr>
          <p:cNvSpPr txBox="1">
            <a:spLocks/>
          </p:cNvSpPr>
          <p:nvPr/>
        </p:nvSpPr>
        <p:spPr>
          <a:xfrm>
            <a:off x="3709488" y="6032659"/>
            <a:ext cx="5282109" cy="1596847"/>
          </a:xfrm>
          <a:prstGeom prst="rect">
            <a:avLst/>
          </a:prstGeom>
        </p:spPr>
        <p:txBody>
          <a:bodyPr spcFirstLastPara="1" vert="horz" wrap="square" lIns="243800" tIns="243800" rIns="243800" bIns="243800" rtlCol="0" anchor="t" anchorCtr="0">
            <a:normAutofit/>
          </a:bodyPr>
          <a:lstStyle>
            <a:lvl1pPr marL="1219367" lvl="0" indent="-829848" algn="l" defTabSz="1828800" rtl="0" eaLnBrk="1" latinLnBrk="0" hangingPunct="1">
              <a:lnSpc>
                <a:spcPct val="90000"/>
              </a:lnSpc>
              <a:spcBef>
                <a:spcPts val="0"/>
              </a:spcBef>
              <a:spcAft>
                <a:spcPts val="0"/>
              </a:spcAft>
              <a:buSzPts val="1300"/>
              <a:buFont typeface="Arial" panose="020B0604020202020204" pitchFamily="34" charset="0"/>
              <a:buChar char="●"/>
              <a:defRPr sz="5600" kern="1200">
                <a:solidFill>
                  <a:schemeClr val="tx1"/>
                </a:solidFill>
                <a:latin typeface="+mn-lt"/>
                <a:ea typeface="+mn-ea"/>
                <a:cs typeface="+mn-cs"/>
              </a:defRPr>
            </a:lvl1pPr>
            <a:lvl2pPr marL="2438734" lvl="1" indent="-795975" algn="l" defTabSz="1828800" rtl="0" eaLnBrk="1" latinLnBrk="0" hangingPunct="1">
              <a:lnSpc>
                <a:spcPct val="90000"/>
              </a:lnSpc>
              <a:spcBef>
                <a:spcPts val="0"/>
              </a:spcBef>
              <a:spcAft>
                <a:spcPts val="0"/>
              </a:spcAft>
              <a:buSzPts val="1100"/>
              <a:buFont typeface="Arial" panose="020B0604020202020204" pitchFamily="34" charset="0"/>
              <a:buChar char="○"/>
              <a:defRPr sz="4800" kern="1200">
                <a:solidFill>
                  <a:schemeClr val="tx1"/>
                </a:solidFill>
                <a:latin typeface="+mn-lt"/>
                <a:ea typeface="+mn-ea"/>
                <a:cs typeface="+mn-cs"/>
              </a:defRPr>
            </a:lvl2pPr>
            <a:lvl3pPr marL="3658102" lvl="2" indent="-795975" algn="l" defTabSz="1828800" rtl="0" eaLnBrk="1" latinLnBrk="0" hangingPunct="1">
              <a:lnSpc>
                <a:spcPct val="90000"/>
              </a:lnSpc>
              <a:spcBef>
                <a:spcPts val="0"/>
              </a:spcBef>
              <a:spcAft>
                <a:spcPts val="0"/>
              </a:spcAft>
              <a:buSzPts val="1100"/>
              <a:buFont typeface="Arial" panose="020B0604020202020204" pitchFamily="34" charset="0"/>
              <a:buChar char="■"/>
              <a:defRPr sz="4000" kern="1200">
                <a:solidFill>
                  <a:schemeClr val="tx1"/>
                </a:solidFill>
                <a:latin typeface="+mn-lt"/>
                <a:ea typeface="+mn-ea"/>
                <a:cs typeface="+mn-cs"/>
              </a:defRPr>
            </a:lvl3pPr>
            <a:lvl4pPr marL="4877472" lvl="3"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4pPr>
            <a:lvl5pPr marL="6096839" lvl="4"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5pPr>
            <a:lvl6pPr marL="7316206" lvl="5"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6pPr>
            <a:lvl7pPr marL="8535573" lvl="6"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7pPr>
            <a:lvl8pPr marL="9754941" lvl="7"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8pPr>
            <a:lvl9pPr marL="10974311" lvl="8"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9pPr>
          </a:lstStyle>
          <a:p>
            <a:pPr marL="237099" indent="0">
              <a:buSzPts val="2200"/>
              <a:buFont typeface="Arial" panose="020B0604020202020204" pitchFamily="34" charset="0"/>
              <a:buNone/>
            </a:pPr>
            <a:r>
              <a:rPr lang="en-US" sz="6000" b="1" dirty="0" err="1">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Listcomp</a:t>
            </a:r>
            <a:endPar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8" name="Google Shape;451;p59">
            <a:extLst>
              <a:ext uri="{FF2B5EF4-FFF2-40B4-BE49-F238E27FC236}">
                <a16:creationId xmlns:a16="http://schemas.microsoft.com/office/drawing/2014/main" id="{978B8A83-BC46-4FAE-BB7F-3CEB87E5468D}"/>
              </a:ext>
            </a:extLst>
          </p:cNvPr>
          <p:cNvSpPr txBox="1">
            <a:spLocks/>
          </p:cNvSpPr>
          <p:nvPr/>
        </p:nvSpPr>
        <p:spPr>
          <a:xfrm>
            <a:off x="3709488" y="6980982"/>
            <a:ext cx="8085269" cy="2030752"/>
          </a:xfrm>
          <a:prstGeom prst="rect">
            <a:avLst/>
          </a:prstGeom>
        </p:spPr>
        <p:txBody>
          <a:bodyPr spcFirstLastPara="1" vert="horz" wrap="square" lIns="243800" tIns="243800" rIns="243800" bIns="243800" rtlCol="0" anchor="t" anchorCtr="0">
            <a:normAutofit/>
          </a:bodyPr>
          <a:lstStyle>
            <a:lvl1pPr marL="1219367" lvl="0" indent="-829848" algn="l" defTabSz="1828800" rtl="0" eaLnBrk="1" latinLnBrk="0" hangingPunct="1">
              <a:lnSpc>
                <a:spcPct val="90000"/>
              </a:lnSpc>
              <a:spcBef>
                <a:spcPts val="0"/>
              </a:spcBef>
              <a:spcAft>
                <a:spcPts val="0"/>
              </a:spcAft>
              <a:buSzPts val="1300"/>
              <a:buFont typeface="Arial" panose="020B0604020202020204" pitchFamily="34" charset="0"/>
              <a:buChar char="●"/>
              <a:defRPr sz="5600" kern="1200">
                <a:solidFill>
                  <a:schemeClr val="tx1"/>
                </a:solidFill>
                <a:latin typeface="+mn-lt"/>
                <a:ea typeface="+mn-ea"/>
                <a:cs typeface="+mn-cs"/>
              </a:defRPr>
            </a:lvl1pPr>
            <a:lvl2pPr marL="2438734" lvl="1" indent="-795975" algn="l" defTabSz="1828800" rtl="0" eaLnBrk="1" latinLnBrk="0" hangingPunct="1">
              <a:lnSpc>
                <a:spcPct val="90000"/>
              </a:lnSpc>
              <a:spcBef>
                <a:spcPts val="0"/>
              </a:spcBef>
              <a:spcAft>
                <a:spcPts val="0"/>
              </a:spcAft>
              <a:buSzPts val="1100"/>
              <a:buFont typeface="Arial" panose="020B0604020202020204" pitchFamily="34" charset="0"/>
              <a:buChar char="○"/>
              <a:defRPr sz="4800" kern="1200">
                <a:solidFill>
                  <a:schemeClr val="tx1"/>
                </a:solidFill>
                <a:latin typeface="+mn-lt"/>
                <a:ea typeface="+mn-ea"/>
                <a:cs typeface="+mn-cs"/>
              </a:defRPr>
            </a:lvl2pPr>
            <a:lvl3pPr marL="3658102" lvl="2" indent="-795975" algn="l" defTabSz="1828800" rtl="0" eaLnBrk="1" latinLnBrk="0" hangingPunct="1">
              <a:lnSpc>
                <a:spcPct val="90000"/>
              </a:lnSpc>
              <a:spcBef>
                <a:spcPts val="0"/>
              </a:spcBef>
              <a:spcAft>
                <a:spcPts val="0"/>
              </a:spcAft>
              <a:buSzPts val="1100"/>
              <a:buFont typeface="Arial" panose="020B0604020202020204" pitchFamily="34" charset="0"/>
              <a:buChar char="■"/>
              <a:defRPr sz="4000" kern="1200">
                <a:solidFill>
                  <a:schemeClr val="tx1"/>
                </a:solidFill>
                <a:latin typeface="+mn-lt"/>
                <a:ea typeface="+mn-ea"/>
                <a:cs typeface="+mn-cs"/>
              </a:defRPr>
            </a:lvl3pPr>
            <a:lvl4pPr marL="4877472" lvl="3"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4pPr>
            <a:lvl5pPr marL="6096839" lvl="4"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5pPr>
            <a:lvl6pPr marL="7316206" lvl="5"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6pPr>
            <a:lvl7pPr marL="8535573" lvl="6"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7pPr>
            <a:lvl8pPr marL="9754941" lvl="7"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8pPr>
            <a:lvl9pPr marL="10974311" lvl="8"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9pPr>
          </a:lstStyle>
          <a:p>
            <a:pPr marL="237099" indent="0">
              <a:buSzPts val="2200"/>
              <a:buFont typeface="Arial" panose="020B0604020202020204" pitchFamily="34" charset="0"/>
              <a:buNone/>
            </a:pPr>
            <a:r>
              <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String/list Interop</a:t>
            </a:r>
          </a:p>
        </p:txBody>
      </p:sp>
      <p:sp>
        <p:nvSpPr>
          <p:cNvPr id="9" name="Google Shape;451;p59">
            <a:extLst>
              <a:ext uri="{FF2B5EF4-FFF2-40B4-BE49-F238E27FC236}">
                <a16:creationId xmlns:a16="http://schemas.microsoft.com/office/drawing/2014/main" id="{FC3D5995-997E-7F6D-45EE-173AA45E0427}"/>
              </a:ext>
            </a:extLst>
          </p:cNvPr>
          <p:cNvSpPr txBox="1">
            <a:spLocks/>
          </p:cNvSpPr>
          <p:nvPr/>
        </p:nvSpPr>
        <p:spPr>
          <a:xfrm>
            <a:off x="3709488" y="7956349"/>
            <a:ext cx="9578717" cy="1775476"/>
          </a:xfrm>
          <a:prstGeom prst="rect">
            <a:avLst/>
          </a:prstGeom>
        </p:spPr>
        <p:txBody>
          <a:bodyPr spcFirstLastPara="1" vert="horz" wrap="square" lIns="243800" tIns="243800" rIns="243800" bIns="243800" rtlCol="0" anchor="t" anchorCtr="0">
            <a:normAutofit/>
          </a:bodyPr>
          <a:lstStyle>
            <a:lvl1pPr marL="1219367" lvl="0" indent="-829848" algn="l" defTabSz="1828800" rtl="0" eaLnBrk="1" latinLnBrk="0" hangingPunct="1">
              <a:lnSpc>
                <a:spcPct val="90000"/>
              </a:lnSpc>
              <a:spcBef>
                <a:spcPts val="0"/>
              </a:spcBef>
              <a:spcAft>
                <a:spcPts val="0"/>
              </a:spcAft>
              <a:buSzPts val="1300"/>
              <a:buFont typeface="Arial" panose="020B0604020202020204" pitchFamily="34" charset="0"/>
              <a:buChar char="●"/>
              <a:defRPr sz="5600" kern="1200">
                <a:solidFill>
                  <a:schemeClr val="tx1"/>
                </a:solidFill>
                <a:latin typeface="+mn-lt"/>
                <a:ea typeface="+mn-ea"/>
                <a:cs typeface="+mn-cs"/>
              </a:defRPr>
            </a:lvl1pPr>
            <a:lvl2pPr marL="2438734" lvl="1" indent="-795975" algn="l" defTabSz="1828800" rtl="0" eaLnBrk="1" latinLnBrk="0" hangingPunct="1">
              <a:lnSpc>
                <a:spcPct val="90000"/>
              </a:lnSpc>
              <a:spcBef>
                <a:spcPts val="0"/>
              </a:spcBef>
              <a:spcAft>
                <a:spcPts val="0"/>
              </a:spcAft>
              <a:buSzPts val="1100"/>
              <a:buFont typeface="Arial" panose="020B0604020202020204" pitchFamily="34" charset="0"/>
              <a:buChar char="○"/>
              <a:defRPr sz="4800" kern="1200">
                <a:solidFill>
                  <a:schemeClr val="tx1"/>
                </a:solidFill>
                <a:latin typeface="+mn-lt"/>
                <a:ea typeface="+mn-ea"/>
                <a:cs typeface="+mn-cs"/>
              </a:defRPr>
            </a:lvl2pPr>
            <a:lvl3pPr marL="3658102" lvl="2" indent="-795975" algn="l" defTabSz="1828800" rtl="0" eaLnBrk="1" latinLnBrk="0" hangingPunct="1">
              <a:lnSpc>
                <a:spcPct val="90000"/>
              </a:lnSpc>
              <a:spcBef>
                <a:spcPts val="0"/>
              </a:spcBef>
              <a:spcAft>
                <a:spcPts val="0"/>
              </a:spcAft>
              <a:buSzPts val="1100"/>
              <a:buFont typeface="Arial" panose="020B0604020202020204" pitchFamily="34" charset="0"/>
              <a:buChar char="■"/>
              <a:defRPr sz="4000" kern="1200">
                <a:solidFill>
                  <a:schemeClr val="tx1"/>
                </a:solidFill>
                <a:latin typeface="+mn-lt"/>
                <a:ea typeface="+mn-ea"/>
                <a:cs typeface="+mn-cs"/>
              </a:defRPr>
            </a:lvl3pPr>
            <a:lvl4pPr marL="4877472" lvl="3"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4pPr>
            <a:lvl5pPr marL="6096839" lvl="4"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5pPr>
            <a:lvl6pPr marL="7316206" lvl="5"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6pPr>
            <a:lvl7pPr marL="8535573" lvl="6"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7pPr>
            <a:lvl8pPr marL="9754941" lvl="7"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8pPr>
            <a:lvl9pPr marL="10974311" lvl="8" indent="-795975" algn="l" defTabSz="1828800" rtl="0" eaLnBrk="1" latinLnBrk="0" hangingPunct="1">
              <a:lnSpc>
                <a:spcPct val="90000"/>
              </a:lnSpc>
              <a:spcBef>
                <a:spcPts val="0"/>
              </a:spcBef>
              <a:spcAft>
                <a:spcPts val="0"/>
              </a:spcAft>
              <a:buSzPts val="1100"/>
              <a:buFont typeface="Arial" panose="020B0604020202020204" pitchFamily="34" charset="0"/>
              <a:buChar char="■"/>
              <a:defRPr sz="3600" kern="1200">
                <a:solidFill>
                  <a:schemeClr val="tx1"/>
                </a:solidFill>
                <a:latin typeface="+mn-lt"/>
                <a:ea typeface="+mn-ea"/>
                <a:cs typeface="+mn-cs"/>
              </a:defRPr>
            </a:lvl9pPr>
          </a:lstStyle>
          <a:p>
            <a:pPr marL="237099" indent="0">
              <a:buSzPts val="2200"/>
              <a:buFont typeface="Arial" panose="020B0604020202020204" pitchFamily="34" charset="0"/>
              <a:buNone/>
            </a:pPr>
            <a:r>
              <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Multidimensional Lists</a:t>
            </a:r>
          </a:p>
        </p:txBody>
      </p:sp>
    </p:spTree>
    <p:extLst>
      <p:ext uri="{BB962C8B-B14F-4D97-AF65-F5344CB8AC3E}">
        <p14:creationId xmlns:p14="http://schemas.microsoft.com/office/powerpoint/2010/main" val="60362435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501"/>
        <p:cNvGrpSpPr/>
        <p:nvPr/>
      </p:nvGrpSpPr>
      <p:grpSpPr>
        <a:xfrm>
          <a:off x="0" y="0"/>
          <a:ext cx="0" cy="0"/>
          <a:chOff x="0" y="0"/>
          <a:chExt cx="0" cy="0"/>
        </a:xfrm>
      </p:grpSpPr>
      <p:sp>
        <p:nvSpPr>
          <p:cNvPr id="2" name="Google Shape;412;p56">
            <a:extLst>
              <a:ext uri="{FF2B5EF4-FFF2-40B4-BE49-F238E27FC236}">
                <a16:creationId xmlns:a16="http://schemas.microsoft.com/office/drawing/2014/main" id="{78FAF4A1-E6FF-2A2F-0117-836B1C586B5F}"/>
              </a:ext>
            </a:extLst>
          </p:cNvPr>
          <p:cNvSpPr txBox="1">
            <a:spLocks/>
          </p:cNvSpPr>
          <p:nvPr/>
        </p:nvSpPr>
        <p:spPr>
          <a:xfrm>
            <a:off x="298453" y="249400"/>
            <a:ext cx="20503200" cy="1427200"/>
          </a:xfrm>
          <a:prstGeom prst="rect">
            <a:avLst/>
          </a:prstGeom>
        </p:spPr>
        <p:txBody>
          <a:bodyPr spcFirstLastPara="1" vert="horz" wrap="square" lIns="243800" tIns="243800" rIns="243800" bIns="243800" rtlCol="0" anchor="t" anchorCtr="0">
            <a:normAutofit/>
          </a:bodyPr>
          <a:lstStyle>
            <a:lvl1pPr lvl="0" algn="l" defTabSz="1828800" rtl="0" eaLnBrk="1" latinLnBrk="0" hangingPunct="1">
              <a:lnSpc>
                <a:spcPct val="90000"/>
              </a:lnSpc>
              <a:spcBef>
                <a:spcPts val="0"/>
              </a:spcBef>
              <a:spcAft>
                <a:spcPts val="0"/>
              </a:spcAft>
              <a:buSzPts val="2600"/>
              <a:buNone/>
              <a:defRPr sz="6933" kern="1200">
                <a:solidFill>
                  <a:schemeClr val="tx1"/>
                </a:solidFill>
                <a:latin typeface="+mj-lt"/>
                <a:ea typeface="+mj-ea"/>
                <a:cs typeface="+mj-cs"/>
              </a:defRPr>
            </a:lvl1pPr>
            <a:lvl2pPr lvl="1" rtl="0">
              <a:spcBef>
                <a:spcPts val="0"/>
              </a:spcBef>
              <a:spcAft>
                <a:spcPts val="0"/>
              </a:spcAft>
              <a:buSzPts val="2600"/>
              <a:buNone/>
              <a:defRPr sz="6933"/>
            </a:lvl2pPr>
            <a:lvl3pPr lvl="2" rtl="0">
              <a:spcBef>
                <a:spcPts val="0"/>
              </a:spcBef>
              <a:spcAft>
                <a:spcPts val="0"/>
              </a:spcAft>
              <a:buSzPts val="2600"/>
              <a:buNone/>
              <a:defRPr sz="6933"/>
            </a:lvl3pPr>
            <a:lvl4pPr lvl="3" rtl="0">
              <a:spcBef>
                <a:spcPts val="0"/>
              </a:spcBef>
              <a:spcAft>
                <a:spcPts val="0"/>
              </a:spcAft>
              <a:buSzPts val="2600"/>
              <a:buNone/>
              <a:defRPr sz="6933"/>
            </a:lvl4pPr>
            <a:lvl5pPr lvl="4" rtl="0">
              <a:spcBef>
                <a:spcPts val="0"/>
              </a:spcBef>
              <a:spcAft>
                <a:spcPts val="0"/>
              </a:spcAft>
              <a:buSzPts val="2600"/>
              <a:buNone/>
              <a:defRPr sz="6933"/>
            </a:lvl5pPr>
            <a:lvl6pPr lvl="5" rtl="0">
              <a:spcBef>
                <a:spcPts val="0"/>
              </a:spcBef>
              <a:spcAft>
                <a:spcPts val="0"/>
              </a:spcAft>
              <a:buSzPts val="2600"/>
              <a:buNone/>
              <a:defRPr sz="6933"/>
            </a:lvl6pPr>
            <a:lvl7pPr lvl="6" rtl="0">
              <a:spcBef>
                <a:spcPts val="0"/>
              </a:spcBef>
              <a:spcAft>
                <a:spcPts val="0"/>
              </a:spcAft>
              <a:buSzPts val="2600"/>
              <a:buNone/>
              <a:defRPr sz="6933"/>
            </a:lvl7pPr>
            <a:lvl8pPr lvl="7" rtl="0">
              <a:spcBef>
                <a:spcPts val="0"/>
              </a:spcBef>
              <a:spcAft>
                <a:spcPts val="0"/>
              </a:spcAft>
              <a:buSzPts val="2600"/>
              <a:buNone/>
              <a:defRPr sz="6933"/>
            </a:lvl8pPr>
            <a:lvl9pPr lvl="8" rtl="0">
              <a:spcBef>
                <a:spcPts val="0"/>
              </a:spcBef>
              <a:spcAft>
                <a:spcPts val="0"/>
              </a:spcAft>
              <a:buSzPts val="2600"/>
              <a:buNone/>
              <a:defRPr sz="6933"/>
            </a:lvl9pPr>
          </a:lstStyle>
          <a:p>
            <a:r>
              <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List Manipulation</a:t>
            </a:r>
          </a:p>
        </p:txBody>
      </p:sp>
      <p:sp>
        <p:nvSpPr>
          <p:cNvPr id="3" name="Google Shape;412;p56">
            <a:extLst>
              <a:ext uri="{FF2B5EF4-FFF2-40B4-BE49-F238E27FC236}">
                <a16:creationId xmlns:a16="http://schemas.microsoft.com/office/drawing/2014/main" id="{99B14EF1-7E47-C979-A21D-973B3F9EFB82}"/>
              </a:ext>
            </a:extLst>
          </p:cNvPr>
          <p:cNvSpPr txBox="1">
            <a:spLocks/>
          </p:cNvSpPr>
          <p:nvPr/>
        </p:nvSpPr>
        <p:spPr>
          <a:xfrm>
            <a:off x="296105" y="1175521"/>
            <a:ext cx="20503200" cy="1427200"/>
          </a:xfrm>
          <a:prstGeom prst="rect">
            <a:avLst/>
          </a:prstGeom>
        </p:spPr>
        <p:txBody>
          <a:bodyPr spcFirstLastPara="1" vert="horz" wrap="square" lIns="243800" tIns="243800" rIns="243800" bIns="243800" rtlCol="0" anchor="t" anchorCtr="0">
            <a:normAutofit fontScale="97500"/>
          </a:bodyPr>
          <a:lstStyle>
            <a:lvl1pPr lvl="0" algn="l" defTabSz="1828800" rtl="0" eaLnBrk="1" latinLnBrk="0" hangingPunct="1">
              <a:lnSpc>
                <a:spcPct val="90000"/>
              </a:lnSpc>
              <a:spcBef>
                <a:spcPts val="0"/>
              </a:spcBef>
              <a:spcAft>
                <a:spcPts val="0"/>
              </a:spcAft>
              <a:buSzPts val="2600"/>
              <a:buNone/>
              <a:defRPr sz="6933" kern="1200">
                <a:solidFill>
                  <a:schemeClr val="tx1"/>
                </a:solidFill>
                <a:latin typeface="+mj-lt"/>
                <a:ea typeface="+mj-ea"/>
                <a:cs typeface="+mj-cs"/>
              </a:defRPr>
            </a:lvl1pPr>
            <a:lvl2pPr lvl="1" rtl="0">
              <a:spcBef>
                <a:spcPts val="0"/>
              </a:spcBef>
              <a:spcAft>
                <a:spcPts val="0"/>
              </a:spcAft>
              <a:buSzPts val="2600"/>
              <a:buNone/>
              <a:defRPr sz="6933"/>
            </a:lvl2pPr>
            <a:lvl3pPr lvl="2" rtl="0">
              <a:spcBef>
                <a:spcPts val="0"/>
              </a:spcBef>
              <a:spcAft>
                <a:spcPts val="0"/>
              </a:spcAft>
              <a:buSzPts val="2600"/>
              <a:buNone/>
              <a:defRPr sz="6933"/>
            </a:lvl3pPr>
            <a:lvl4pPr lvl="3" rtl="0">
              <a:spcBef>
                <a:spcPts val="0"/>
              </a:spcBef>
              <a:spcAft>
                <a:spcPts val="0"/>
              </a:spcAft>
              <a:buSzPts val="2600"/>
              <a:buNone/>
              <a:defRPr sz="6933"/>
            </a:lvl4pPr>
            <a:lvl5pPr lvl="4" rtl="0">
              <a:spcBef>
                <a:spcPts val="0"/>
              </a:spcBef>
              <a:spcAft>
                <a:spcPts val="0"/>
              </a:spcAft>
              <a:buSzPts val="2600"/>
              <a:buNone/>
              <a:defRPr sz="6933"/>
            </a:lvl5pPr>
            <a:lvl6pPr lvl="5" rtl="0">
              <a:spcBef>
                <a:spcPts val="0"/>
              </a:spcBef>
              <a:spcAft>
                <a:spcPts val="0"/>
              </a:spcAft>
              <a:buSzPts val="2600"/>
              <a:buNone/>
              <a:defRPr sz="6933"/>
            </a:lvl6pPr>
            <a:lvl7pPr lvl="6" rtl="0">
              <a:spcBef>
                <a:spcPts val="0"/>
              </a:spcBef>
              <a:spcAft>
                <a:spcPts val="0"/>
              </a:spcAft>
              <a:buSzPts val="2600"/>
              <a:buNone/>
              <a:defRPr sz="6933"/>
            </a:lvl7pPr>
            <a:lvl8pPr lvl="7" rtl="0">
              <a:spcBef>
                <a:spcPts val="0"/>
              </a:spcBef>
              <a:spcAft>
                <a:spcPts val="0"/>
              </a:spcAft>
              <a:buSzPts val="2600"/>
              <a:buNone/>
              <a:defRPr sz="6933"/>
            </a:lvl8pPr>
            <a:lvl9pPr lvl="8" rtl="0">
              <a:spcBef>
                <a:spcPts val="0"/>
              </a:spcBef>
              <a:spcAft>
                <a:spcPts val="0"/>
              </a:spcAft>
              <a:buSzPts val="2600"/>
              <a:buNone/>
              <a:defRPr sz="6933"/>
            </a:lvl9pPr>
          </a:lstStyle>
          <a:p>
            <a:r>
              <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Multidimensional Lists</a:t>
            </a:r>
          </a:p>
        </p:txBody>
      </p:sp>
      <p:sp>
        <p:nvSpPr>
          <p:cNvPr id="12" name="Google Shape;502;p64">
            <a:extLst>
              <a:ext uri="{FF2B5EF4-FFF2-40B4-BE49-F238E27FC236}">
                <a16:creationId xmlns:a16="http://schemas.microsoft.com/office/drawing/2014/main" id="{92EF44ED-4CD4-87F1-60ED-89D5DBD328F5}"/>
              </a:ext>
            </a:extLst>
          </p:cNvPr>
          <p:cNvSpPr txBox="1">
            <a:spLocks noGrp="1"/>
          </p:cNvSpPr>
          <p:nvPr>
            <p:ph type="body" idx="1"/>
          </p:nvPr>
        </p:nvSpPr>
        <p:spPr>
          <a:xfrm>
            <a:off x="1940651" y="2763142"/>
            <a:ext cx="28924359" cy="3028058"/>
          </a:xfrm>
          <a:prstGeom prst="rect">
            <a:avLst/>
          </a:prstGeom>
        </p:spPr>
        <p:txBody>
          <a:bodyPr spcFirstLastPara="1" vert="horz" wrap="square" lIns="243800" tIns="243800" rIns="243800" bIns="243800" rtlCol="0" anchor="t" anchorCtr="0">
            <a:noAutofit/>
          </a:bodyPr>
          <a:lstStyle/>
          <a:p>
            <a:pPr marL="389519" indent="0">
              <a:buNone/>
            </a:pPr>
            <a:r>
              <a:rPr lang="en" b="1" dirty="0">
                <a:solidFill>
                  <a:srgbClr val="006B64"/>
                </a:solidFill>
                <a:latin typeface="Helvetica Neue" panose="02000503000000020004" pitchFamily="2" charset="0"/>
                <a:ea typeface="Helvetica Neue" panose="02000503000000020004" pitchFamily="2" charset="0"/>
                <a:cs typeface="Helvetica Neue" panose="02000503000000020004" pitchFamily="2" charset="0"/>
              </a:rPr>
              <a:t>A list inside a list [inside a list inside …]</a:t>
            </a:r>
          </a:p>
        </p:txBody>
      </p:sp>
      <p:grpSp>
        <p:nvGrpSpPr>
          <p:cNvPr id="15" name="Group 14">
            <a:extLst>
              <a:ext uri="{FF2B5EF4-FFF2-40B4-BE49-F238E27FC236}">
                <a16:creationId xmlns:a16="http://schemas.microsoft.com/office/drawing/2014/main" id="{811BA2B3-6826-49D4-F4CD-480CF2615CCC}"/>
              </a:ext>
            </a:extLst>
          </p:cNvPr>
          <p:cNvGrpSpPr/>
          <p:nvPr/>
        </p:nvGrpSpPr>
        <p:grpSpPr>
          <a:xfrm>
            <a:off x="7349416" y="4802271"/>
            <a:ext cx="14904602" cy="8127666"/>
            <a:chOff x="7349416" y="4802271"/>
            <a:chExt cx="14904602" cy="8127666"/>
          </a:xfrm>
        </p:grpSpPr>
        <p:pic>
          <p:nvPicPr>
            <p:cNvPr id="1026" name="Picture 2" descr="Always has been Blank Template - Imgflip">
              <a:extLst>
                <a:ext uri="{FF2B5EF4-FFF2-40B4-BE49-F238E27FC236}">
                  <a16:creationId xmlns:a16="http://schemas.microsoft.com/office/drawing/2014/main" id="{846CC731-67EA-6333-A4E1-A8F465249647}"/>
                </a:ext>
              </a:extLst>
            </p:cNvPr>
            <p:cNvPicPr>
              <a:picLocks noChangeAspect="1" noChangeArrowheads="1"/>
            </p:cNvPicPr>
            <p:nvPr/>
          </p:nvPicPr>
          <p:blipFill>
            <a:blip r:embed="rId3">
              <a:alphaModFix/>
              <a:extLst>
                <a:ext uri="{28A0092B-C50C-407E-A947-70E740481C1C}">
                  <a14:useLocalDpi xmlns:a14="http://schemas.microsoft.com/office/drawing/2010/main" val="0"/>
                </a:ext>
              </a:extLst>
            </a:blip>
            <a:srcRect/>
            <a:stretch>
              <a:fillRect/>
            </a:stretch>
          </p:blipFill>
          <p:spPr bwMode="auto">
            <a:xfrm>
              <a:off x="7349416" y="4802271"/>
              <a:ext cx="14904602" cy="8127666"/>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E8933018-3ADE-8C8B-66D8-4869169920D9}"/>
                </a:ext>
              </a:extLst>
            </p:cNvPr>
            <p:cNvSpPr txBox="1"/>
            <p:nvPr/>
          </p:nvSpPr>
          <p:spPr>
            <a:xfrm>
              <a:off x="12193587" y="7830330"/>
              <a:ext cx="4781950" cy="769441"/>
            </a:xfrm>
            <a:prstGeom prst="rect">
              <a:avLst/>
            </a:prstGeom>
            <a:noFill/>
          </p:spPr>
          <p:txBody>
            <a:bodyPr wrap="none" rtlCol="0">
              <a:spAutoFit/>
            </a:bodyPr>
            <a:lstStyle/>
            <a:p>
              <a:r>
                <a:rPr lang="en-US" sz="4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Wait, it’s all lists?</a:t>
              </a:r>
            </a:p>
          </p:txBody>
        </p:sp>
        <p:sp>
          <p:nvSpPr>
            <p:cNvPr id="14" name="TextBox 13">
              <a:extLst>
                <a:ext uri="{FF2B5EF4-FFF2-40B4-BE49-F238E27FC236}">
                  <a16:creationId xmlns:a16="http://schemas.microsoft.com/office/drawing/2014/main" id="{1C926048-B20A-7133-0950-A2B2F836C308}"/>
                </a:ext>
              </a:extLst>
            </p:cNvPr>
            <p:cNvSpPr txBox="1"/>
            <p:nvPr/>
          </p:nvSpPr>
          <p:spPr>
            <a:xfrm>
              <a:off x="16680121" y="5182180"/>
              <a:ext cx="4700326" cy="769441"/>
            </a:xfrm>
            <a:prstGeom prst="rect">
              <a:avLst/>
            </a:prstGeom>
            <a:noFill/>
          </p:spPr>
          <p:txBody>
            <a:bodyPr wrap="none" rtlCol="0">
              <a:spAutoFit/>
            </a:bodyPr>
            <a:lstStyle/>
            <a:p>
              <a:r>
                <a:rPr lang="en-US" sz="4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Always has been</a:t>
              </a:r>
            </a:p>
          </p:txBody>
        </p:sp>
      </p:grpSp>
    </p:spTree>
    <p:extLst>
      <p:ext uri="{BB962C8B-B14F-4D97-AF65-F5344CB8AC3E}">
        <p14:creationId xmlns:p14="http://schemas.microsoft.com/office/powerpoint/2010/main" val="417141386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par>
                          <p:cTn id="7" fill="hold">
                            <p:stCondLst>
                              <p:cond delay="0"/>
                            </p:stCondLst>
                            <p:childTnLst>
                              <p:par>
                                <p:cTn id="8" presetID="10" presetClass="entr" presetSubtype="0" fill="hold" nodeType="afterEffect">
                                  <p:stCondLst>
                                    <p:cond delay="200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childTnLst>
                          </p:cTn>
                        </p:par>
                        <p:par>
                          <p:cTn id="11" fill="hold">
                            <p:stCondLst>
                              <p:cond delay="2500"/>
                            </p:stCondLst>
                            <p:childTnLst>
                              <p:par>
                                <p:cTn id="12" presetID="10" presetClass="exit" presetSubtype="0" fill="hold" nodeType="afterEffect">
                                  <p:stCondLst>
                                    <p:cond delay="1000"/>
                                  </p:stCondLst>
                                  <p:childTnLst>
                                    <p:animEffect transition="out" filter="fade">
                                      <p:cBhvr>
                                        <p:cTn id="13" dur="500"/>
                                        <p:tgtEl>
                                          <p:spTgt spid="15"/>
                                        </p:tgtEl>
                                      </p:cBhvr>
                                    </p:animEffect>
                                    <p:set>
                                      <p:cBhvr>
                                        <p:cTn id="14" dur="1" fill="hold">
                                          <p:stCondLst>
                                            <p:cond delay="499"/>
                                          </p:stCondLst>
                                        </p:cTn>
                                        <p:tgtEl>
                                          <p:spTgt spid="1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501"/>
        <p:cNvGrpSpPr/>
        <p:nvPr/>
      </p:nvGrpSpPr>
      <p:grpSpPr>
        <a:xfrm>
          <a:off x="0" y="0"/>
          <a:ext cx="0" cy="0"/>
          <a:chOff x="0" y="0"/>
          <a:chExt cx="0" cy="0"/>
        </a:xfrm>
      </p:grpSpPr>
      <p:sp>
        <p:nvSpPr>
          <p:cNvPr id="2" name="Google Shape;412;p56">
            <a:extLst>
              <a:ext uri="{FF2B5EF4-FFF2-40B4-BE49-F238E27FC236}">
                <a16:creationId xmlns:a16="http://schemas.microsoft.com/office/drawing/2014/main" id="{78FAF4A1-E6FF-2A2F-0117-836B1C586B5F}"/>
              </a:ext>
            </a:extLst>
          </p:cNvPr>
          <p:cNvSpPr txBox="1">
            <a:spLocks/>
          </p:cNvSpPr>
          <p:nvPr/>
        </p:nvSpPr>
        <p:spPr>
          <a:xfrm>
            <a:off x="298453" y="249400"/>
            <a:ext cx="20503200" cy="1427200"/>
          </a:xfrm>
          <a:prstGeom prst="rect">
            <a:avLst/>
          </a:prstGeom>
        </p:spPr>
        <p:txBody>
          <a:bodyPr spcFirstLastPara="1" vert="horz" wrap="square" lIns="243800" tIns="243800" rIns="243800" bIns="243800" rtlCol="0" anchor="t" anchorCtr="0">
            <a:normAutofit/>
          </a:bodyPr>
          <a:lstStyle>
            <a:lvl1pPr lvl="0" algn="l" defTabSz="1828800" rtl="0" eaLnBrk="1" latinLnBrk="0" hangingPunct="1">
              <a:lnSpc>
                <a:spcPct val="90000"/>
              </a:lnSpc>
              <a:spcBef>
                <a:spcPts val="0"/>
              </a:spcBef>
              <a:spcAft>
                <a:spcPts val="0"/>
              </a:spcAft>
              <a:buSzPts val="2600"/>
              <a:buNone/>
              <a:defRPr sz="6933" kern="1200">
                <a:solidFill>
                  <a:schemeClr val="tx1"/>
                </a:solidFill>
                <a:latin typeface="+mj-lt"/>
                <a:ea typeface="+mj-ea"/>
                <a:cs typeface="+mj-cs"/>
              </a:defRPr>
            </a:lvl1pPr>
            <a:lvl2pPr lvl="1" rtl="0">
              <a:spcBef>
                <a:spcPts val="0"/>
              </a:spcBef>
              <a:spcAft>
                <a:spcPts val="0"/>
              </a:spcAft>
              <a:buSzPts val="2600"/>
              <a:buNone/>
              <a:defRPr sz="6933"/>
            </a:lvl2pPr>
            <a:lvl3pPr lvl="2" rtl="0">
              <a:spcBef>
                <a:spcPts val="0"/>
              </a:spcBef>
              <a:spcAft>
                <a:spcPts val="0"/>
              </a:spcAft>
              <a:buSzPts val="2600"/>
              <a:buNone/>
              <a:defRPr sz="6933"/>
            </a:lvl3pPr>
            <a:lvl4pPr lvl="3" rtl="0">
              <a:spcBef>
                <a:spcPts val="0"/>
              </a:spcBef>
              <a:spcAft>
                <a:spcPts val="0"/>
              </a:spcAft>
              <a:buSzPts val="2600"/>
              <a:buNone/>
              <a:defRPr sz="6933"/>
            </a:lvl4pPr>
            <a:lvl5pPr lvl="4" rtl="0">
              <a:spcBef>
                <a:spcPts val="0"/>
              </a:spcBef>
              <a:spcAft>
                <a:spcPts val="0"/>
              </a:spcAft>
              <a:buSzPts val="2600"/>
              <a:buNone/>
              <a:defRPr sz="6933"/>
            </a:lvl5pPr>
            <a:lvl6pPr lvl="5" rtl="0">
              <a:spcBef>
                <a:spcPts val="0"/>
              </a:spcBef>
              <a:spcAft>
                <a:spcPts val="0"/>
              </a:spcAft>
              <a:buSzPts val="2600"/>
              <a:buNone/>
              <a:defRPr sz="6933"/>
            </a:lvl6pPr>
            <a:lvl7pPr lvl="6" rtl="0">
              <a:spcBef>
                <a:spcPts val="0"/>
              </a:spcBef>
              <a:spcAft>
                <a:spcPts val="0"/>
              </a:spcAft>
              <a:buSzPts val="2600"/>
              <a:buNone/>
              <a:defRPr sz="6933"/>
            </a:lvl7pPr>
            <a:lvl8pPr lvl="7" rtl="0">
              <a:spcBef>
                <a:spcPts val="0"/>
              </a:spcBef>
              <a:spcAft>
                <a:spcPts val="0"/>
              </a:spcAft>
              <a:buSzPts val="2600"/>
              <a:buNone/>
              <a:defRPr sz="6933"/>
            </a:lvl8pPr>
            <a:lvl9pPr lvl="8" rtl="0">
              <a:spcBef>
                <a:spcPts val="0"/>
              </a:spcBef>
              <a:spcAft>
                <a:spcPts val="0"/>
              </a:spcAft>
              <a:buSzPts val="2600"/>
              <a:buNone/>
              <a:defRPr sz="6933"/>
            </a:lvl9pPr>
          </a:lstStyle>
          <a:p>
            <a:r>
              <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List Manipulation</a:t>
            </a:r>
          </a:p>
        </p:txBody>
      </p:sp>
      <p:sp>
        <p:nvSpPr>
          <p:cNvPr id="3" name="Google Shape;412;p56">
            <a:extLst>
              <a:ext uri="{FF2B5EF4-FFF2-40B4-BE49-F238E27FC236}">
                <a16:creationId xmlns:a16="http://schemas.microsoft.com/office/drawing/2014/main" id="{99B14EF1-7E47-C979-A21D-973B3F9EFB82}"/>
              </a:ext>
            </a:extLst>
          </p:cNvPr>
          <p:cNvSpPr txBox="1">
            <a:spLocks/>
          </p:cNvSpPr>
          <p:nvPr/>
        </p:nvSpPr>
        <p:spPr>
          <a:xfrm>
            <a:off x="296105" y="1175521"/>
            <a:ext cx="20503200" cy="1427200"/>
          </a:xfrm>
          <a:prstGeom prst="rect">
            <a:avLst/>
          </a:prstGeom>
        </p:spPr>
        <p:txBody>
          <a:bodyPr spcFirstLastPara="1" vert="horz" wrap="square" lIns="243800" tIns="243800" rIns="243800" bIns="243800" rtlCol="0" anchor="t" anchorCtr="0">
            <a:normAutofit fontScale="97500"/>
          </a:bodyPr>
          <a:lstStyle>
            <a:lvl1pPr lvl="0" algn="l" defTabSz="1828800" rtl="0" eaLnBrk="1" latinLnBrk="0" hangingPunct="1">
              <a:lnSpc>
                <a:spcPct val="90000"/>
              </a:lnSpc>
              <a:spcBef>
                <a:spcPts val="0"/>
              </a:spcBef>
              <a:spcAft>
                <a:spcPts val="0"/>
              </a:spcAft>
              <a:buSzPts val="2600"/>
              <a:buNone/>
              <a:defRPr sz="6933" kern="1200">
                <a:solidFill>
                  <a:schemeClr val="tx1"/>
                </a:solidFill>
                <a:latin typeface="+mj-lt"/>
                <a:ea typeface="+mj-ea"/>
                <a:cs typeface="+mj-cs"/>
              </a:defRPr>
            </a:lvl1pPr>
            <a:lvl2pPr lvl="1" rtl="0">
              <a:spcBef>
                <a:spcPts val="0"/>
              </a:spcBef>
              <a:spcAft>
                <a:spcPts val="0"/>
              </a:spcAft>
              <a:buSzPts val="2600"/>
              <a:buNone/>
              <a:defRPr sz="6933"/>
            </a:lvl2pPr>
            <a:lvl3pPr lvl="2" rtl="0">
              <a:spcBef>
                <a:spcPts val="0"/>
              </a:spcBef>
              <a:spcAft>
                <a:spcPts val="0"/>
              </a:spcAft>
              <a:buSzPts val="2600"/>
              <a:buNone/>
              <a:defRPr sz="6933"/>
            </a:lvl3pPr>
            <a:lvl4pPr lvl="3" rtl="0">
              <a:spcBef>
                <a:spcPts val="0"/>
              </a:spcBef>
              <a:spcAft>
                <a:spcPts val="0"/>
              </a:spcAft>
              <a:buSzPts val="2600"/>
              <a:buNone/>
              <a:defRPr sz="6933"/>
            </a:lvl4pPr>
            <a:lvl5pPr lvl="4" rtl="0">
              <a:spcBef>
                <a:spcPts val="0"/>
              </a:spcBef>
              <a:spcAft>
                <a:spcPts val="0"/>
              </a:spcAft>
              <a:buSzPts val="2600"/>
              <a:buNone/>
              <a:defRPr sz="6933"/>
            </a:lvl5pPr>
            <a:lvl6pPr lvl="5" rtl="0">
              <a:spcBef>
                <a:spcPts val="0"/>
              </a:spcBef>
              <a:spcAft>
                <a:spcPts val="0"/>
              </a:spcAft>
              <a:buSzPts val="2600"/>
              <a:buNone/>
              <a:defRPr sz="6933"/>
            </a:lvl6pPr>
            <a:lvl7pPr lvl="6" rtl="0">
              <a:spcBef>
                <a:spcPts val="0"/>
              </a:spcBef>
              <a:spcAft>
                <a:spcPts val="0"/>
              </a:spcAft>
              <a:buSzPts val="2600"/>
              <a:buNone/>
              <a:defRPr sz="6933"/>
            </a:lvl7pPr>
            <a:lvl8pPr lvl="7" rtl="0">
              <a:spcBef>
                <a:spcPts val="0"/>
              </a:spcBef>
              <a:spcAft>
                <a:spcPts val="0"/>
              </a:spcAft>
              <a:buSzPts val="2600"/>
              <a:buNone/>
              <a:defRPr sz="6933"/>
            </a:lvl8pPr>
            <a:lvl9pPr lvl="8" rtl="0">
              <a:spcBef>
                <a:spcPts val="0"/>
              </a:spcBef>
              <a:spcAft>
                <a:spcPts val="0"/>
              </a:spcAft>
              <a:buSzPts val="2600"/>
              <a:buNone/>
              <a:defRPr sz="6933"/>
            </a:lvl9pPr>
          </a:lstStyle>
          <a:p>
            <a:r>
              <a:rPr lang="en-US" sz="6000" b="1" dirty="0">
                <a:solidFill>
                  <a:srgbClr val="004C7F"/>
                </a:solidFill>
                <a:latin typeface="Helvetica Neue" panose="02000503000000020004" pitchFamily="2" charset="0"/>
                <a:ea typeface="Helvetica Neue" panose="02000503000000020004" pitchFamily="2" charset="0"/>
                <a:cs typeface="Helvetica Neue" panose="02000503000000020004" pitchFamily="2" charset="0"/>
              </a:rPr>
              <a:t>Multidimensional Lists</a:t>
            </a:r>
          </a:p>
        </p:txBody>
      </p:sp>
      <p:sp>
        <p:nvSpPr>
          <p:cNvPr id="12" name="Google Shape;502;p64">
            <a:extLst>
              <a:ext uri="{FF2B5EF4-FFF2-40B4-BE49-F238E27FC236}">
                <a16:creationId xmlns:a16="http://schemas.microsoft.com/office/drawing/2014/main" id="{92EF44ED-4CD4-87F1-60ED-89D5DBD328F5}"/>
              </a:ext>
            </a:extLst>
          </p:cNvPr>
          <p:cNvSpPr txBox="1">
            <a:spLocks noGrp="1"/>
          </p:cNvSpPr>
          <p:nvPr>
            <p:ph type="body" idx="1"/>
          </p:nvPr>
        </p:nvSpPr>
        <p:spPr>
          <a:xfrm>
            <a:off x="1940651" y="2763142"/>
            <a:ext cx="28924359" cy="3028058"/>
          </a:xfrm>
          <a:prstGeom prst="rect">
            <a:avLst/>
          </a:prstGeom>
        </p:spPr>
        <p:txBody>
          <a:bodyPr spcFirstLastPara="1" vert="horz" wrap="square" lIns="243800" tIns="243800" rIns="243800" bIns="243800" rtlCol="0" anchor="t" anchorCtr="0">
            <a:noAutofit/>
          </a:bodyPr>
          <a:lstStyle/>
          <a:p>
            <a:pPr marL="389519" indent="0">
              <a:buNone/>
            </a:pPr>
            <a:r>
              <a:rPr lang="en" b="1" dirty="0">
                <a:solidFill>
                  <a:srgbClr val="006B64"/>
                </a:solidFill>
                <a:latin typeface="Helvetica Neue" panose="02000503000000020004" pitchFamily="2" charset="0"/>
                <a:ea typeface="Helvetica Neue" panose="02000503000000020004" pitchFamily="2" charset="0"/>
                <a:cs typeface="Helvetica Neue" panose="02000503000000020004" pitchFamily="2" charset="0"/>
              </a:rPr>
              <a:t>A list inside a list [inside a list inside …]</a:t>
            </a:r>
          </a:p>
        </p:txBody>
      </p:sp>
      <p:sp>
        <p:nvSpPr>
          <p:cNvPr id="5" name="TextBox 4">
            <a:extLst>
              <a:ext uri="{FF2B5EF4-FFF2-40B4-BE49-F238E27FC236}">
                <a16:creationId xmlns:a16="http://schemas.microsoft.com/office/drawing/2014/main" id="{DD691EC3-1C55-215D-FEC7-FE593AC2FBFF}"/>
              </a:ext>
            </a:extLst>
          </p:cNvPr>
          <p:cNvSpPr txBox="1"/>
          <p:nvPr/>
        </p:nvSpPr>
        <p:spPr>
          <a:xfrm>
            <a:off x="12193587" y="4277171"/>
            <a:ext cx="10252937" cy="7171194"/>
          </a:xfrm>
          <a:prstGeom prst="rect">
            <a:avLst/>
          </a:prstGeom>
          <a:noFill/>
        </p:spPr>
        <p:txBody>
          <a:bodyPr wrap="square">
            <a:spAutoFit/>
          </a:bodyPr>
          <a:lstStyle/>
          <a:p>
            <a:r>
              <a:rPr lang="en-US" sz="11500" dirty="0">
                <a:solidFill>
                  <a:srgbClr val="000000"/>
                </a:solidFill>
                <a:latin typeface="Courier New" panose="02070309020205020404" pitchFamily="49" charset="0"/>
              </a:rPr>
              <a:t>  </a:t>
            </a:r>
            <a:r>
              <a:rPr lang="en-US" sz="11500" dirty="0" err="1">
                <a:solidFill>
                  <a:srgbClr val="000000"/>
                </a:solidFill>
                <a:latin typeface="Courier New" panose="02070309020205020404" pitchFamily="49" charset="0"/>
              </a:rPr>
              <a:t>my_list</a:t>
            </a:r>
            <a:endParaRPr lang="en-US" sz="11500" b="0" dirty="0">
              <a:solidFill>
                <a:srgbClr val="000000"/>
              </a:solidFill>
              <a:effectLst/>
              <a:latin typeface="Courier New" panose="02070309020205020404" pitchFamily="49" charset="0"/>
            </a:endParaRPr>
          </a:p>
          <a:p>
            <a:r>
              <a:rPr lang="en-US" sz="11500" b="0" dirty="0">
                <a:solidFill>
                  <a:srgbClr val="000000"/>
                </a:solidFill>
                <a:effectLst/>
                <a:latin typeface="Courier New" panose="02070309020205020404" pitchFamily="49" charset="0"/>
              </a:rPr>
              <a:t>[[</a:t>
            </a:r>
            <a:r>
              <a:rPr lang="en-US" sz="11500" b="0" dirty="0">
                <a:solidFill>
                  <a:srgbClr val="098156"/>
                </a:solidFill>
                <a:effectLst/>
                <a:latin typeface="Courier New" panose="02070309020205020404" pitchFamily="49" charset="0"/>
              </a:rPr>
              <a:t>1</a:t>
            </a:r>
            <a:r>
              <a:rPr lang="en-US" sz="11500" b="0" dirty="0">
                <a:solidFill>
                  <a:srgbClr val="000000"/>
                </a:solidFill>
                <a:effectLst/>
                <a:latin typeface="Courier New" panose="02070309020205020404" pitchFamily="49" charset="0"/>
              </a:rPr>
              <a:t>, </a:t>
            </a:r>
            <a:r>
              <a:rPr lang="en-US" sz="11500" b="0" dirty="0">
                <a:solidFill>
                  <a:srgbClr val="098156"/>
                </a:solidFill>
                <a:effectLst/>
                <a:latin typeface="Courier New" panose="02070309020205020404" pitchFamily="49" charset="0"/>
              </a:rPr>
              <a:t>2</a:t>
            </a:r>
            <a:r>
              <a:rPr lang="en-US" sz="11500" b="0" dirty="0">
                <a:solidFill>
                  <a:srgbClr val="000000"/>
                </a:solidFill>
                <a:effectLst/>
                <a:latin typeface="Courier New" panose="02070309020205020404" pitchFamily="49" charset="0"/>
              </a:rPr>
              <a:t>, </a:t>
            </a:r>
            <a:r>
              <a:rPr lang="en-US" sz="11500" b="0" dirty="0">
                <a:solidFill>
                  <a:srgbClr val="098156"/>
                </a:solidFill>
                <a:effectLst/>
                <a:latin typeface="Courier New" panose="02070309020205020404" pitchFamily="49" charset="0"/>
              </a:rPr>
              <a:t>3</a:t>
            </a:r>
            <a:r>
              <a:rPr lang="en-US" sz="11500" b="0" dirty="0">
                <a:solidFill>
                  <a:srgbClr val="000000"/>
                </a:solidFill>
                <a:effectLst/>
                <a:latin typeface="Courier New" panose="02070309020205020404" pitchFamily="49" charset="0"/>
              </a:rPr>
              <a:t>],</a:t>
            </a:r>
          </a:p>
          <a:p>
            <a:r>
              <a:rPr lang="en-US" sz="11500" b="0" dirty="0">
                <a:solidFill>
                  <a:srgbClr val="000000"/>
                </a:solidFill>
                <a:effectLst/>
                <a:latin typeface="Courier New" panose="02070309020205020404" pitchFamily="49" charset="0"/>
              </a:rPr>
              <a:t> [</a:t>
            </a:r>
            <a:r>
              <a:rPr lang="en-US" sz="11500" b="0" dirty="0">
                <a:solidFill>
                  <a:srgbClr val="098156"/>
                </a:solidFill>
                <a:effectLst/>
                <a:latin typeface="Courier New" panose="02070309020205020404" pitchFamily="49" charset="0"/>
              </a:rPr>
              <a:t>4</a:t>
            </a:r>
            <a:r>
              <a:rPr lang="en-US" sz="11500" b="0" dirty="0">
                <a:solidFill>
                  <a:srgbClr val="000000"/>
                </a:solidFill>
                <a:effectLst/>
                <a:latin typeface="Courier New" panose="02070309020205020404" pitchFamily="49" charset="0"/>
              </a:rPr>
              <a:t>, </a:t>
            </a:r>
            <a:r>
              <a:rPr lang="en-US" sz="11500" b="0" dirty="0">
                <a:solidFill>
                  <a:srgbClr val="098156"/>
                </a:solidFill>
                <a:effectLst/>
                <a:latin typeface="Courier New" panose="02070309020205020404" pitchFamily="49" charset="0"/>
              </a:rPr>
              <a:t>5</a:t>
            </a:r>
            <a:r>
              <a:rPr lang="en-US" sz="11500" b="0" dirty="0">
                <a:solidFill>
                  <a:srgbClr val="000000"/>
                </a:solidFill>
                <a:effectLst/>
                <a:latin typeface="Courier New" panose="02070309020205020404" pitchFamily="49" charset="0"/>
              </a:rPr>
              <a:t>, </a:t>
            </a:r>
            <a:r>
              <a:rPr lang="en-US" sz="11500" b="0" dirty="0">
                <a:solidFill>
                  <a:srgbClr val="098156"/>
                </a:solidFill>
                <a:effectLst/>
                <a:latin typeface="Courier New" panose="02070309020205020404" pitchFamily="49" charset="0"/>
              </a:rPr>
              <a:t>6</a:t>
            </a:r>
            <a:r>
              <a:rPr lang="en-US" sz="11500" b="0" dirty="0">
                <a:solidFill>
                  <a:srgbClr val="000000"/>
                </a:solidFill>
                <a:effectLst/>
                <a:latin typeface="Courier New" panose="02070309020205020404" pitchFamily="49" charset="0"/>
              </a:rPr>
              <a:t>],</a:t>
            </a:r>
          </a:p>
          <a:p>
            <a:r>
              <a:rPr lang="en-US" sz="11500" b="0" dirty="0">
                <a:solidFill>
                  <a:srgbClr val="000000"/>
                </a:solidFill>
                <a:effectLst/>
                <a:latin typeface="Courier New" panose="02070309020205020404" pitchFamily="49" charset="0"/>
              </a:rPr>
              <a:t> [</a:t>
            </a:r>
            <a:r>
              <a:rPr lang="en-US" sz="11500" b="0" dirty="0">
                <a:solidFill>
                  <a:srgbClr val="098156"/>
                </a:solidFill>
                <a:effectLst/>
                <a:latin typeface="Courier New" panose="02070309020205020404" pitchFamily="49" charset="0"/>
              </a:rPr>
              <a:t>7</a:t>
            </a:r>
            <a:r>
              <a:rPr lang="en-US" sz="11500" b="0" dirty="0">
                <a:solidFill>
                  <a:srgbClr val="000000"/>
                </a:solidFill>
                <a:effectLst/>
                <a:latin typeface="Courier New" panose="02070309020205020404" pitchFamily="49" charset="0"/>
              </a:rPr>
              <a:t>, </a:t>
            </a:r>
            <a:r>
              <a:rPr lang="en-US" sz="11500" b="0" dirty="0">
                <a:solidFill>
                  <a:srgbClr val="098156"/>
                </a:solidFill>
                <a:effectLst/>
                <a:latin typeface="Courier New" panose="02070309020205020404" pitchFamily="49" charset="0"/>
              </a:rPr>
              <a:t>8</a:t>
            </a:r>
            <a:r>
              <a:rPr lang="en-US" sz="11500" b="0" dirty="0">
                <a:solidFill>
                  <a:srgbClr val="000000"/>
                </a:solidFill>
                <a:effectLst/>
                <a:latin typeface="Courier New" panose="02070309020205020404" pitchFamily="49" charset="0"/>
              </a:rPr>
              <a:t>, </a:t>
            </a:r>
            <a:r>
              <a:rPr lang="en-US" sz="11500" b="0" dirty="0">
                <a:solidFill>
                  <a:srgbClr val="098156"/>
                </a:solidFill>
                <a:effectLst/>
                <a:latin typeface="Courier New" panose="02070309020205020404" pitchFamily="49" charset="0"/>
              </a:rPr>
              <a:t>9</a:t>
            </a:r>
            <a:r>
              <a:rPr lang="en-US" sz="11500" b="0" dirty="0">
                <a:solidFill>
                  <a:srgbClr val="000000"/>
                </a:solidFill>
                <a:effectLst/>
                <a:latin typeface="Courier New" panose="02070309020205020404" pitchFamily="49" charset="0"/>
              </a:rPr>
              <a:t>]]</a:t>
            </a:r>
          </a:p>
        </p:txBody>
      </p:sp>
      <p:sp>
        <p:nvSpPr>
          <p:cNvPr id="8" name="TextBox 7">
            <a:extLst>
              <a:ext uri="{FF2B5EF4-FFF2-40B4-BE49-F238E27FC236}">
                <a16:creationId xmlns:a16="http://schemas.microsoft.com/office/drawing/2014/main" id="{1764DEA5-092B-AEA6-F565-9C4DA65F0F49}"/>
              </a:ext>
            </a:extLst>
          </p:cNvPr>
          <p:cNvSpPr txBox="1"/>
          <p:nvPr/>
        </p:nvSpPr>
        <p:spPr>
          <a:xfrm>
            <a:off x="1277448" y="5283368"/>
            <a:ext cx="4995305" cy="1015663"/>
          </a:xfrm>
          <a:prstGeom prst="rect">
            <a:avLst/>
          </a:prstGeom>
          <a:noFill/>
        </p:spPr>
        <p:txBody>
          <a:bodyPr wrap="square">
            <a:spAutoFit/>
          </a:bodyPr>
          <a:lstStyle/>
          <a:p>
            <a:r>
              <a:rPr lang="en-US" sz="6000" b="0" dirty="0" err="1">
                <a:solidFill>
                  <a:srgbClr val="000000"/>
                </a:solidFill>
                <a:effectLst/>
                <a:latin typeface="Courier New" panose="02070309020205020404" pitchFamily="49" charset="0"/>
              </a:rPr>
              <a:t>my_list</a:t>
            </a:r>
            <a:r>
              <a:rPr lang="en-US" sz="6000" b="0" dirty="0">
                <a:solidFill>
                  <a:srgbClr val="000000"/>
                </a:solidFill>
                <a:effectLst/>
                <a:latin typeface="Courier New" panose="02070309020205020404" pitchFamily="49" charset="0"/>
              </a:rPr>
              <a:t>[</a:t>
            </a:r>
            <a:r>
              <a:rPr lang="en-US" sz="6000" dirty="0">
                <a:solidFill>
                  <a:srgbClr val="098156"/>
                </a:solidFill>
                <a:latin typeface="Courier New" panose="02070309020205020404" pitchFamily="49" charset="0"/>
              </a:rPr>
              <a:t> </a:t>
            </a:r>
            <a:r>
              <a:rPr lang="en-US" sz="6000" b="0" dirty="0">
                <a:solidFill>
                  <a:srgbClr val="000000"/>
                </a:solidFill>
                <a:effectLst/>
                <a:latin typeface="Courier New" panose="02070309020205020404" pitchFamily="49" charset="0"/>
              </a:rPr>
              <a:t>]</a:t>
            </a:r>
          </a:p>
        </p:txBody>
      </p:sp>
      <p:sp>
        <p:nvSpPr>
          <p:cNvPr id="9" name="TextBox 8">
            <a:extLst>
              <a:ext uri="{FF2B5EF4-FFF2-40B4-BE49-F238E27FC236}">
                <a16:creationId xmlns:a16="http://schemas.microsoft.com/office/drawing/2014/main" id="{B7FCB2BA-C9AD-AF27-D61A-4A75D002C1A1}"/>
              </a:ext>
            </a:extLst>
          </p:cNvPr>
          <p:cNvSpPr txBox="1"/>
          <p:nvPr/>
        </p:nvSpPr>
        <p:spPr>
          <a:xfrm>
            <a:off x="4935935" y="5283367"/>
            <a:ext cx="730271" cy="1015663"/>
          </a:xfrm>
          <a:prstGeom prst="rect">
            <a:avLst/>
          </a:prstGeom>
          <a:noFill/>
        </p:spPr>
        <p:txBody>
          <a:bodyPr wrap="square">
            <a:spAutoFit/>
          </a:bodyPr>
          <a:lstStyle/>
          <a:p>
            <a:r>
              <a:rPr lang="en-US" sz="6000" dirty="0">
                <a:solidFill>
                  <a:srgbClr val="098156"/>
                </a:solidFill>
                <a:latin typeface="Courier New" panose="02070309020205020404" pitchFamily="49" charset="0"/>
              </a:rPr>
              <a:t>0</a:t>
            </a:r>
            <a:endParaRPr lang="en-US" sz="6000" b="0" dirty="0">
              <a:solidFill>
                <a:srgbClr val="000000"/>
              </a:solidFill>
              <a:effectLst/>
              <a:latin typeface="Courier New" panose="02070309020205020404" pitchFamily="49" charset="0"/>
            </a:endParaRPr>
          </a:p>
        </p:txBody>
      </p:sp>
      <p:sp>
        <p:nvSpPr>
          <p:cNvPr id="10" name="TextBox 9">
            <a:extLst>
              <a:ext uri="{FF2B5EF4-FFF2-40B4-BE49-F238E27FC236}">
                <a16:creationId xmlns:a16="http://schemas.microsoft.com/office/drawing/2014/main" id="{98535E70-F0B8-58A5-6902-24E716299A4F}"/>
              </a:ext>
            </a:extLst>
          </p:cNvPr>
          <p:cNvSpPr txBox="1"/>
          <p:nvPr/>
        </p:nvSpPr>
        <p:spPr>
          <a:xfrm>
            <a:off x="4935935" y="5283367"/>
            <a:ext cx="730271" cy="1015663"/>
          </a:xfrm>
          <a:prstGeom prst="rect">
            <a:avLst/>
          </a:prstGeom>
          <a:noFill/>
        </p:spPr>
        <p:txBody>
          <a:bodyPr wrap="square">
            <a:spAutoFit/>
          </a:bodyPr>
          <a:lstStyle/>
          <a:p>
            <a:r>
              <a:rPr lang="en-US" sz="6000" b="0" dirty="0">
                <a:solidFill>
                  <a:srgbClr val="098156"/>
                </a:solidFill>
                <a:effectLst/>
                <a:latin typeface="Courier New" panose="02070309020205020404" pitchFamily="49" charset="0"/>
              </a:rPr>
              <a:t>2</a:t>
            </a:r>
            <a:endParaRPr lang="en-US" sz="6000" b="0" dirty="0">
              <a:solidFill>
                <a:srgbClr val="000000"/>
              </a:solidFill>
              <a:effectLst/>
              <a:latin typeface="Courier New" panose="02070309020205020404" pitchFamily="49" charset="0"/>
            </a:endParaRPr>
          </a:p>
        </p:txBody>
      </p:sp>
      <p:sp>
        <p:nvSpPr>
          <p:cNvPr id="11" name="Rectangle 10">
            <a:extLst>
              <a:ext uri="{FF2B5EF4-FFF2-40B4-BE49-F238E27FC236}">
                <a16:creationId xmlns:a16="http://schemas.microsoft.com/office/drawing/2014/main" id="{A0FF6B28-CE02-EBF7-BA82-5B6243064064}"/>
              </a:ext>
            </a:extLst>
          </p:cNvPr>
          <p:cNvSpPr/>
          <p:nvPr/>
        </p:nvSpPr>
        <p:spPr>
          <a:xfrm>
            <a:off x="13459327" y="6299030"/>
            <a:ext cx="7339978" cy="1385137"/>
          </a:xfrm>
          <a:prstGeom prst="rect">
            <a:avLst/>
          </a:prstGeom>
          <a:noFill/>
          <a:ln w="76200">
            <a:solidFill>
              <a:srgbClr val="004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9FB0A704-19F5-3C55-9A1F-61A3C3D6BDE0}"/>
              </a:ext>
            </a:extLst>
          </p:cNvPr>
          <p:cNvSpPr txBox="1"/>
          <p:nvPr/>
        </p:nvSpPr>
        <p:spPr>
          <a:xfrm>
            <a:off x="4935935" y="5283366"/>
            <a:ext cx="730271" cy="1015663"/>
          </a:xfrm>
          <a:prstGeom prst="rect">
            <a:avLst/>
          </a:prstGeom>
          <a:noFill/>
        </p:spPr>
        <p:txBody>
          <a:bodyPr wrap="square">
            <a:spAutoFit/>
          </a:bodyPr>
          <a:lstStyle/>
          <a:p>
            <a:r>
              <a:rPr lang="en-US" sz="6000" b="0" dirty="0">
                <a:solidFill>
                  <a:srgbClr val="098156"/>
                </a:solidFill>
                <a:effectLst/>
                <a:latin typeface="Courier New" panose="02070309020205020404" pitchFamily="49" charset="0"/>
              </a:rPr>
              <a:t>1</a:t>
            </a:r>
            <a:endParaRPr lang="en-US" sz="6000" b="0" dirty="0">
              <a:solidFill>
                <a:srgbClr val="000000"/>
              </a:solidFill>
              <a:effectLst/>
              <a:latin typeface="Courier New" panose="02070309020205020404" pitchFamily="49" charset="0"/>
            </a:endParaRPr>
          </a:p>
        </p:txBody>
      </p:sp>
      <p:sp>
        <p:nvSpPr>
          <p:cNvPr id="17" name="TextBox 16">
            <a:extLst>
              <a:ext uri="{FF2B5EF4-FFF2-40B4-BE49-F238E27FC236}">
                <a16:creationId xmlns:a16="http://schemas.microsoft.com/office/drawing/2014/main" id="{C831A0C5-983E-2F0F-340D-8255625C3A94}"/>
              </a:ext>
            </a:extLst>
          </p:cNvPr>
          <p:cNvSpPr txBox="1"/>
          <p:nvPr/>
        </p:nvSpPr>
        <p:spPr>
          <a:xfrm>
            <a:off x="1277447" y="6668504"/>
            <a:ext cx="6262342" cy="1015663"/>
          </a:xfrm>
          <a:prstGeom prst="rect">
            <a:avLst/>
          </a:prstGeom>
          <a:noFill/>
        </p:spPr>
        <p:txBody>
          <a:bodyPr wrap="square">
            <a:spAutoFit/>
          </a:bodyPr>
          <a:lstStyle/>
          <a:p>
            <a:r>
              <a:rPr lang="en-US" sz="6000" b="0" dirty="0" err="1">
                <a:solidFill>
                  <a:srgbClr val="000000"/>
                </a:solidFill>
                <a:effectLst/>
                <a:latin typeface="Courier New" panose="02070309020205020404" pitchFamily="49" charset="0"/>
              </a:rPr>
              <a:t>my_list</a:t>
            </a:r>
            <a:r>
              <a:rPr lang="en-US" sz="6000" b="0" dirty="0">
                <a:solidFill>
                  <a:srgbClr val="000000"/>
                </a:solidFill>
                <a:effectLst/>
                <a:latin typeface="Courier New" panose="02070309020205020404" pitchFamily="49" charset="0"/>
              </a:rPr>
              <a:t>[</a:t>
            </a:r>
            <a:r>
              <a:rPr lang="en-US" sz="6000" dirty="0">
                <a:solidFill>
                  <a:srgbClr val="098156"/>
                </a:solidFill>
                <a:latin typeface="Courier New" panose="02070309020205020404" pitchFamily="49" charset="0"/>
              </a:rPr>
              <a:t> </a:t>
            </a:r>
            <a:r>
              <a:rPr lang="en-US" sz="6000" b="0" dirty="0">
                <a:solidFill>
                  <a:srgbClr val="000000"/>
                </a:solidFill>
                <a:effectLst/>
                <a:latin typeface="Courier New" panose="02070309020205020404" pitchFamily="49" charset="0"/>
              </a:rPr>
              <a:t>][</a:t>
            </a:r>
            <a:r>
              <a:rPr lang="en-US" sz="6000" dirty="0">
                <a:solidFill>
                  <a:srgbClr val="098156"/>
                </a:solidFill>
                <a:latin typeface="Courier New" panose="02070309020205020404" pitchFamily="49" charset="0"/>
              </a:rPr>
              <a:t> </a:t>
            </a:r>
            <a:r>
              <a:rPr lang="en-US" sz="6000" b="0" dirty="0">
                <a:solidFill>
                  <a:srgbClr val="000000"/>
                </a:solidFill>
                <a:effectLst/>
                <a:latin typeface="Courier New" panose="02070309020205020404" pitchFamily="49" charset="0"/>
              </a:rPr>
              <a:t>]</a:t>
            </a:r>
          </a:p>
        </p:txBody>
      </p:sp>
      <p:sp>
        <p:nvSpPr>
          <p:cNvPr id="20" name="TextBox 19">
            <a:extLst>
              <a:ext uri="{FF2B5EF4-FFF2-40B4-BE49-F238E27FC236}">
                <a16:creationId xmlns:a16="http://schemas.microsoft.com/office/drawing/2014/main" id="{9E6C7911-F4EC-00DA-5C54-AFA6992D855A}"/>
              </a:ext>
            </a:extLst>
          </p:cNvPr>
          <p:cNvSpPr txBox="1"/>
          <p:nvPr/>
        </p:nvSpPr>
        <p:spPr>
          <a:xfrm>
            <a:off x="4936339" y="6668504"/>
            <a:ext cx="730271" cy="1015663"/>
          </a:xfrm>
          <a:prstGeom prst="rect">
            <a:avLst/>
          </a:prstGeom>
          <a:noFill/>
        </p:spPr>
        <p:txBody>
          <a:bodyPr wrap="square">
            <a:spAutoFit/>
          </a:bodyPr>
          <a:lstStyle/>
          <a:p>
            <a:r>
              <a:rPr lang="en-US" sz="6000" b="0" dirty="0">
                <a:solidFill>
                  <a:srgbClr val="098156"/>
                </a:solidFill>
                <a:effectLst/>
                <a:latin typeface="Courier New" panose="02070309020205020404" pitchFamily="49" charset="0"/>
              </a:rPr>
              <a:t>0</a:t>
            </a:r>
            <a:endParaRPr lang="en-US" sz="6000" b="0" dirty="0">
              <a:solidFill>
                <a:srgbClr val="000000"/>
              </a:solidFill>
              <a:effectLst/>
              <a:latin typeface="Courier New" panose="02070309020205020404" pitchFamily="49" charset="0"/>
            </a:endParaRPr>
          </a:p>
        </p:txBody>
      </p:sp>
      <p:sp>
        <p:nvSpPr>
          <p:cNvPr id="22" name="TextBox 21">
            <a:extLst>
              <a:ext uri="{FF2B5EF4-FFF2-40B4-BE49-F238E27FC236}">
                <a16:creationId xmlns:a16="http://schemas.microsoft.com/office/drawing/2014/main" id="{D96B3DE4-4EA9-C93F-10DB-8AD92A346C6B}"/>
              </a:ext>
            </a:extLst>
          </p:cNvPr>
          <p:cNvSpPr txBox="1"/>
          <p:nvPr/>
        </p:nvSpPr>
        <p:spPr>
          <a:xfrm>
            <a:off x="6306569" y="6668503"/>
            <a:ext cx="730271" cy="1015663"/>
          </a:xfrm>
          <a:prstGeom prst="rect">
            <a:avLst/>
          </a:prstGeom>
          <a:noFill/>
        </p:spPr>
        <p:txBody>
          <a:bodyPr wrap="square">
            <a:spAutoFit/>
          </a:bodyPr>
          <a:lstStyle/>
          <a:p>
            <a:r>
              <a:rPr lang="en-US" sz="6000" b="0" dirty="0">
                <a:solidFill>
                  <a:srgbClr val="098156"/>
                </a:solidFill>
                <a:effectLst/>
                <a:latin typeface="Courier New" panose="02070309020205020404" pitchFamily="49" charset="0"/>
              </a:rPr>
              <a:t>1</a:t>
            </a:r>
            <a:endParaRPr lang="en-US" sz="6000" b="0" dirty="0">
              <a:solidFill>
                <a:srgbClr val="000000"/>
              </a:solidFill>
              <a:effectLst/>
              <a:latin typeface="Courier New" panose="02070309020205020404" pitchFamily="49" charset="0"/>
            </a:endParaRPr>
          </a:p>
        </p:txBody>
      </p:sp>
      <p:sp>
        <p:nvSpPr>
          <p:cNvPr id="23" name="TextBox 22">
            <a:extLst>
              <a:ext uri="{FF2B5EF4-FFF2-40B4-BE49-F238E27FC236}">
                <a16:creationId xmlns:a16="http://schemas.microsoft.com/office/drawing/2014/main" id="{79844DED-593F-30DD-C33B-4985EDA3A3C0}"/>
              </a:ext>
            </a:extLst>
          </p:cNvPr>
          <p:cNvSpPr txBox="1"/>
          <p:nvPr/>
        </p:nvSpPr>
        <p:spPr>
          <a:xfrm>
            <a:off x="4956128" y="6667801"/>
            <a:ext cx="730271" cy="1015663"/>
          </a:xfrm>
          <a:prstGeom prst="rect">
            <a:avLst/>
          </a:prstGeom>
          <a:noFill/>
        </p:spPr>
        <p:txBody>
          <a:bodyPr wrap="square">
            <a:spAutoFit/>
          </a:bodyPr>
          <a:lstStyle/>
          <a:p>
            <a:r>
              <a:rPr lang="en-US" sz="6000" dirty="0">
                <a:solidFill>
                  <a:srgbClr val="098156"/>
                </a:solidFill>
                <a:latin typeface="Courier New" panose="02070309020205020404" pitchFamily="49" charset="0"/>
              </a:rPr>
              <a:t>2</a:t>
            </a:r>
            <a:endParaRPr lang="en-US" sz="6000" b="0" dirty="0">
              <a:solidFill>
                <a:srgbClr val="000000"/>
              </a:solidFill>
              <a:effectLst/>
              <a:latin typeface="Courier New" panose="02070309020205020404" pitchFamily="49" charset="0"/>
            </a:endParaRPr>
          </a:p>
        </p:txBody>
      </p:sp>
      <p:sp>
        <p:nvSpPr>
          <p:cNvPr id="24" name="TextBox 23">
            <a:extLst>
              <a:ext uri="{FF2B5EF4-FFF2-40B4-BE49-F238E27FC236}">
                <a16:creationId xmlns:a16="http://schemas.microsoft.com/office/drawing/2014/main" id="{AB47A3F1-4EE9-1D26-5581-5570406613FE}"/>
              </a:ext>
            </a:extLst>
          </p:cNvPr>
          <p:cNvSpPr txBox="1"/>
          <p:nvPr/>
        </p:nvSpPr>
        <p:spPr>
          <a:xfrm>
            <a:off x="6306569" y="6667800"/>
            <a:ext cx="730271" cy="1015663"/>
          </a:xfrm>
          <a:prstGeom prst="rect">
            <a:avLst/>
          </a:prstGeom>
          <a:noFill/>
        </p:spPr>
        <p:txBody>
          <a:bodyPr wrap="square">
            <a:spAutoFit/>
          </a:bodyPr>
          <a:lstStyle/>
          <a:p>
            <a:r>
              <a:rPr lang="en-US" sz="6000" dirty="0">
                <a:solidFill>
                  <a:srgbClr val="098156"/>
                </a:solidFill>
                <a:latin typeface="Courier New" panose="02070309020205020404" pitchFamily="49" charset="0"/>
              </a:rPr>
              <a:t>0</a:t>
            </a:r>
            <a:endParaRPr lang="en-US" sz="6000" b="0" dirty="0">
              <a:solidFill>
                <a:srgbClr val="000000"/>
              </a:solidFill>
              <a:effectLst/>
              <a:latin typeface="Courier New" panose="02070309020205020404" pitchFamily="49" charset="0"/>
            </a:endParaRPr>
          </a:p>
        </p:txBody>
      </p:sp>
      <p:sp>
        <p:nvSpPr>
          <p:cNvPr id="25" name="TextBox 24">
            <a:extLst>
              <a:ext uri="{FF2B5EF4-FFF2-40B4-BE49-F238E27FC236}">
                <a16:creationId xmlns:a16="http://schemas.microsoft.com/office/drawing/2014/main" id="{3CF6655F-685C-84C2-BFE5-4986F9FA5A0E}"/>
              </a:ext>
            </a:extLst>
          </p:cNvPr>
          <p:cNvSpPr txBox="1"/>
          <p:nvPr/>
        </p:nvSpPr>
        <p:spPr>
          <a:xfrm>
            <a:off x="4935934" y="5283365"/>
            <a:ext cx="730271" cy="1015663"/>
          </a:xfrm>
          <a:prstGeom prst="rect">
            <a:avLst/>
          </a:prstGeom>
          <a:noFill/>
        </p:spPr>
        <p:txBody>
          <a:bodyPr wrap="square">
            <a:spAutoFit/>
          </a:bodyPr>
          <a:lstStyle/>
          <a:p>
            <a:r>
              <a:rPr lang="en-US" sz="6000" b="0" dirty="0" err="1">
                <a:solidFill>
                  <a:srgbClr val="000000"/>
                </a:solidFill>
                <a:effectLst/>
                <a:latin typeface="Courier New" panose="02070309020205020404" pitchFamily="49" charset="0"/>
              </a:rPr>
              <a:t>i</a:t>
            </a:r>
            <a:endParaRPr lang="en-US" sz="6000" b="0" dirty="0">
              <a:solidFill>
                <a:srgbClr val="000000"/>
              </a:solidFill>
              <a:effectLst/>
              <a:latin typeface="Courier New" panose="02070309020205020404" pitchFamily="49" charset="0"/>
            </a:endParaRPr>
          </a:p>
        </p:txBody>
      </p:sp>
      <p:sp>
        <p:nvSpPr>
          <p:cNvPr id="26" name="Rectangle 25">
            <a:extLst>
              <a:ext uri="{FF2B5EF4-FFF2-40B4-BE49-F238E27FC236}">
                <a16:creationId xmlns:a16="http://schemas.microsoft.com/office/drawing/2014/main" id="{CBC9352F-2CA5-59C0-B7EA-1C5DB23F1FBF}"/>
              </a:ext>
            </a:extLst>
          </p:cNvPr>
          <p:cNvSpPr/>
          <p:nvPr/>
        </p:nvSpPr>
        <p:spPr>
          <a:xfrm>
            <a:off x="16525689" y="6299029"/>
            <a:ext cx="1136669" cy="1385137"/>
          </a:xfrm>
          <a:prstGeom prst="rect">
            <a:avLst/>
          </a:prstGeom>
          <a:noFill/>
          <a:ln w="76200">
            <a:solidFill>
              <a:srgbClr val="004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43C1509C-50EA-805F-1706-165BD6B7A9CA}"/>
              </a:ext>
            </a:extLst>
          </p:cNvPr>
          <p:cNvSpPr txBox="1"/>
          <p:nvPr/>
        </p:nvSpPr>
        <p:spPr>
          <a:xfrm>
            <a:off x="4944360" y="6674930"/>
            <a:ext cx="730271" cy="1015663"/>
          </a:xfrm>
          <a:prstGeom prst="rect">
            <a:avLst/>
          </a:prstGeom>
          <a:noFill/>
        </p:spPr>
        <p:txBody>
          <a:bodyPr wrap="square">
            <a:spAutoFit/>
          </a:bodyPr>
          <a:lstStyle/>
          <a:p>
            <a:r>
              <a:rPr lang="en-US" sz="6000" dirty="0">
                <a:solidFill>
                  <a:srgbClr val="098156"/>
                </a:solidFill>
                <a:latin typeface="Courier New" panose="02070309020205020404" pitchFamily="49" charset="0"/>
              </a:rPr>
              <a:t>1</a:t>
            </a:r>
            <a:endParaRPr lang="en-US" sz="6000" b="0" dirty="0">
              <a:solidFill>
                <a:srgbClr val="000000"/>
              </a:solidFill>
              <a:effectLst/>
              <a:latin typeface="Courier New" panose="02070309020205020404" pitchFamily="49" charset="0"/>
            </a:endParaRPr>
          </a:p>
        </p:txBody>
      </p:sp>
      <p:sp>
        <p:nvSpPr>
          <p:cNvPr id="28" name="TextBox 27">
            <a:extLst>
              <a:ext uri="{FF2B5EF4-FFF2-40B4-BE49-F238E27FC236}">
                <a16:creationId xmlns:a16="http://schemas.microsoft.com/office/drawing/2014/main" id="{E9576B41-B488-3645-42AF-2C6B1B843D7D}"/>
              </a:ext>
            </a:extLst>
          </p:cNvPr>
          <p:cNvSpPr txBox="1"/>
          <p:nvPr/>
        </p:nvSpPr>
        <p:spPr>
          <a:xfrm>
            <a:off x="6326358" y="6674930"/>
            <a:ext cx="730271" cy="1015663"/>
          </a:xfrm>
          <a:prstGeom prst="rect">
            <a:avLst/>
          </a:prstGeom>
          <a:noFill/>
        </p:spPr>
        <p:txBody>
          <a:bodyPr wrap="square">
            <a:spAutoFit/>
          </a:bodyPr>
          <a:lstStyle/>
          <a:p>
            <a:r>
              <a:rPr lang="en-US" sz="6000" dirty="0">
                <a:solidFill>
                  <a:srgbClr val="098156"/>
                </a:solidFill>
                <a:latin typeface="Courier New" panose="02070309020205020404" pitchFamily="49" charset="0"/>
              </a:rPr>
              <a:t>2</a:t>
            </a:r>
            <a:endParaRPr lang="en-US" sz="6000" b="0" dirty="0">
              <a:solidFill>
                <a:srgbClr val="000000"/>
              </a:solidFill>
              <a:effectLst/>
              <a:latin typeface="Courier New" panose="02070309020205020404" pitchFamily="49" charset="0"/>
            </a:endParaRPr>
          </a:p>
        </p:txBody>
      </p:sp>
      <p:sp>
        <p:nvSpPr>
          <p:cNvPr id="29" name="TextBox 28">
            <a:extLst>
              <a:ext uri="{FF2B5EF4-FFF2-40B4-BE49-F238E27FC236}">
                <a16:creationId xmlns:a16="http://schemas.microsoft.com/office/drawing/2014/main" id="{F2718C0D-18BB-89A2-40AB-3908E3B19DB7}"/>
              </a:ext>
            </a:extLst>
          </p:cNvPr>
          <p:cNvSpPr txBox="1"/>
          <p:nvPr/>
        </p:nvSpPr>
        <p:spPr>
          <a:xfrm>
            <a:off x="4935933" y="6674930"/>
            <a:ext cx="730271" cy="1015663"/>
          </a:xfrm>
          <a:prstGeom prst="rect">
            <a:avLst/>
          </a:prstGeom>
          <a:noFill/>
        </p:spPr>
        <p:txBody>
          <a:bodyPr wrap="square">
            <a:spAutoFit/>
          </a:bodyPr>
          <a:lstStyle/>
          <a:p>
            <a:r>
              <a:rPr lang="en-US" sz="6000" b="0" dirty="0" err="1">
                <a:solidFill>
                  <a:srgbClr val="000000"/>
                </a:solidFill>
                <a:effectLst/>
                <a:latin typeface="Courier New" panose="02070309020205020404" pitchFamily="49" charset="0"/>
              </a:rPr>
              <a:t>i</a:t>
            </a:r>
            <a:endParaRPr lang="en-US" sz="6000" b="0" dirty="0">
              <a:solidFill>
                <a:srgbClr val="000000"/>
              </a:solidFill>
              <a:effectLst/>
              <a:latin typeface="Courier New" panose="02070309020205020404" pitchFamily="49" charset="0"/>
            </a:endParaRPr>
          </a:p>
        </p:txBody>
      </p:sp>
      <p:sp>
        <p:nvSpPr>
          <p:cNvPr id="30" name="TextBox 29">
            <a:extLst>
              <a:ext uri="{FF2B5EF4-FFF2-40B4-BE49-F238E27FC236}">
                <a16:creationId xmlns:a16="http://schemas.microsoft.com/office/drawing/2014/main" id="{74CA041F-1767-8182-9A0B-6C1F02ED2202}"/>
              </a:ext>
            </a:extLst>
          </p:cNvPr>
          <p:cNvSpPr txBox="1"/>
          <p:nvPr/>
        </p:nvSpPr>
        <p:spPr>
          <a:xfrm>
            <a:off x="6272753" y="6661374"/>
            <a:ext cx="730271" cy="1015663"/>
          </a:xfrm>
          <a:prstGeom prst="rect">
            <a:avLst/>
          </a:prstGeom>
          <a:noFill/>
        </p:spPr>
        <p:txBody>
          <a:bodyPr wrap="square">
            <a:spAutoFit/>
          </a:bodyPr>
          <a:lstStyle/>
          <a:p>
            <a:r>
              <a:rPr lang="en-US" sz="6000" b="0" dirty="0">
                <a:solidFill>
                  <a:srgbClr val="000000"/>
                </a:solidFill>
                <a:effectLst/>
                <a:latin typeface="Courier New" panose="02070309020205020404" pitchFamily="49" charset="0"/>
              </a:rPr>
              <a:t>j</a:t>
            </a:r>
          </a:p>
        </p:txBody>
      </p:sp>
    </p:spTree>
    <p:extLst>
      <p:ext uri="{BB962C8B-B14F-4D97-AF65-F5344CB8AC3E}">
        <p14:creationId xmlns:p14="http://schemas.microsoft.com/office/powerpoint/2010/main" val="188805795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0"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xit" presetSubtype="0" fill="hold" grpId="1" nodeType="clickEffect">
                                  <p:stCondLst>
                                    <p:cond delay="0"/>
                                  </p:stCondLst>
                                  <p:childTnLst>
                                    <p:animEffect transition="out" filter="fade">
                                      <p:cBhvr>
                                        <p:cTn id="19" dur="500"/>
                                        <p:tgtEl>
                                          <p:spTgt spid="9"/>
                                        </p:tgtEl>
                                      </p:cBhvr>
                                    </p:animEffect>
                                    <p:set>
                                      <p:cBhvr>
                                        <p:cTn id="20" dur="1" fill="hold">
                                          <p:stCondLst>
                                            <p:cond delay="499"/>
                                          </p:stCondLst>
                                        </p:cTn>
                                        <p:tgtEl>
                                          <p:spTgt spid="9"/>
                                        </p:tgtEl>
                                        <p:attrNameLst>
                                          <p:attrName>style.visibility</p:attrName>
                                        </p:attrNameLst>
                                      </p:cBhvr>
                                      <p:to>
                                        <p:strVal val="hidden"/>
                                      </p:to>
                                    </p:set>
                                  </p:childTnLst>
                                </p:cTn>
                              </p:par>
                              <p:par>
                                <p:cTn id="21" presetID="10"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par>
                                <p:cTn id="24" presetID="42" presetClass="path" presetSubtype="0" accel="50000" decel="50000" fill="hold" grpId="1" nodeType="withEffect">
                                  <p:stCondLst>
                                    <p:cond delay="0"/>
                                  </p:stCondLst>
                                  <p:childTnLst>
                                    <p:animMotion origin="layout" path="M -2.50228E-6 -2.22222E-6 L 0.00013 0.25753 " pathEditMode="relative" rAng="0" ptsTypes="AA">
                                      <p:cBhvr>
                                        <p:cTn id="25" dur="1000" fill="hold"/>
                                        <p:tgtEl>
                                          <p:spTgt spid="11"/>
                                        </p:tgtEl>
                                        <p:attrNameLst>
                                          <p:attrName>ppt_x</p:attrName>
                                          <p:attrName>ppt_y</p:attrName>
                                        </p:attrNameLst>
                                      </p:cBhvr>
                                      <p:rCtr x="7" y="12870"/>
                                    </p:animMotion>
                                  </p:childTnLst>
                                </p:cTn>
                              </p:par>
                            </p:childTnLst>
                          </p:cTn>
                        </p:par>
                      </p:childTnLst>
                    </p:cTn>
                  </p:par>
                  <p:par>
                    <p:cTn id="26" fill="hold">
                      <p:stCondLst>
                        <p:cond delay="indefinite"/>
                      </p:stCondLst>
                      <p:childTnLst>
                        <p:par>
                          <p:cTn id="27" fill="hold">
                            <p:stCondLst>
                              <p:cond delay="0"/>
                            </p:stCondLst>
                            <p:childTnLst>
                              <p:par>
                                <p:cTn id="28" presetID="10" presetClass="exit" presetSubtype="0" fill="hold" grpId="1" nodeType="clickEffect">
                                  <p:stCondLst>
                                    <p:cond delay="0"/>
                                  </p:stCondLst>
                                  <p:childTnLst>
                                    <p:animEffect transition="out" filter="fade">
                                      <p:cBhvr>
                                        <p:cTn id="29" dur="500"/>
                                        <p:tgtEl>
                                          <p:spTgt spid="10"/>
                                        </p:tgtEl>
                                      </p:cBhvr>
                                    </p:animEffect>
                                    <p:set>
                                      <p:cBhvr>
                                        <p:cTn id="30" dur="1" fill="hold">
                                          <p:stCondLst>
                                            <p:cond delay="499"/>
                                          </p:stCondLst>
                                        </p:cTn>
                                        <p:tgtEl>
                                          <p:spTgt spid="10"/>
                                        </p:tgtEl>
                                        <p:attrNameLst>
                                          <p:attrName>style.visibility</p:attrName>
                                        </p:attrNameLst>
                                      </p:cBhvr>
                                      <p:to>
                                        <p:strVal val="hidden"/>
                                      </p:to>
                                    </p:set>
                                  </p:childTnLst>
                                </p:cTn>
                              </p:par>
                              <p:par>
                                <p:cTn id="31" presetID="10" presetClass="entr" presetSubtype="0" fill="hold" grpId="1" nodeType="with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500"/>
                                        <p:tgtEl>
                                          <p:spTgt spid="16"/>
                                        </p:tgtEl>
                                      </p:cBhvr>
                                    </p:animEffect>
                                  </p:childTnLst>
                                </p:cTn>
                              </p:par>
                              <p:par>
                                <p:cTn id="34" presetID="42" presetClass="path" presetSubtype="0" accel="50000" decel="50000" fill="hold" grpId="2" nodeType="withEffect">
                                  <p:stCondLst>
                                    <p:cond delay="0"/>
                                  </p:stCondLst>
                                  <p:childTnLst>
                                    <p:animMotion origin="layout" path="M 0.00013 0.25753 L 0.00013 0.12766 " pathEditMode="relative" rAng="0" ptsTypes="AA">
                                      <p:cBhvr>
                                        <p:cTn id="35" dur="1000" fill="hold"/>
                                        <p:tgtEl>
                                          <p:spTgt spid="11"/>
                                        </p:tgtEl>
                                        <p:attrNameLst>
                                          <p:attrName>ppt_x</p:attrName>
                                          <p:attrName>ppt_y</p:attrName>
                                        </p:attrNameLst>
                                      </p:cBhvr>
                                      <p:rCtr x="0" y="-6493"/>
                                    </p:animMotion>
                                  </p:childTnLst>
                                </p:cTn>
                              </p:par>
                            </p:childTnLst>
                          </p:cTn>
                        </p:par>
                      </p:childTnLst>
                    </p:cTn>
                  </p:par>
                  <p:par>
                    <p:cTn id="36" fill="hold">
                      <p:stCondLst>
                        <p:cond delay="indefinite"/>
                      </p:stCondLst>
                      <p:childTnLst>
                        <p:par>
                          <p:cTn id="37" fill="hold">
                            <p:stCondLst>
                              <p:cond delay="0"/>
                            </p:stCondLst>
                            <p:childTnLst>
                              <p:par>
                                <p:cTn id="38" presetID="10" presetClass="exit" presetSubtype="0" fill="hold" grpId="2" nodeType="clickEffect">
                                  <p:stCondLst>
                                    <p:cond delay="0"/>
                                  </p:stCondLst>
                                  <p:childTnLst>
                                    <p:animEffect transition="out" filter="fade">
                                      <p:cBhvr>
                                        <p:cTn id="39" dur="500"/>
                                        <p:tgtEl>
                                          <p:spTgt spid="16"/>
                                        </p:tgtEl>
                                      </p:cBhvr>
                                    </p:animEffect>
                                    <p:set>
                                      <p:cBhvr>
                                        <p:cTn id="40" dur="1" fill="hold">
                                          <p:stCondLst>
                                            <p:cond delay="499"/>
                                          </p:stCondLst>
                                        </p:cTn>
                                        <p:tgtEl>
                                          <p:spTgt spid="16"/>
                                        </p:tgtEl>
                                        <p:attrNameLst>
                                          <p:attrName>style.visibility</p:attrName>
                                        </p:attrNameLst>
                                      </p:cBhvr>
                                      <p:to>
                                        <p:strVal val="hidden"/>
                                      </p:to>
                                    </p:set>
                                  </p:childTnLst>
                                </p:cTn>
                              </p:par>
                              <p:par>
                                <p:cTn id="41" presetID="10" presetClass="exit" presetSubtype="0" fill="hold" grpId="3" nodeType="withEffect">
                                  <p:stCondLst>
                                    <p:cond delay="0"/>
                                  </p:stCondLst>
                                  <p:childTnLst>
                                    <p:animEffect transition="out" filter="fade">
                                      <p:cBhvr>
                                        <p:cTn id="42" dur="500"/>
                                        <p:tgtEl>
                                          <p:spTgt spid="11"/>
                                        </p:tgtEl>
                                      </p:cBhvr>
                                    </p:animEffect>
                                    <p:set>
                                      <p:cBhvr>
                                        <p:cTn id="43" dur="1" fill="hold">
                                          <p:stCondLst>
                                            <p:cond delay="499"/>
                                          </p:stCondLst>
                                        </p:cTn>
                                        <p:tgtEl>
                                          <p:spTgt spid="11"/>
                                        </p:tgtEl>
                                        <p:attrNameLst>
                                          <p:attrName>style.visibility</p:attrName>
                                        </p:attrNameLst>
                                      </p:cBhvr>
                                      <p:to>
                                        <p:strVal val="hidden"/>
                                      </p:to>
                                    </p:set>
                                  </p:childTnLst>
                                </p:cTn>
                              </p:par>
                              <p:par>
                                <p:cTn id="44" presetID="10" presetClass="entr" presetSubtype="0" fill="hold" grpId="0" nodeType="withEffect">
                                  <p:stCondLst>
                                    <p:cond delay="0"/>
                                  </p:stCondLst>
                                  <p:childTnLst>
                                    <p:set>
                                      <p:cBhvr>
                                        <p:cTn id="45" dur="1" fill="hold">
                                          <p:stCondLst>
                                            <p:cond delay="0"/>
                                          </p:stCondLst>
                                        </p:cTn>
                                        <p:tgtEl>
                                          <p:spTgt spid="25"/>
                                        </p:tgtEl>
                                        <p:attrNameLst>
                                          <p:attrName>style.visibility</p:attrName>
                                        </p:attrNameLst>
                                      </p:cBhvr>
                                      <p:to>
                                        <p:strVal val="visible"/>
                                      </p:to>
                                    </p:set>
                                    <p:animEffect transition="in" filter="fade">
                                      <p:cBhvr>
                                        <p:cTn id="46" dur="500"/>
                                        <p:tgtEl>
                                          <p:spTgt spid="25"/>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17"/>
                                        </p:tgtEl>
                                        <p:attrNameLst>
                                          <p:attrName>style.visibility</p:attrName>
                                        </p:attrNameLst>
                                      </p:cBhvr>
                                      <p:to>
                                        <p:strVal val="visible"/>
                                      </p:to>
                                    </p:set>
                                    <p:animEffect transition="in" filter="fade">
                                      <p:cBhvr>
                                        <p:cTn id="51" dur="500"/>
                                        <p:tgtEl>
                                          <p:spTgt spid="17"/>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fade">
                                      <p:cBhvr>
                                        <p:cTn id="54" dur="500"/>
                                        <p:tgtEl>
                                          <p:spTgt spid="20"/>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2"/>
                                        </p:tgtEl>
                                        <p:attrNameLst>
                                          <p:attrName>style.visibility</p:attrName>
                                        </p:attrNameLst>
                                      </p:cBhvr>
                                      <p:to>
                                        <p:strVal val="visible"/>
                                      </p:to>
                                    </p:set>
                                    <p:animEffect transition="in" filter="fade">
                                      <p:cBhvr>
                                        <p:cTn id="57" dur="500"/>
                                        <p:tgtEl>
                                          <p:spTgt spid="22"/>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6"/>
                                        </p:tgtEl>
                                        <p:attrNameLst>
                                          <p:attrName>style.visibility</p:attrName>
                                        </p:attrNameLst>
                                      </p:cBhvr>
                                      <p:to>
                                        <p:strVal val="visible"/>
                                      </p:to>
                                    </p:set>
                                    <p:animEffect transition="in" filter="fade">
                                      <p:cBhvr>
                                        <p:cTn id="60" dur="500"/>
                                        <p:tgtEl>
                                          <p:spTgt spid="26"/>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xit" presetSubtype="0" fill="hold" grpId="1" nodeType="clickEffect">
                                  <p:stCondLst>
                                    <p:cond delay="0"/>
                                  </p:stCondLst>
                                  <p:childTnLst>
                                    <p:animEffect transition="out" filter="fade">
                                      <p:cBhvr>
                                        <p:cTn id="64" dur="500"/>
                                        <p:tgtEl>
                                          <p:spTgt spid="20"/>
                                        </p:tgtEl>
                                      </p:cBhvr>
                                    </p:animEffect>
                                    <p:set>
                                      <p:cBhvr>
                                        <p:cTn id="65" dur="1" fill="hold">
                                          <p:stCondLst>
                                            <p:cond delay="499"/>
                                          </p:stCondLst>
                                        </p:cTn>
                                        <p:tgtEl>
                                          <p:spTgt spid="20"/>
                                        </p:tgtEl>
                                        <p:attrNameLst>
                                          <p:attrName>style.visibility</p:attrName>
                                        </p:attrNameLst>
                                      </p:cBhvr>
                                      <p:to>
                                        <p:strVal val="hidden"/>
                                      </p:to>
                                    </p:set>
                                  </p:childTnLst>
                                </p:cTn>
                              </p:par>
                              <p:par>
                                <p:cTn id="66" presetID="10" presetClass="exit" presetSubtype="0" fill="hold" grpId="1" nodeType="withEffect">
                                  <p:stCondLst>
                                    <p:cond delay="0"/>
                                  </p:stCondLst>
                                  <p:childTnLst>
                                    <p:animEffect transition="out" filter="fade">
                                      <p:cBhvr>
                                        <p:cTn id="67" dur="500"/>
                                        <p:tgtEl>
                                          <p:spTgt spid="22"/>
                                        </p:tgtEl>
                                      </p:cBhvr>
                                    </p:animEffect>
                                    <p:set>
                                      <p:cBhvr>
                                        <p:cTn id="68" dur="1" fill="hold">
                                          <p:stCondLst>
                                            <p:cond delay="499"/>
                                          </p:stCondLst>
                                        </p:cTn>
                                        <p:tgtEl>
                                          <p:spTgt spid="22"/>
                                        </p:tgtEl>
                                        <p:attrNameLst>
                                          <p:attrName>style.visibility</p:attrName>
                                        </p:attrNameLst>
                                      </p:cBhvr>
                                      <p:to>
                                        <p:strVal val="hidden"/>
                                      </p:to>
                                    </p:set>
                                  </p:childTnLst>
                                </p:cTn>
                              </p:par>
                              <p:par>
                                <p:cTn id="69" presetID="10" presetClass="entr" presetSubtype="0" fill="hold" grpId="0" nodeType="withEffect">
                                  <p:stCondLst>
                                    <p:cond delay="0"/>
                                  </p:stCondLst>
                                  <p:childTnLst>
                                    <p:set>
                                      <p:cBhvr>
                                        <p:cTn id="70" dur="1" fill="hold">
                                          <p:stCondLst>
                                            <p:cond delay="0"/>
                                          </p:stCondLst>
                                        </p:cTn>
                                        <p:tgtEl>
                                          <p:spTgt spid="23"/>
                                        </p:tgtEl>
                                        <p:attrNameLst>
                                          <p:attrName>style.visibility</p:attrName>
                                        </p:attrNameLst>
                                      </p:cBhvr>
                                      <p:to>
                                        <p:strVal val="visible"/>
                                      </p:to>
                                    </p:set>
                                    <p:animEffect transition="in" filter="fade">
                                      <p:cBhvr>
                                        <p:cTn id="71" dur="500"/>
                                        <p:tgtEl>
                                          <p:spTgt spid="23"/>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4"/>
                                        </p:tgtEl>
                                        <p:attrNameLst>
                                          <p:attrName>style.visibility</p:attrName>
                                        </p:attrNameLst>
                                      </p:cBhvr>
                                      <p:to>
                                        <p:strVal val="visible"/>
                                      </p:to>
                                    </p:set>
                                    <p:animEffect transition="in" filter="fade">
                                      <p:cBhvr>
                                        <p:cTn id="74" dur="500"/>
                                        <p:tgtEl>
                                          <p:spTgt spid="24"/>
                                        </p:tgtEl>
                                      </p:cBhvr>
                                    </p:animEffect>
                                  </p:childTnLst>
                                </p:cTn>
                              </p:par>
                              <p:par>
                                <p:cTn id="75" presetID="42" presetClass="path" presetSubtype="0" accel="50000" decel="50000" fill="hold" grpId="1" nodeType="withEffect">
                                  <p:stCondLst>
                                    <p:cond delay="0"/>
                                  </p:stCondLst>
                                  <p:childTnLst>
                                    <p:animMotion origin="layout" path="M -3.97084E-7 -2.22222E-6 L -0.10825 0.25243 " pathEditMode="relative" rAng="0" ptsTypes="AA">
                                      <p:cBhvr>
                                        <p:cTn id="76" dur="1000" fill="hold"/>
                                        <p:tgtEl>
                                          <p:spTgt spid="26"/>
                                        </p:tgtEl>
                                        <p:attrNameLst>
                                          <p:attrName>ppt_x</p:attrName>
                                          <p:attrName>ppt_y</p:attrName>
                                        </p:attrNameLst>
                                      </p:cBhvr>
                                      <p:rCtr x="-5416" y="12616"/>
                                    </p:animMotion>
                                  </p:childTnLst>
                                </p:cTn>
                              </p:par>
                            </p:childTnLst>
                          </p:cTn>
                        </p:par>
                      </p:childTnLst>
                    </p:cTn>
                  </p:par>
                  <p:par>
                    <p:cTn id="77" fill="hold">
                      <p:stCondLst>
                        <p:cond delay="indefinite"/>
                      </p:stCondLst>
                      <p:childTnLst>
                        <p:par>
                          <p:cTn id="78" fill="hold">
                            <p:stCondLst>
                              <p:cond delay="0"/>
                            </p:stCondLst>
                            <p:childTnLst>
                              <p:par>
                                <p:cTn id="79" presetID="10" presetClass="exit" presetSubtype="0" fill="hold" grpId="1" nodeType="clickEffect">
                                  <p:stCondLst>
                                    <p:cond delay="0"/>
                                  </p:stCondLst>
                                  <p:childTnLst>
                                    <p:animEffect transition="out" filter="fade">
                                      <p:cBhvr>
                                        <p:cTn id="80" dur="500"/>
                                        <p:tgtEl>
                                          <p:spTgt spid="23"/>
                                        </p:tgtEl>
                                      </p:cBhvr>
                                    </p:animEffect>
                                    <p:set>
                                      <p:cBhvr>
                                        <p:cTn id="81" dur="1" fill="hold">
                                          <p:stCondLst>
                                            <p:cond delay="499"/>
                                          </p:stCondLst>
                                        </p:cTn>
                                        <p:tgtEl>
                                          <p:spTgt spid="23"/>
                                        </p:tgtEl>
                                        <p:attrNameLst>
                                          <p:attrName>style.visibility</p:attrName>
                                        </p:attrNameLst>
                                      </p:cBhvr>
                                      <p:to>
                                        <p:strVal val="hidden"/>
                                      </p:to>
                                    </p:set>
                                  </p:childTnLst>
                                </p:cTn>
                              </p:par>
                              <p:par>
                                <p:cTn id="82" presetID="10" presetClass="exit" presetSubtype="0" fill="hold" grpId="1" nodeType="withEffect">
                                  <p:stCondLst>
                                    <p:cond delay="0"/>
                                  </p:stCondLst>
                                  <p:childTnLst>
                                    <p:animEffect transition="out" filter="fade">
                                      <p:cBhvr>
                                        <p:cTn id="83" dur="500"/>
                                        <p:tgtEl>
                                          <p:spTgt spid="24"/>
                                        </p:tgtEl>
                                      </p:cBhvr>
                                    </p:animEffect>
                                    <p:set>
                                      <p:cBhvr>
                                        <p:cTn id="84" dur="1" fill="hold">
                                          <p:stCondLst>
                                            <p:cond delay="499"/>
                                          </p:stCondLst>
                                        </p:cTn>
                                        <p:tgtEl>
                                          <p:spTgt spid="24"/>
                                        </p:tgtEl>
                                        <p:attrNameLst>
                                          <p:attrName>style.visibility</p:attrName>
                                        </p:attrNameLst>
                                      </p:cBhvr>
                                      <p:to>
                                        <p:strVal val="hidden"/>
                                      </p:to>
                                    </p:set>
                                  </p:childTnLst>
                                </p:cTn>
                              </p:par>
                              <p:par>
                                <p:cTn id="85" presetID="10" presetClass="entr" presetSubtype="0" fill="hold" grpId="0" nodeType="withEffect">
                                  <p:stCondLst>
                                    <p:cond delay="0"/>
                                  </p:stCondLst>
                                  <p:childTnLst>
                                    <p:set>
                                      <p:cBhvr>
                                        <p:cTn id="86" dur="1" fill="hold">
                                          <p:stCondLst>
                                            <p:cond delay="0"/>
                                          </p:stCondLst>
                                        </p:cTn>
                                        <p:tgtEl>
                                          <p:spTgt spid="27"/>
                                        </p:tgtEl>
                                        <p:attrNameLst>
                                          <p:attrName>style.visibility</p:attrName>
                                        </p:attrNameLst>
                                      </p:cBhvr>
                                      <p:to>
                                        <p:strVal val="visible"/>
                                      </p:to>
                                    </p:set>
                                    <p:animEffect transition="in" filter="fade">
                                      <p:cBhvr>
                                        <p:cTn id="87" dur="500"/>
                                        <p:tgtEl>
                                          <p:spTgt spid="27"/>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28"/>
                                        </p:tgtEl>
                                        <p:attrNameLst>
                                          <p:attrName>style.visibility</p:attrName>
                                        </p:attrNameLst>
                                      </p:cBhvr>
                                      <p:to>
                                        <p:strVal val="visible"/>
                                      </p:to>
                                    </p:set>
                                    <p:animEffect transition="in" filter="fade">
                                      <p:cBhvr>
                                        <p:cTn id="90" dur="500"/>
                                        <p:tgtEl>
                                          <p:spTgt spid="28"/>
                                        </p:tgtEl>
                                      </p:cBhvr>
                                    </p:animEffect>
                                  </p:childTnLst>
                                </p:cTn>
                              </p:par>
                              <p:par>
                                <p:cTn id="91" presetID="42" presetClass="path" presetSubtype="0" accel="50000" decel="50000" fill="hold" grpId="2" nodeType="withEffect">
                                  <p:stCondLst>
                                    <p:cond delay="0"/>
                                  </p:stCondLst>
                                  <p:childTnLst>
                                    <p:animMotion origin="layout" path="M -0.10825 0.25243 L 0.11079 0.12419 " pathEditMode="relative" rAng="0" ptsTypes="AA">
                                      <p:cBhvr>
                                        <p:cTn id="92" dur="1000" fill="hold"/>
                                        <p:tgtEl>
                                          <p:spTgt spid="26"/>
                                        </p:tgtEl>
                                        <p:attrNameLst>
                                          <p:attrName>ppt_x</p:attrName>
                                          <p:attrName>ppt_y</p:attrName>
                                        </p:attrNameLst>
                                      </p:cBhvr>
                                      <p:rCtr x="10949" y="-6412"/>
                                    </p:animMotion>
                                  </p:childTnLst>
                                </p:cTn>
                              </p:par>
                            </p:childTnLst>
                          </p:cTn>
                        </p:par>
                      </p:childTnLst>
                    </p:cTn>
                  </p:par>
                  <p:par>
                    <p:cTn id="93" fill="hold">
                      <p:stCondLst>
                        <p:cond delay="indefinite"/>
                      </p:stCondLst>
                      <p:childTnLst>
                        <p:par>
                          <p:cTn id="94" fill="hold">
                            <p:stCondLst>
                              <p:cond delay="0"/>
                            </p:stCondLst>
                            <p:childTnLst>
                              <p:par>
                                <p:cTn id="95" presetID="10" presetClass="exit" presetSubtype="0" fill="hold" grpId="1" nodeType="clickEffect">
                                  <p:stCondLst>
                                    <p:cond delay="0"/>
                                  </p:stCondLst>
                                  <p:childTnLst>
                                    <p:animEffect transition="out" filter="fade">
                                      <p:cBhvr>
                                        <p:cTn id="96" dur="500"/>
                                        <p:tgtEl>
                                          <p:spTgt spid="27"/>
                                        </p:tgtEl>
                                      </p:cBhvr>
                                    </p:animEffect>
                                    <p:set>
                                      <p:cBhvr>
                                        <p:cTn id="97" dur="1" fill="hold">
                                          <p:stCondLst>
                                            <p:cond delay="499"/>
                                          </p:stCondLst>
                                        </p:cTn>
                                        <p:tgtEl>
                                          <p:spTgt spid="27"/>
                                        </p:tgtEl>
                                        <p:attrNameLst>
                                          <p:attrName>style.visibility</p:attrName>
                                        </p:attrNameLst>
                                      </p:cBhvr>
                                      <p:to>
                                        <p:strVal val="hidden"/>
                                      </p:to>
                                    </p:set>
                                  </p:childTnLst>
                                </p:cTn>
                              </p:par>
                              <p:par>
                                <p:cTn id="98" presetID="10" presetClass="exit" presetSubtype="0" fill="hold" grpId="1" nodeType="withEffect">
                                  <p:stCondLst>
                                    <p:cond delay="0"/>
                                  </p:stCondLst>
                                  <p:childTnLst>
                                    <p:animEffect transition="out" filter="fade">
                                      <p:cBhvr>
                                        <p:cTn id="99" dur="500"/>
                                        <p:tgtEl>
                                          <p:spTgt spid="28"/>
                                        </p:tgtEl>
                                      </p:cBhvr>
                                    </p:animEffect>
                                    <p:set>
                                      <p:cBhvr>
                                        <p:cTn id="100" dur="1" fill="hold">
                                          <p:stCondLst>
                                            <p:cond delay="499"/>
                                          </p:stCondLst>
                                        </p:cTn>
                                        <p:tgtEl>
                                          <p:spTgt spid="28"/>
                                        </p:tgtEl>
                                        <p:attrNameLst>
                                          <p:attrName>style.visibility</p:attrName>
                                        </p:attrNameLst>
                                      </p:cBhvr>
                                      <p:to>
                                        <p:strVal val="hidden"/>
                                      </p:to>
                                    </p:set>
                                  </p:childTnLst>
                                </p:cTn>
                              </p:par>
                              <p:par>
                                <p:cTn id="101" presetID="10" presetClass="exit" presetSubtype="0" fill="hold" grpId="3" nodeType="withEffect">
                                  <p:stCondLst>
                                    <p:cond delay="0"/>
                                  </p:stCondLst>
                                  <p:childTnLst>
                                    <p:animEffect transition="out" filter="fade">
                                      <p:cBhvr>
                                        <p:cTn id="102" dur="500"/>
                                        <p:tgtEl>
                                          <p:spTgt spid="26"/>
                                        </p:tgtEl>
                                      </p:cBhvr>
                                    </p:animEffect>
                                    <p:set>
                                      <p:cBhvr>
                                        <p:cTn id="103" dur="1" fill="hold">
                                          <p:stCondLst>
                                            <p:cond delay="499"/>
                                          </p:stCondLst>
                                        </p:cTn>
                                        <p:tgtEl>
                                          <p:spTgt spid="26"/>
                                        </p:tgtEl>
                                        <p:attrNameLst>
                                          <p:attrName>style.visibility</p:attrName>
                                        </p:attrNameLst>
                                      </p:cBhvr>
                                      <p:to>
                                        <p:strVal val="hidden"/>
                                      </p:to>
                                    </p:set>
                                  </p:childTnLst>
                                </p:cTn>
                              </p:par>
                              <p:par>
                                <p:cTn id="104" presetID="10" presetClass="entr" presetSubtype="0" fill="hold" grpId="0" nodeType="withEffect">
                                  <p:stCondLst>
                                    <p:cond delay="0"/>
                                  </p:stCondLst>
                                  <p:childTnLst>
                                    <p:set>
                                      <p:cBhvr>
                                        <p:cTn id="105" dur="1" fill="hold">
                                          <p:stCondLst>
                                            <p:cond delay="0"/>
                                          </p:stCondLst>
                                        </p:cTn>
                                        <p:tgtEl>
                                          <p:spTgt spid="29"/>
                                        </p:tgtEl>
                                        <p:attrNameLst>
                                          <p:attrName>style.visibility</p:attrName>
                                        </p:attrNameLst>
                                      </p:cBhvr>
                                      <p:to>
                                        <p:strVal val="visible"/>
                                      </p:to>
                                    </p:set>
                                    <p:animEffect transition="in" filter="fade">
                                      <p:cBhvr>
                                        <p:cTn id="106" dur="500"/>
                                        <p:tgtEl>
                                          <p:spTgt spid="29"/>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30"/>
                                        </p:tgtEl>
                                        <p:attrNameLst>
                                          <p:attrName>style.visibility</p:attrName>
                                        </p:attrNameLst>
                                      </p:cBhvr>
                                      <p:to>
                                        <p:strVal val="visible"/>
                                      </p:to>
                                    </p:set>
                                    <p:animEffect transition="in" filter="fade">
                                      <p:cBhvr>
                                        <p:cTn id="109"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P spid="9" grpId="0"/>
      <p:bldP spid="9" grpId="1"/>
      <p:bldP spid="10" grpId="0"/>
      <p:bldP spid="10" grpId="1"/>
      <p:bldP spid="11" grpId="0" animBg="1"/>
      <p:bldP spid="11" grpId="1" animBg="1"/>
      <p:bldP spid="11" grpId="2" animBg="1"/>
      <p:bldP spid="11" grpId="3" animBg="1"/>
      <p:bldP spid="16" grpId="1"/>
      <p:bldP spid="16" grpId="2"/>
      <p:bldP spid="17" grpId="0"/>
      <p:bldP spid="20" grpId="0"/>
      <p:bldP spid="20" grpId="1"/>
      <p:bldP spid="22" grpId="0"/>
      <p:bldP spid="22" grpId="1"/>
      <p:bldP spid="23" grpId="0"/>
      <p:bldP spid="23" grpId="1"/>
      <p:bldP spid="24" grpId="0"/>
      <p:bldP spid="24" grpId="1"/>
      <p:bldP spid="25" grpId="0"/>
      <p:bldP spid="26" grpId="0" animBg="1"/>
      <p:bldP spid="26" grpId="1" animBg="1"/>
      <p:bldP spid="26" grpId="2" animBg="1"/>
      <p:bldP spid="26" grpId="3" animBg="1"/>
      <p:bldP spid="27" grpId="0"/>
      <p:bldP spid="27" grpId="1"/>
      <p:bldP spid="28" grpId="0"/>
      <p:bldP spid="28" grpId="1"/>
      <p:bldP spid="29" grpId="0"/>
      <p:bldP spid="30"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1"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42</a:t>
            </a:fld>
            <a:endParaRPr/>
          </a:p>
        </p:txBody>
      </p:sp>
      <p:sp>
        <p:nvSpPr>
          <p:cNvPr id="1832" name="Three classifiers! That’s a lot."/>
          <p:cNvSpPr txBox="1"/>
          <p:nvPr/>
        </p:nvSpPr>
        <p:spPr>
          <a:xfrm>
            <a:off x="9037338" y="5693579"/>
            <a:ext cx="5512663" cy="116442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sz="6900" b="1">
                <a:solidFill>
                  <a:srgbClr val="000000"/>
                </a:solidFill>
              </a:defRPr>
            </a:lvl1pPr>
          </a:lstStyle>
          <a:p>
            <a:r>
              <a:rPr lang="en-US" dirty="0"/>
              <a:t>That was a lot!</a:t>
            </a:r>
            <a:endParaRPr dirty="0"/>
          </a:p>
        </p:txBody>
      </p:sp>
      <p:sp>
        <p:nvSpPr>
          <p:cNvPr id="1833" name="Let’s get to the long lab!"/>
          <p:cNvSpPr txBox="1"/>
          <p:nvPr/>
        </p:nvSpPr>
        <p:spPr>
          <a:xfrm>
            <a:off x="9140668" y="7029388"/>
            <a:ext cx="5306004" cy="88742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defRPr sz="5100" b="1">
                <a:solidFill>
                  <a:srgbClr val="000000"/>
                </a:solidFill>
              </a:defRPr>
            </a:pPr>
            <a:r>
              <a:rPr sz="5100" dirty="0"/>
              <a:t>Let’s get to the lab!</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183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p:tmAbs val="0"/>
                                  </p:iterate>
                                  <p:childTnLst>
                                    <p:set>
                                      <p:cBhvr>
                                        <p:cTn id="10" fill="hold"/>
                                        <p:tgtEl>
                                          <p:spTgt spid="18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32" grpId="0" animBg="1" advAuto="0"/>
      <p:bldP spid="1833" grpId="0" animBg="1" advAuto="0"/>
    </p:bld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 2013 - 2022</Template>
  <TotalTime>654</TotalTime>
  <Words>2150</Words>
  <Application>Microsoft Macintosh PowerPoint</Application>
  <PresentationFormat>Custom</PresentationFormat>
  <Paragraphs>405</Paragraphs>
  <Slides>42</Slides>
  <Notes>42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42</vt:i4>
      </vt:variant>
    </vt:vector>
  </HeadingPairs>
  <TitlesOfParts>
    <vt:vector size="49" baseType="lpstr">
      <vt:lpstr>Arial</vt:lpstr>
      <vt:lpstr>Calibri</vt:lpstr>
      <vt:lpstr>Helvetica Neue</vt:lpstr>
      <vt:lpstr>Courier New</vt:lpstr>
      <vt:lpstr>Lato</vt:lpstr>
      <vt:lpstr>Calibri Light</vt:lpstr>
      <vt:lpstr>Office Theme</vt:lpstr>
      <vt:lpstr>PowerPoint Presentation</vt:lpstr>
      <vt:lpstr>Lecture Outline</vt:lpstr>
      <vt:lpstr>I/O</vt:lpstr>
      <vt:lpstr>I/O</vt:lpstr>
      <vt:lpstr>Lecture Outline</vt:lpstr>
      <vt:lpstr>List Manipulation</vt:lpstr>
      <vt:lpstr>List Manipulation</vt:lpstr>
      <vt:lpstr>Self-Test</vt:lpstr>
      <vt:lpstr>List Manipulation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List Manipulation</vt:lpstr>
      <vt:lpstr>PowerPoint Presentation</vt:lpstr>
      <vt:lpstr>PowerPoint Presentation</vt:lpstr>
      <vt:lpstr>List Manipulation</vt:lpstr>
      <vt:lpstr>PowerPoint Presentation</vt:lpstr>
      <vt:lpstr>PowerPoint Presentation</vt:lpstr>
      <vt:lpstr>PowerPoint Presentation</vt:lpstr>
      <vt:lpstr>PowerPoint Presentation</vt:lpstr>
      <vt:lpstr>List Manipulation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rensamuel.2007@gmail.com</cp:lastModifiedBy>
  <cp:revision>10</cp:revision>
  <dcterms:modified xsi:type="dcterms:W3CDTF">2023-07-07T22:36:44Z</dcterms:modified>
</cp:coreProperties>
</file>